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oppins Medium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32941B-3BB0-4D81-BAED-DDBC86BF2121}">
  <a:tblStyle styleId="{E232941B-3BB0-4D81-BAED-DDBC86BF212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684AFB6A-4322-4BE0-9FA7-0846B64EEDE3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italic.fntdata"/><Relationship Id="rId21" Type="http://schemas.openxmlformats.org/officeDocument/2006/relationships/font" Target="fonts/PoppinsMedium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oppinsMedium-bold.fntdata"/><Relationship Id="rId18" Type="http://schemas.openxmlformats.org/officeDocument/2006/relationships/font" Target="fonts/Poppi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44" name="Google Shape;6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2" name="Google Shape;7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tigeranalytics.com/" TargetMode="External"/><Relationship Id="rId3" Type="http://schemas.openxmlformats.org/officeDocument/2006/relationships/hyperlink" Target="https://twitter.com/tigeranalytics" TargetMode="External"/><Relationship Id="rId4" Type="http://schemas.openxmlformats.org/officeDocument/2006/relationships/hyperlink" Target="https://twitter.com/tigeranalytics" TargetMode="External"/><Relationship Id="rId9" Type="http://schemas.openxmlformats.org/officeDocument/2006/relationships/image" Target="../media/image4.png"/><Relationship Id="rId5" Type="http://schemas.openxmlformats.org/officeDocument/2006/relationships/hyperlink" Target="https://www.linkedin.com/company/tiger-analytics?challengeId=AQFITyRVMYz_WgAAAX03FhALtfIwJnOfTt8O8ItYNEU6KObBuXUtLZYE8ptZJNZRkHnETWB4CINjpFHyI3IY__5jmiw_7EA0Zw&amp;submissionId=6e27344e-cce1-b816-816e-afcb6116b05d" TargetMode="External"/><Relationship Id="rId6" Type="http://schemas.openxmlformats.org/officeDocument/2006/relationships/hyperlink" Target="https://www.linkedin.com/company/tiger-analytics?challengeId=AQFITyRVMYz_WgAAAX03FhALtfIwJnOfTt8O8ItYNEU6KObBuXUtLZYE8ptZJNZRkHnETWB4CINjpFHyI3IY__5jmiw_7EA0Zw&amp;submissionId=6e27344e-cce1-b816-816e-afcb6116b05d" TargetMode="External"/><Relationship Id="rId7" Type="http://schemas.openxmlformats.org/officeDocument/2006/relationships/hyperlink" Target="https://www.facebook.com/tigeranalytics/" TargetMode="External"/><Relationship Id="rId8" Type="http://schemas.openxmlformats.org/officeDocument/2006/relationships/hyperlink" Target="https://www.facebook.com/tigeranalytics/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Cover" showMasterSp="0">
  <p:cSld name="Title 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/>
        </p:nvSpPr>
        <p:spPr>
          <a:xfrm>
            <a:off x="413150" y="4874750"/>
            <a:ext cx="1511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Tiger Analytics Inc. © 2024. All Rights Reserved.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1"/>
            <a:ext cx="758283" cy="760876"/>
          </a:xfrm>
          <a:custGeom>
            <a:rect b="b" l="l" r="r" t="t"/>
            <a:pathLst>
              <a:path extrusionOk="0" h="1014501" w="1011044">
                <a:moveTo>
                  <a:pt x="195109" y="993405"/>
                </a:moveTo>
                <a:lnTo>
                  <a:pt x="200634" y="994520"/>
                </a:lnTo>
                <a:lnTo>
                  <a:pt x="183296" y="997616"/>
                </a:lnTo>
                <a:lnTo>
                  <a:pt x="187163" y="995009"/>
                </a:lnTo>
                <a:cubicBezTo>
                  <a:pt x="189606" y="993976"/>
                  <a:pt x="192291" y="993405"/>
                  <a:pt x="195109" y="993405"/>
                </a:cubicBezTo>
                <a:close/>
                <a:moveTo>
                  <a:pt x="146332" y="993405"/>
                </a:moveTo>
                <a:cubicBezTo>
                  <a:pt x="151969" y="993405"/>
                  <a:pt x="157072" y="995690"/>
                  <a:pt x="160766" y="999383"/>
                </a:cubicBezTo>
                <a:lnTo>
                  <a:pt x="161636" y="1001484"/>
                </a:lnTo>
                <a:lnTo>
                  <a:pt x="153987" y="1002850"/>
                </a:lnTo>
                <a:lnTo>
                  <a:pt x="129155" y="1006006"/>
                </a:lnTo>
                <a:lnTo>
                  <a:pt x="131898" y="999383"/>
                </a:lnTo>
                <a:cubicBezTo>
                  <a:pt x="135592" y="995690"/>
                  <a:pt x="140695" y="993405"/>
                  <a:pt x="146332" y="993405"/>
                </a:cubicBezTo>
                <a:close/>
                <a:moveTo>
                  <a:pt x="97555" y="993405"/>
                </a:moveTo>
                <a:cubicBezTo>
                  <a:pt x="103192" y="993405"/>
                  <a:pt x="108295" y="995690"/>
                  <a:pt x="111989" y="999383"/>
                </a:cubicBezTo>
                <a:lnTo>
                  <a:pt x="115453" y="1007747"/>
                </a:lnTo>
                <a:lnTo>
                  <a:pt x="103384" y="1009281"/>
                </a:lnTo>
                <a:lnTo>
                  <a:pt x="78229" y="1011193"/>
                </a:lnTo>
                <a:lnTo>
                  <a:pt x="83121" y="999383"/>
                </a:lnTo>
                <a:cubicBezTo>
                  <a:pt x="86815" y="995690"/>
                  <a:pt x="91918" y="993405"/>
                  <a:pt x="97555" y="993405"/>
                </a:cubicBezTo>
                <a:close/>
                <a:moveTo>
                  <a:pt x="48778" y="993405"/>
                </a:moveTo>
                <a:cubicBezTo>
                  <a:pt x="54415" y="993405"/>
                  <a:pt x="59518" y="995690"/>
                  <a:pt x="63212" y="999383"/>
                </a:cubicBezTo>
                <a:lnTo>
                  <a:pt x="68413" y="1011940"/>
                </a:lnTo>
                <a:lnTo>
                  <a:pt x="52033" y="1013185"/>
                </a:lnTo>
                <a:lnTo>
                  <a:pt x="28379" y="1013783"/>
                </a:lnTo>
                <a:lnTo>
                  <a:pt x="34344" y="999383"/>
                </a:lnTo>
                <a:cubicBezTo>
                  <a:pt x="38038" y="995690"/>
                  <a:pt x="43141" y="993405"/>
                  <a:pt x="48778" y="993405"/>
                </a:cubicBezTo>
                <a:close/>
                <a:moveTo>
                  <a:pt x="2" y="993405"/>
                </a:moveTo>
                <a:cubicBezTo>
                  <a:pt x="11275" y="993405"/>
                  <a:pt x="20414" y="1002544"/>
                  <a:pt x="20414" y="1013818"/>
                </a:cubicBezTo>
                <a:lnTo>
                  <a:pt x="20344" y="1013987"/>
                </a:lnTo>
                <a:lnTo>
                  <a:pt x="0" y="1014501"/>
                </a:lnTo>
                <a:lnTo>
                  <a:pt x="0" y="993406"/>
                </a:lnTo>
                <a:close/>
                <a:moveTo>
                  <a:pt x="341440" y="939317"/>
                </a:moveTo>
                <a:cubicBezTo>
                  <a:pt x="347077" y="939317"/>
                  <a:pt x="352180" y="941602"/>
                  <a:pt x="355875" y="945296"/>
                </a:cubicBezTo>
                <a:lnTo>
                  <a:pt x="357150" y="948375"/>
                </a:lnTo>
                <a:lnTo>
                  <a:pt x="321699" y="961350"/>
                </a:lnTo>
                <a:lnTo>
                  <a:pt x="321028" y="959730"/>
                </a:lnTo>
                <a:cubicBezTo>
                  <a:pt x="321028" y="948456"/>
                  <a:pt x="330166" y="939317"/>
                  <a:pt x="341440" y="939317"/>
                </a:cubicBezTo>
                <a:close/>
                <a:moveTo>
                  <a:pt x="292663" y="939317"/>
                </a:moveTo>
                <a:cubicBezTo>
                  <a:pt x="303937" y="939317"/>
                  <a:pt x="313076" y="948456"/>
                  <a:pt x="313076" y="959730"/>
                </a:cubicBezTo>
                <a:lnTo>
                  <a:pt x="310744" y="965360"/>
                </a:lnTo>
                <a:lnTo>
                  <a:pt x="300683" y="969042"/>
                </a:lnTo>
                <a:lnTo>
                  <a:pt x="279538" y="975046"/>
                </a:lnTo>
                <a:lnTo>
                  <a:pt x="278229" y="974164"/>
                </a:lnTo>
                <a:cubicBezTo>
                  <a:pt x="274535" y="970470"/>
                  <a:pt x="272251" y="965367"/>
                  <a:pt x="272251" y="959730"/>
                </a:cubicBezTo>
                <a:cubicBezTo>
                  <a:pt x="272251" y="948456"/>
                  <a:pt x="281389" y="939317"/>
                  <a:pt x="292663" y="939317"/>
                </a:cubicBezTo>
                <a:close/>
                <a:moveTo>
                  <a:pt x="243886" y="939317"/>
                </a:moveTo>
                <a:cubicBezTo>
                  <a:pt x="255160" y="939317"/>
                  <a:pt x="264299" y="948456"/>
                  <a:pt x="264299" y="959730"/>
                </a:cubicBezTo>
                <a:cubicBezTo>
                  <a:pt x="264299" y="971004"/>
                  <a:pt x="255160" y="980143"/>
                  <a:pt x="243886" y="980143"/>
                </a:cubicBezTo>
                <a:cubicBezTo>
                  <a:pt x="232612" y="980143"/>
                  <a:pt x="223473" y="971004"/>
                  <a:pt x="223473" y="959730"/>
                </a:cubicBezTo>
                <a:cubicBezTo>
                  <a:pt x="223473" y="948456"/>
                  <a:pt x="232612" y="939317"/>
                  <a:pt x="243886" y="939317"/>
                </a:cubicBezTo>
                <a:close/>
                <a:moveTo>
                  <a:pt x="195109" y="939317"/>
                </a:moveTo>
                <a:cubicBezTo>
                  <a:pt x="206383" y="939317"/>
                  <a:pt x="215522" y="948456"/>
                  <a:pt x="215522" y="959730"/>
                </a:cubicBezTo>
                <a:cubicBezTo>
                  <a:pt x="215522" y="971004"/>
                  <a:pt x="206383" y="980143"/>
                  <a:pt x="195109" y="980143"/>
                </a:cubicBezTo>
                <a:cubicBezTo>
                  <a:pt x="183835" y="980143"/>
                  <a:pt x="174696" y="971004"/>
                  <a:pt x="174696" y="959730"/>
                </a:cubicBezTo>
                <a:cubicBezTo>
                  <a:pt x="174696" y="948456"/>
                  <a:pt x="183835" y="939317"/>
                  <a:pt x="195109" y="939317"/>
                </a:cubicBezTo>
                <a:close/>
                <a:moveTo>
                  <a:pt x="146332" y="939317"/>
                </a:moveTo>
                <a:cubicBezTo>
                  <a:pt x="157606" y="939317"/>
                  <a:pt x="166745" y="948456"/>
                  <a:pt x="166745" y="959730"/>
                </a:cubicBezTo>
                <a:cubicBezTo>
                  <a:pt x="166745" y="971004"/>
                  <a:pt x="157606" y="980143"/>
                  <a:pt x="146332" y="980143"/>
                </a:cubicBezTo>
                <a:cubicBezTo>
                  <a:pt x="135058" y="980143"/>
                  <a:pt x="125919" y="971004"/>
                  <a:pt x="125919" y="959730"/>
                </a:cubicBezTo>
                <a:cubicBezTo>
                  <a:pt x="125919" y="948456"/>
                  <a:pt x="135058" y="939317"/>
                  <a:pt x="146332" y="939317"/>
                </a:cubicBezTo>
                <a:close/>
                <a:moveTo>
                  <a:pt x="97555" y="939317"/>
                </a:moveTo>
                <a:cubicBezTo>
                  <a:pt x="108829" y="939317"/>
                  <a:pt x="117968" y="948456"/>
                  <a:pt x="117968" y="959730"/>
                </a:cubicBezTo>
                <a:cubicBezTo>
                  <a:pt x="117968" y="971004"/>
                  <a:pt x="108829" y="980143"/>
                  <a:pt x="97555" y="980143"/>
                </a:cubicBezTo>
                <a:cubicBezTo>
                  <a:pt x="86281" y="980143"/>
                  <a:pt x="77142" y="971004"/>
                  <a:pt x="77142" y="959730"/>
                </a:cubicBezTo>
                <a:cubicBezTo>
                  <a:pt x="77142" y="948456"/>
                  <a:pt x="86281" y="939317"/>
                  <a:pt x="97555" y="939317"/>
                </a:cubicBezTo>
                <a:close/>
                <a:moveTo>
                  <a:pt x="48778" y="939317"/>
                </a:moveTo>
                <a:cubicBezTo>
                  <a:pt x="60052" y="939317"/>
                  <a:pt x="69191" y="948456"/>
                  <a:pt x="69191" y="959730"/>
                </a:cubicBezTo>
                <a:cubicBezTo>
                  <a:pt x="69191" y="971004"/>
                  <a:pt x="60052" y="980143"/>
                  <a:pt x="48778" y="980143"/>
                </a:cubicBezTo>
                <a:cubicBezTo>
                  <a:pt x="37504" y="980143"/>
                  <a:pt x="28365" y="971004"/>
                  <a:pt x="28365" y="959730"/>
                </a:cubicBezTo>
                <a:cubicBezTo>
                  <a:pt x="28365" y="948456"/>
                  <a:pt x="37504" y="939317"/>
                  <a:pt x="48778" y="939317"/>
                </a:cubicBezTo>
                <a:close/>
                <a:moveTo>
                  <a:pt x="2" y="939317"/>
                </a:moveTo>
                <a:cubicBezTo>
                  <a:pt x="11275" y="939317"/>
                  <a:pt x="20414" y="948456"/>
                  <a:pt x="20414" y="959730"/>
                </a:cubicBezTo>
                <a:cubicBezTo>
                  <a:pt x="20414" y="971004"/>
                  <a:pt x="11275" y="980143"/>
                  <a:pt x="2" y="980143"/>
                </a:cubicBezTo>
                <a:lnTo>
                  <a:pt x="0" y="980142"/>
                </a:lnTo>
                <a:lnTo>
                  <a:pt x="0" y="939318"/>
                </a:lnTo>
                <a:close/>
                <a:moveTo>
                  <a:pt x="487772" y="885231"/>
                </a:moveTo>
                <a:lnTo>
                  <a:pt x="492351" y="886155"/>
                </a:lnTo>
                <a:lnTo>
                  <a:pt x="481971" y="892462"/>
                </a:lnTo>
                <a:lnTo>
                  <a:pt x="470537" y="897969"/>
                </a:lnTo>
                <a:lnTo>
                  <a:pt x="473337" y="891210"/>
                </a:lnTo>
                <a:cubicBezTo>
                  <a:pt x="477032" y="887516"/>
                  <a:pt x="482135" y="885231"/>
                  <a:pt x="487772" y="885231"/>
                </a:cubicBezTo>
                <a:close/>
                <a:moveTo>
                  <a:pt x="438994" y="885231"/>
                </a:moveTo>
                <a:cubicBezTo>
                  <a:pt x="444631" y="885231"/>
                  <a:pt x="449734" y="887516"/>
                  <a:pt x="453429" y="891210"/>
                </a:cubicBezTo>
                <a:lnTo>
                  <a:pt x="458609" y="903716"/>
                </a:lnTo>
                <a:lnTo>
                  <a:pt x="424595" y="920101"/>
                </a:lnTo>
                <a:lnTo>
                  <a:pt x="424560" y="920078"/>
                </a:lnTo>
                <a:cubicBezTo>
                  <a:pt x="420867" y="916384"/>
                  <a:pt x="418582" y="911281"/>
                  <a:pt x="418582" y="905644"/>
                </a:cubicBezTo>
                <a:cubicBezTo>
                  <a:pt x="418582" y="894370"/>
                  <a:pt x="427721" y="885231"/>
                  <a:pt x="438994" y="885231"/>
                </a:cubicBezTo>
                <a:close/>
                <a:moveTo>
                  <a:pt x="390217" y="885231"/>
                </a:moveTo>
                <a:cubicBezTo>
                  <a:pt x="401491" y="885231"/>
                  <a:pt x="410630" y="894370"/>
                  <a:pt x="410630" y="905644"/>
                </a:cubicBezTo>
                <a:cubicBezTo>
                  <a:pt x="410630" y="916917"/>
                  <a:pt x="401491" y="926056"/>
                  <a:pt x="390217" y="926056"/>
                </a:cubicBezTo>
                <a:cubicBezTo>
                  <a:pt x="378944" y="926056"/>
                  <a:pt x="369805" y="916917"/>
                  <a:pt x="369805" y="905644"/>
                </a:cubicBezTo>
                <a:cubicBezTo>
                  <a:pt x="369805" y="894370"/>
                  <a:pt x="378944" y="885231"/>
                  <a:pt x="390217" y="885231"/>
                </a:cubicBezTo>
                <a:close/>
                <a:moveTo>
                  <a:pt x="341440" y="885231"/>
                </a:moveTo>
                <a:cubicBezTo>
                  <a:pt x="352714" y="885231"/>
                  <a:pt x="361853" y="894370"/>
                  <a:pt x="361853" y="905644"/>
                </a:cubicBezTo>
                <a:cubicBezTo>
                  <a:pt x="361853" y="916917"/>
                  <a:pt x="352714" y="926056"/>
                  <a:pt x="341440" y="926056"/>
                </a:cubicBezTo>
                <a:cubicBezTo>
                  <a:pt x="330166" y="926056"/>
                  <a:pt x="321028" y="916917"/>
                  <a:pt x="321028" y="905644"/>
                </a:cubicBezTo>
                <a:cubicBezTo>
                  <a:pt x="321028" y="894370"/>
                  <a:pt x="330166" y="885231"/>
                  <a:pt x="341440" y="885231"/>
                </a:cubicBezTo>
                <a:close/>
                <a:moveTo>
                  <a:pt x="292663" y="885231"/>
                </a:moveTo>
                <a:cubicBezTo>
                  <a:pt x="303937" y="885231"/>
                  <a:pt x="313076" y="894370"/>
                  <a:pt x="313076" y="905644"/>
                </a:cubicBezTo>
                <a:cubicBezTo>
                  <a:pt x="313076" y="916917"/>
                  <a:pt x="303937" y="926056"/>
                  <a:pt x="292663" y="926056"/>
                </a:cubicBezTo>
                <a:cubicBezTo>
                  <a:pt x="281389" y="926056"/>
                  <a:pt x="272251" y="916917"/>
                  <a:pt x="272251" y="905644"/>
                </a:cubicBezTo>
                <a:cubicBezTo>
                  <a:pt x="272251" y="894370"/>
                  <a:pt x="281389" y="885231"/>
                  <a:pt x="292663" y="885231"/>
                </a:cubicBezTo>
                <a:close/>
                <a:moveTo>
                  <a:pt x="243886" y="885231"/>
                </a:moveTo>
                <a:cubicBezTo>
                  <a:pt x="255160" y="885231"/>
                  <a:pt x="264299" y="894370"/>
                  <a:pt x="264299" y="905644"/>
                </a:cubicBezTo>
                <a:cubicBezTo>
                  <a:pt x="264299" y="916917"/>
                  <a:pt x="255160" y="926056"/>
                  <a:pt x="243886" y="926056"/>
                </a:cubicBezTo>
                <a:cubicBezTo>
                  <a:pt x="232612" y="926056"/>
                  <a:pt x="223473" y="916917"/>
                  <a:pt x="223473" y="905644"/>
                </a:cubicBezTo>
                <a:cubicBezTo>
                  <a:pt x="223473" y="894370"/>
                  <a:pt x="232612" y="885231"/>
                  <a:pt x="243886" y="885231"/>
                </a:cubicBezTo>
                <a:close/>
                <a:moveTo>
                  <a:pt x="195109" y="885231"/>
                </a:moveTo>
                <a:cubicBezTo>
                  <a:pt x="206383" y="885231"/>
                  <a:pt x="215522" y="894370"/>
                  <a:pt x="215522" y="905644"/>
                </a:cubicBezTo>
                <a:cubicBezTo>
                  <a:pt x="215522" y="916917"/>
                  <a:pt x="206383" y="926056"/>
                  <a:pt x="195109" y="926056"/>
                </a:cubicBezTo>
                <a:cubicBezTo>
                  <a:pt x="183835" y="926056"/>
                  <a:pt x="174696" y="916917"/>
                  <a:pt x="174696" y="905644"/>
                </a:cubicBezTo>
                <a:cubicBezTo>
                  <a:pt x="174696" y="894370"/>
                  <a:pt x="183835" y="885231"/>
                  <a:pt x="195109" y="885231"/>
                </a:cubicBezTo>
                <a:close/>
                <a:moveTo>
                  <a:pt x="146332" y="885231"/>
                </a:moveTo>
                <a:cubicBezTo>
                  <a:pt x="157606" y="885231"/>
                  <a:pt x="166745" y="894370"/>
                  <a:pt x="166745" y="905644"/>
                </a:cubicBezTo>
                <a:cubicBezTo>
                  <a:pt x="166745" y="916917"/>
                  <a:pt x="157606" y="926056"/>
                  <a:pt x="146332" y="926056"/>
                </a:cubicBezTo>
                <a:cubicBezTo>
                  <a:pt x="135058" y="926056"/>
                  <a:pt x="125919" y="916917"/>
                  <a:pt x="125919" y="905644"/>
                </a:cubicBezTo>
                <a:cubicBezTo>
                  <a:pt x="125919" y="894370"/>
                  <a:pt x="135058" y="885231"/>
                  <a:pt x="146332" y="885231"/>
                </a:cubicBezTo>
                <a:close/>
                <a:moveTo>
                  <a:pt x="97555" y="885231"/>
                </a:moveTo>
                <a:cubicBezTo>
                  <a:pt x="108829" y="885231"/>
                  <a:pt x="117968" y="894370"/>
                  <a:pt x="117968" y="905644"/>
                </a:cubicBezTo>
                <a:cubicBezTo>
                  <a:pt x="117968" y="916917"/>
                  <a:pt x="108829" y="926056"/>
                  <a:pt x="97555" y="926056"/>
                </a:cubicBezTo>
                <a:cubicBezTo>
                  <a:pt x="86281" y="926056"/>
                  <a:pt x="77142" y="916917"/>
                  <a:pt x="77142" y="905644"/>
                </a:cubicBezTo>
                <a:cubicBezTo>
                  <a:pt x="77142" y="894370"/>
                  <a:pt x="86281" y="885231"/>
                  <a:pt x="97555" y="885231"/>
                </a:cubicBezTo>
                <a:close/>
                <a:moveTo>
                  <a:pt x="48778" y="885231"/>
                </a:moveTo>
                <a:cubicBezTo>
                  <a:pt x="60052" y="885231"/>
                  <a:pt x="69191" y="894370"/>
                  <a:pt x="69191" y="905644"/>
                </a:cubicBezTo>
                <a:cubicBezTo>
                  <a:pt x="69191" y="916917"/>
                  <a:pt x="60052" y="926056"/>
                  <a:pt x="48778" y="926056"/>
                </a:cubicBezTo>
                <a:cubicBezTo>
                  <a:pt x="37504" y="926056"/>
                  <a:pt x="28365" y="916917"/>
                  <a:pt x="28365" y="905644"/>
                </a:cubicBezTo>
                <a:cubicBezTo>
                  <a:pt x="28365" y="894370"/>
                  <a:pt x="37504" y="885231"/>
                  <a:pt x="48778" y="885231"/>
                </a:cubicBezTo>
                <a:close/>
                <a:moveTo>
                  <a:pt x="2" y="885231"/>
                </a:moveTo>
                <a:cubicBezTo>
                  <a:pt x="11275" y="885231"/>
                  <a:pt x="20414" y="894370"/>
                  <a:pt x="20414" y="905644"/>
                </a:cubicBezTo>
                <a:cubicBezTo>
                  <a:pt x="20414" y="916917"/>
                  <a:pt x="11275" y="926056"/>
                  <a:pt x="2" y="926056"/>
                </a:cubicBezTo>
                <a:lnTo>
                  <a:pt x="0" y="926055"/>
                </a:lnTo>
                <a:lnTo>
                  <a:pt x="0" y="885232"/>
                </a:lnTo>
                <a:close/>
                <a:moveTo>
                  <a:pt x="577493" y="832726"/>
                </a:moveTo>
                <a:lnTo>
                  <a:pt x="570568" y="837904"/>
                </a:lnTo>
                <a:lnTo>
                  <a:pt x="570892" y="837123"/>
                </a:lnTo>
                <a:cubicBezTo>
                  <a:pt x="572738" y="835276"/>
                  <a:pt x="574938" y="833782"/>
                  <a:pt x="577380" y="832749"/>
                </a:cubicBezTo>
                <a:close/>
                <a:moveTo>
                  <a:pt x="536549" y="831145"/>
                </a:moveTo>
                <a:cubicBezTo>
                  <a:pt x="542186" y="831145"/>
                  <a:pt x="547289" y="833430"/>
                  <a:pt x="550983" y="837123"/>
                </a:cubicBezTo>
                <a:lnTo>
                  <a:pt x="555421" y="847839"/>
                </a:lnTo>
                <a:lnTo>
                  <a:pt x="523739" y="867087"/>
                </a:lnTo>
                <a:lnTo>
                  <a:pt x="522114" y="865992"/>
                </a:lnTo>
                <a:cubicBezTo>
                  <a:pt x="518421" y="862298"/>
                  <a:pt x="516136" y="857194"/>
                  <a:pt x="516136" y="851558"/>
                </a:cubicBezTo>
                <a:cubicBezTo>
                  <a:pt x="516136" y="840284"/>
                  <a:pt x="525275" y="831145"/>
                  <a:pt x="536549" y="831145"/>
                </a:cubicBezTo>
                <a:close/>
                <a:moveTo>
                  <a:pt x="487772" y="831145"/>
                </a:moveTo>
                <a:cubicBezTo>
                  <a:pt x="499045" y="831145"/>
                  <a:pt x="508184" y="840284"/>
                  <a:pt x="508184" y="851558"/>
                </a:cubicBezTo>
                <a:cubicBezTo>
                  <a:pt x="508184" y="862831"/>
                  <a:pt x="499045" y="871970"/>
                  <a:pt x="487772" y="871970"/>
                </a:cubicBezTo>
                <a:cubicBezTo>
                  <a:pt x="476498" y="871970"/>
                  <a:pt x="467359" y="862831"/>
                  <a:pt x="467359" y="851558"/>
                </a:cubicBezTo>
                <a:cubicBezTo>
                  <a:pt x="467359" y="840284"/>
                  <a:pt x="476498" y="831145"/>
                  <a:pt x="487772" y="831145"/>
                </a:cubicBezTo>
                <a:close/>
                <a:moveTo>
                  <a:pt x="438994" y="831145"/>
                </a:moveTo>
                <a:cubicBezTo>
                  <a:pt x="450268" y="831145"/>
                  <a:pt x="459407" y="840284"/>
                  <a:pt x="459407" y="851558"/>
                </a:cubicBezTo>
                <a:cubicBezTo>
                  <a:pt x="459407" y="862831"/>
                  <a:pt x="450268" y="871970"/>
                  <a:pt x="438994" y="871970"/>
                </a:cubicBezTo>
                <a:cubicBezTo>
                  <a:pt x="427721" y="871970"/>
                  <a:pt x="418582" y="862831"/>
                  <a:pt x="418582" y="851558"/>
                </a:cubicBezTo>
                <a:cubicBezTo>
                  <a:pt x="418582" y="840284"/>
                  <a:pt x="427721" y="831145"/>
                  <a:pt x="438994" y="831145"/>
                </a:cubicBezTo>
                <a:close/>
                <a:moveTo>
                  <a:pt x="390217" y="831145"/>
                </a:moveTo>
                <a:cubicBezTo>
                  <a:pt x="401491" y="831145"/>
                  <a:pt x="410630" y="840284"/>
                  <a:pt x="410630" y="851558"/>
                </a:cubicBezTo>
                <a:cubicBezTo>
                  <a:pt x="410630" y="862831"/>
                  <a:pt x="401491" y="871970"/>
                  <a:pt x="390217" y="871970"/>
                </a:cubicBezTo>
                <a:cubicBezTo>
                  <a:pt x="378944" y="871970"/>
                  <a:pt x="369805" y="862831"/>
                  <a:pt x="369805" y="851558"/>
                </a:cubicBezTo>
                <a:cubicBezTo>
                  <a:pt x="369805" y="840284"/>
                  <a:pt x="378944" y="831145"/>
                  <a:pt x="390217" y="831145"/>
                </a:cubicBezTo>
                <a:close/>
                <a:moveTo>
                  <a:pt x="341440" y="831145"/>
                </a:moveTo>
                <a:cubicBezTo>
                  <a:pt x="352714" y="831145"/>
                  <a:pt x="361853" y="840284"/>
                  <a:pt x="361853" y="851558"/>
                </a:cubicBezTo>
                <a:cubicBezTo>
                  <a:pt x="361853" y="862831"/>
                  <a:pt x="352714" y="871970"/>
                  <a:pt x="341440" y="871970"/>
                </a:cubicBezTo>
                <a:cubicBezTo>
                  <a:pt x="330166" y="871970"/>
                  <a:pt x="321028" y="862831"/>
                  <a:pt x="321028" y="851558"/>
                </a:cubicBezTo>
                <a:cubicBezTo>
                  <a:pt x="321028" y="840284"/>
                  <a:pt x="330166" y="831145"/>
                  <a:pt x="341440" y="831145"/>
                </a:cubicBezTo>
                <a:close/>
                <a:moveTo>
                  <a:pt x="292663" y="831145"/>
                </a:moveTo>
                <a:cubicBezTo>
                  <a:pt x="303937" y="831145"/>
                  <a:pt x="313076" y="840284"/>
                  <a:pt x="313076" y="851558"/>
                </a:cubicBezTo>
                <a:cubicBezTo>
                  <a:pt x="313076" y="862831"/>
                  <a:pt x="303937" y="871970"/>
                  <a:pt x="292663" y="871970"/>
                </a:cubicBezTo>
                <a:cubicBezTo>
                  <a:pt x="281389" y="871970"/>
                  <a:pt x="272251" y="862831"/>
                  <a:pt x="272251" y="851558"/>
                </a:cubicBezTo>
                <a:cubicBezTo>
                  <a:pt x="272251" y="840284"/>
                  <a:pt x="281389" y="831145"/>
                  <a:pt x="292663" y="831145"/>
                </a:cubicBezTo>
                <a:close/>
                <a:moveTo>
                  <a:pt x="243886" y="831145"/>
                </a:moveTo>
                <a:cubicBezTo>
                  <a:pt x="255160" y="831145"/>
                  <a:pt x="264299" y="840284"/>
                  <a:pt x="264299" y="851558"/>
                </a:cubicBezTo>
                <a:cubicBezTo>
                  <a:pt x="264299" y="862831"/>
                  <a:pt x="255160" y="871970"/>
                  <a:pt x="243886" y="871970"/>
                </a:cubicBezTo>
                <a:cubicBezTo>
                  <a:pt x="232612" y="871970"/>
                  <a:pt x="223473" y="862831"/>
                  <a:pt x="223473" y="851558"/>
                </a:cubicBezTo>
                <a:cubicBezTo>
                  <a:pt x="223473" y="840284"/>
                  <a:pt x="232612" y="831145"/>
                  <a:pt x="243886" y="831145"/>
                </a:cubicBezTo>
                <a:close/>
                <a:moveTo>
                  <a:pt x="195109" y="831145"/>
                </a:moveTo>
                <a:cubicBezTo>
                  <a:pt x="206383" y="831145"/>
                  <a:pt x="215522" y="840284"/>
                  <a:pt x="215522" y="851558"/>
                </a:cubicBezTo>
                <a:cubicBezTo>
                  <a:pt x="215522" y="862831"/>
                  <a:pt x="206383" y="871970"/>
                  <a:pt x="195109" y="871970"/>
                </a:cubicBezTo>
                <a:cubicBezTo>
                  <a:pt x="183835" y="871970"/>
                  <a:pt x="174696" y="862831"/>
                  <a:pt x="174696" y="851558"/>
                </a:cubicBezTo>
                <a:cubicBezTo>
                  <a:pt x="174696" y="840284"/>
                  <a:pt x="183835" y="831145"/>
                  <a:pt x="195109" y="831145"/>
                </a:cubicBezTo>
                <a:close/>
                <a:moveTo>
                  <a:pt x="146332" y="831145"/>
                </a:moveTo>
                <a:cubicBezTo>
                  <a:pt x="157606" y="831145"/>
                  <a:pt x="166745" y="840284"/>
                  <a:pt x="166745" y="851558"/>
                </a:cubicBezTo>
                <a:cubicBezTo>
                  <a:pt x="166745" y="862831"/>
                  <a:pt x="157606" y="871970"/>
                  <a:pt x="146332" y="871970"/>
                </a:cubicBezTo>
                <a:cubicBezTo>
                  <a:pt x="135058" y="871970"/>
                  <a:pt x="125919" y="862831"/>
                  <a:pt x="125919" y="851558"/>
                </a:cubicBezTo>
                <a:cubicBezTo>
                  <a:pt x="125919" y="840284"/>
                  <a:pt x="135058" y="831145"/>
                  <a:pt x="146332" y="831145"/>
                </a:cubicBezTo>
                <a:close/>
                <a:moveTo>
                  <a:pt x="97555" y="831145"/>
                </a:moveTo>
                <a:cubicBezTo>
                  <a:pt x="108829" y="831145"/>
                  <a:pt x="117968" y="840284"/>
                  <a:pt x="117968" y="851558"/>
                </a:cubicBezTo>
                <a:cubicBezTo>
                  <a:pt x="117968" y="862831"/>
                  <a:pt x="108829" y="871970"/>
                  <a:pt x="97555" y="871970"/>
                </a:cubicBezTo>
                <a:cubicBezTo>
                  <a:pt x="86281" y="871970"/>
                  <a:pt x="77142" y="862831"/>
                  <a:pt x="77142" y="851558"/>
                </a:cubicBezTo>
                <a:cubicBezTo>
                  <a:pt x="77142" y="840284"/>
                  <a:pt x="86281" y="831145"/>
                  <a:pt x="97555" y="831145"/>
                </a:cubicBezTo>
                <a:close/>
                <a:moveTo>
                  <a:pt x="48778" y="831145"/>
                </a:moveTo>
                <a:cubicBezTo>
                  <a:pt x="60052" y="831145"/>
                  <a:pt x="69191" y="840284"/>
                  <a:pt x="69191" y="851558"/>
                </a:cubicBezTo>
                <a:cubicBezTo>
                  <a:pt x="69191" y="862831"/>
                  <a:pt x="60052" y="871970"/>
                  <a:pt x="48778" y="871970"/>
                </a:cubicBezTo>
                <a:cubicBezTo>
                  <a:pt x="37504" y="871970"/>
                  <a:pt x="28365" y="862831"/>
                  <a:pt x="28365" y="851558"/>
                </a:cubicBezTo>
                <a:cubicBezTo>
                  <a:pt x="28365" y="840284"/>
                  <a:pt x="37504" y="831145"/>
                  <a:pt x="48778" y="831145"/>
                </a:cubicBezTo>
                <a:close/>
                <a:moveTo>
                  <a:pt x="2" y="831145"/>
                </a:moveTo>
                <a:cubicBezTo>
                  <a:pt x="11275" y="831145"/>
                  <a:pt x="20414" y="840284"/>
                  <a:pt x="20414" y="851558"/>
                </a:cubicBezTo>
                <a:cubicBezTo>
                  <a:pt x="20414" y="862831"/>
                  <a:pt x="11275" y="871970"/>
                  <a:pt x="2" y="871970"/>
                </a:cubicBezTo>
                <a:lnTo>
                  <a:pt x="0" y="871969"/>
                </a:lnTo>
                <a:lnTo>
                  <a:pt x="0" y="831146"/>
                </a:lnTo>
                <a:close/>
                <a:moveTo>
                  <a:pt x="634103" y="777059"/>
                </a:moveTo>
                <a:cubicBezTo>
                  <a:pt x="636921" y="777059"/>
                  <a:pt x="639606" y="777630"/>
                  <a:pt x="642049" y="778663"/>
                </a:cubicBezTo>
                <a:lnTo>
                  <a:pt x="645821" y="781206"/>
                </a:lnTo>
                <a:lnTo>
                  <a:pt x="643181" y="783605"/>
                </a:lnTo>
                <a:lnTo>
                  <a:pt x="616279" y="803722"/>
                </a:lnTo>
                <a:lnTo>
                  <a:pt x="613690" y="797471"/>
                </a:lnTo>
                <a:cubicBezTo>
                  <a:pt x="613690" y="786198"/>
                  <a:pt x="622829" y="777059"/>
                  <a:pt x="634103" y="777059"/>
                </a:cubicBezTo>
                <a:close/>
                <a:moveTo>
                  <a:pt x="585326" y="777059"/>
                </a:moveTo>
                <a:cubicBezTo>
                  <a:pt x="596599" y="777059"/>
                  <a:pt x="605738" y="786198"/>
                  <a:pt x="605738" y="797471"/>
                </a:cubicBezTo>
                <a:cubicBezTo>
                  <a:pt x="605738" y="808745"/>
                  <a:pt x="596599" y="817884"/>
                  <a:pt x="585326" y="817884"/>
                </a:cubicBezTo>
                <a:cubicBezTo>
                  <a:pt x="574052" y="817884"/>
                  <a:pt x="564913" y="808745"/>
                  <a:pt x="564913" y="797471"/>
                </a:cubicBezTo>
                <a:cubicBezTo>
                  <a:pt x="564913" y="786198"/>
                  <a:pt x="574052" y="777059"/>
                  <a:pt x="585326" y="777059"/>
                </a:cubicBezTo>
                <a:close/>
                <a:moveTo>
                  <a:pt x="536549" y="777059"/>
                </a:moveTo>
                <a:cubicBezTo>
                  <a:pt x="547822" y="777059"/>
                  <a:pt x="556961" y="786198"/>
                  <a:pt x="556961" y="797471"/>
                </a:cubicBezTo>
                <a:cubicBezTo>
                  <a:pt x="556961" y="808745"/>
                  <a:pt x="547822" y="817884"/>
                  <a:pt x="536549" y="817884"/>
                </a:cubicBezTo>
                <a:cubicBezTo>
                  <a:pt x="525275" y="817884"/>
                  <a:pt x="516136" y="808745"/>
                  <a:pt x="516136" y="797471"/>
                </a:cubicBezTo>
                <a:cubicBezTo>
                  <a:pt x="516136" y="786198"/>
                  <a:pt x="525275" y="777059"/>
                  <a:pt x="536549" y="777059"/>
                </a:cubicBezTo>
                <a:close/>
                <a:moveTo>
                  <a:pt x="487772" y="777059"/>
                </a:moveTo>
                <a:cubicBezTo>
                  <a:pt x="499045" y="777059"/>
                  <a:pt x="508184" y="786198"/>
                  <a:pt x="508184" y="797471"/>
                </a:cubicBezTo>
                <a:cubicBezTo>
                  <a:pt x="508184" y="808745"/>
                  <a:pt x="499045" y="817884"/>
                  <a:pt x="487772" y="817884"/>
                </a:cubicBezTo>
                <a:cubicBezTo>
                  <a:pt x="476498" y="817884"/>
                  <a:pt x="467359" y="808745"/>
                  <a:pt x="467359" y="797471"/>
                </a:cubicBezTo>
                <a:cubicBezTo>
                  <a:pt x="467359" y="786198"/>
                  <a:pt x="476498" y="777059"/>
                  <a:pt x="487772" y="777059"/>
                </a:cubicBezTo>
                <a:close/>
                <a:moveTo>
                  <a:pt x="438994" y="777059"/>
                </a:moveTo>
                <a:cubicBezTo>
                  <a:pt x="450268" y="777059"/>
                  <a:pt x="459407" y="786198"/>
                  <a:pt x="459407" y="797471"/>
                </a:cubicBezTo>
                <a:cubicBezTo>
                  <a:pt x="459407" y="808745"/>
                  <a:pt x="450268" y="817884"/>
                  <a:pt x="438994" y="817884"/>
                </a:cubicBezTo>
                <a:cubicBezTo>
                  <a:pt x="427721" y="817884"/>
                  <a:pt x="418582" y="808745"/>
                  <a:pt x="418582" y="797471"/>
                </a:cubicBezTo>
                <a:cubicBezTo>
                  <a:pt x="418582" y="786198"/>
                  <a:pt x="427721" y="777059"/>
                  <a:pt x="438994" y="777059"/>
                </a:cubicBezTo>
                <a:close/>
                <a:moveTo>
                  <a:pt x="390217" y="777059"/>
                </a:moveTo>
                <a:cubicBezTo>
                  <a:pt x="401491" y="777059"/>
                  <a:pt x="410630" y="786198"/>
                  <a:pt x="410630" y="797471"/>
                </a:cubicBezTo>
                <a:cubicBezTo>
                  <a:pt x="410630" y="808745"/>
                  <a:pt x="401491" y="817884"/>
                  <a:pt x="390217" y="817884"/>
                </a:cubicBezTo>
                <a:cubicBezTo>
                  <a:pt x="378944" y="817884"/>
                  <a:pt x="369805" y="808745"/>
                  <a:pt x="369805" y="797471"/>
                </a:cubicBezTo>
                <a:cubicBezTo>
                  <a:pt x="369805" y="786198"/>
                  <a:pt x="378944" y="777059"/>
                  <a:pt x="390217" y="777059"/>
                </a:cubicBezTo>
                <a:close/>
                <a:moveTo>
                  <a:pt x="341440" y="777059"/>
                </a:moveTo>
                <a:cubicBezTo>
                  <a:pt x="352714" y="777059"/>
                  <a:pt x="361853" y="786198"/>
                  <a:pt x="361853" y="797471"/>
                </a:cubicBezTo>
                <a:cubicBezTo>
                  <a:pt x="361853" y="808745"/>
                  <a:pt x="352714" y="817884"/>
                  <a:pt x="341440" y="817884"/>
                </a:cubicBezTo>
                <a:cubicBezTo>
                  <a:pt x="330166" y="817884"/>
                  <a:pt x="321028" y="808745"/>
                  <a:pt x="321028" y="797471"/>
                </a:cubicBezTo>
                <a:cubicBezTo>
                  <a:pt x="321028" y="786198"/>
                  <a:pt x="330166" y="777059"/>
                  <a:pt x="341440" y="777059"/>
                </a:cubicBezTo>
                <a:close/>
                <a:moveTo>
                  <a:pt x="292663" y="777059"/>
                </a:moveTo>
                <a:cubicBezTo>
                  <a:pt x="303937" y="777059"/>
                  <a:pt x="313076" y="786198"/>
                  <a:pt x="313076" y="797471"/>
                </a:cubicBezTo>
                <a:cubicBezTo>
                  <a:pt x="313076" y="808745"/>
                  <a:pt x="303937" y="817884"/>
                  <a:pt x="292663" y="817884"/>
                </a:cubicBezTo>
                <a:cubicBezTo>
                  <a:pt x="281389" y="817884"/>
                  <a:pt x="272251" y="808745"/>
                  <a:pt x="272251" y="797471"/>
                </a:cubicBezTo>
                <a:cubicBezTo>
                  <a:pt x="272251" y="786198"/>
                  <a:pt x="281389" y="777059"/>
                  <a:pt x="292663" y="777059"/>
                </a:cubicBezTo>
                <a:close/>
                <a:moveTo>
                  <a:pt x="243886" y="777059"/>
                </a:moveTo>
                <a:cubicBezTo>
                  <a:pt x="255160" y="777059"/>
                  <a:pt x="264299" y="786198"/>
                  <a:pt x="264299" y="797471"/>
                </a:cubicBezTo>
                <a:cubicBezTo>
                  <a:pt x="264299" y="808745"/>
                  <a:pt x="255160" y="817884"/>
                  <a:pt x="243886" y="817884"/>
                </a:cubicBezTo>
                <a:cubicBezTo>
                  <a:pt x="232612" y="817884"/>
                  <a:pt x="223473" y="808745"/>
                  <a:pt x="223473" y="797471"/>
                </a:cubicBezTo>
                <a:cubicBezTo>
                  <a:pt x="223473" y="786198"/>
                  <a:pt x="232612" y="777059"/>
                  <a:pt x="243886" y="777059"/>
                </a:cubicBezTo>
                <a:close/>
                <a:moveTo>
                  <a:pt x="195109" y="777059"/>
                </a:moveTo>
                <a:cubicBezTo>
                  <a:pt x="206383" y="777059"/>
                  <a:pt x="215522" y="786198"/>
                  <a:pt x="215522" y="797471"/>
                </a:cubicBezTo>
                <a:cubicBezTo>
                  <a:pt x="215522" y="808745"/>
                  <a:pt x="206383" y="817884"/>
                  <a:pt x="195109" y="817884"/>
                </a:cubicBezTo>
                <a:cubicBezTo>
                  <a:pt x="183835" y="817884"/>
                  <a:pt x="174696" y="808745"/>
                  <a:pt x="174696" y="797471"/>
                </a:cubicBezTo>
                <a:cubicBezTo>
                  <a:pt x="174696" y="786198"/>
                  <a:pt x="183835" y="777059"/>
                  <a:pt x="195109" y="777059"/>
                </a:cubicBezTo>
                <a:close/>
                <a:moveTo>
                  <a:pt x="146332" y="777059"/>
                </a:moveTo>
                <a:cubicBezTo>
                  <a:pt x="157606" y="777059"/>
                  <a:pt x="166745" y="786198"/>
                  <a:pt x="166745" y="797471"/>
                </a:cubicBezTo>
                <a:cubicBezTo>
                  <a:pt x="166745" y="808745"/>
                  <a:pt x="157606" y="817884"/>
                  <a:pt x="146332" y="817884"/>
                </a:cubicBezTo>
                <a:cubicBezTo>
                  <a:pt x="135058" y="817884"/>
                  <a:pt x="125919" y="808745"/>
                  <a:pt x="125919" y="797471"/>
                </a:cubicBezTo>
                <a:cubicBezTo>
                  <a:pt x="125919" y="786198"/>
                  <a:pt x="135058" y="777059"/>
                  <a:pt x="146332" y="777059"/>
                </a:cubicBezTo>
                <a:close/>
                <a:moveTo>
                  <a:pt x="97555" y="777059"/>
                </a:moveTo>
                <a:cubicBezTo>
                  <a:pt x="108829" y="777059"/>
                  <a:pt x="117968" y="786198"/>
                  <a:pt x="117968" y="797471"/>
                </a:cubicBezTo>
                <a:cubicBezTo>
                  <a:pt x="117968" y="808745"/>
                  <a:pt x="108829" y="817884"/>
                  <a:pt x="97555" y="817884"/>
                </a:cubicBezTo>
                <a:cubicBezTo>
                  <a:pt x="86281" y="817884"/>
                  <a:pt x="77142" y="808745"/>
                  <a:pt x="77142" y="797471"/>
                </a:cubicBezTo>
                <a:cubicBezTo>
                  <a:pt x="77142" y="786198"/>
                  <a:pt x="86281" y="777059"/>
                  <a:pt x="97555" y="777059"/>
                </a:cubicBezTo>
                <a:close/>
                <a:moveTo>
                  <a:pt x="48778" y="777059"/>
                </a:moveTo>
                <a:cubicBezTo>
                  <a:pt x="60052" y="777059"/>
                  <a:pt x="69191" y="786198"/>
                  <a:pt x="69191" y="797471"/>
                </a:cubicBezTo>
                <a:cubicBezTo>
                  <a:pt x="69191" y="808745"/>
                  <a:pt x="60052" y="817884"/>
                  <a:pt x="48778" y="817884"/>
                </a:cubicBezTo>
                <a:cubicBezTo>
                  <a:pt x="37504" y="817884"/>
                  <a:pt x="28365" y="808745"/>
                  <a:pt x="28365" y="797471"/>
                </a:cubicBezTo>
                <a:cubicBezTo>
                  <a:pt x="28365" y="786198"/>
                  <a:pt x="37504" y="777059"/>
                  <a:pt x="48778" y="777059"/>
                </a:cubicBezTo>
                <a:close/>
                <a:moveTo>
                  <a:pt x="2" y="777059"/>
                </a:moveTo>
                <a:cubicBezTo>
                  <a:pt x="11275" y="777059"/>
                  <a:pt x="20414" y="786198"/>
                  <a:pt x="20414" y="797471"/>
                </a:cubicBezTo>
                <a:cubicBezTo>
                  <a:pt x="20414" y="808745"/>
                  <a:pt x="11275" y="817884"/>
                  <a:pt x="2" y="817884"/>
                </a:cubicBezTo>
                <a:lnTo>
                  <a:pt x="0" y="817883"/>
                </a:lnTo>
                <a:lnTo>
                  <a:pt x="0" y="777060"/>
                </a:lnTo>
                <a:close/>
                <a:moveTo>
                  <a:pt x="682880" y="722972"/>
                </a:moveTo>
                <a:cubicBezTo>
                  <a:pt x="688517" y="722972"/>
                  <a:pt x="693620" y="725257"/>
                  <a:pt x="697314" y="728951"/>
                </a:cubicBezTo>
                <a:lnTo>
                  <a:pt x="698955" y="732914"/>
                </a:lnTo>
                <a:lnTo>
                  <a:pt x="670229" y="759022"/>
                </a:lnTo>
                <a:lnTo>
                  <a:pt x="668446" y="757819"/>
                </a:lnTo>
                <a:cubicBezTo>
                  <a:pt x="664752" y="754125"/>
                  <a:pt x="662467" y="749022"/>
                  <a:pt x="662467" y="743385"/>
                </a:cubicBezTo>
                <a:cubicBezTo>
                  <a:pt x="662467" y="732111"/>
                  <a:pt x="671606" y="722972"/>
                  <a:pt x="682880" y="722972"/>
                </a:cubicBezTo>
                <a:close/>
                <a:moveTo>
                  <a:pt x="634103" y="722972"/>
                </a:moveTo>
                <a:cubicBezTo>
                  <a:pt x="645377" y="722972"/>
                  <a:pt x="654516" y="732111"/>
                  <a:pt x="654516" y="743385"/>
                </a:cubicBezTo>
                <a:cubicBezTo>
                  <a:pt x="654516" y="754659"/>
                  <a:pt x="645377" y="763798"/>
                  <a:pt x="634103" y="763798"/>
                </a:cubicBezTo>
                <a:cubicBezTo>
                  <a:pt x="622829" y="763798"/>
                  <a:pt x="613690" y="754659"/>
                  <a:pt x="613690" y="743385"/>
                </a:cubicBezTo>
                <a:cubicBezTo>
                  <a:pt x="613690" y="732111"/>
                  <a:pt x="622829" y="722972"/>
                  <a:pt x="634103" y="722972"/>
                </a:cubicBezTo>
                <a:close/>
                <a:moveTo>
                  <a:pt x="585326" y="722972"/>
                </a:moveTo>
                <a:cubicBezTo>
                  <a:pt x="596599" y="722972"/>
                  <a:pt x="605738" y="732111"/>
                  <a:pt x="605738" y="743385"/>
                </a:cubicBezTo>
                <a:cubicBezTo>
                  <a:pt x="605738" y="754659"/>
                  <a:pt x="596599" y="763798"/>
                  <a:pt x="585326" y="763798"/>
                </a:cubicBezTo>
                <a:cubicBezTo>
                  <a:pt x="574052" y="763798"/>
                  <a:pt x="564913" y="754659"/>
                  <a:pt x="564913" y="743385"/>
                </a:cubicBezTo>
                <a:cubicBezTo>
                  <a:pt x="564913" y="732111"/>
                  <a:pt x="574052" y="722972"/>
                  <a:pt x="585326" y="722972"/>
                </a:cubicBezTo>
                <a:close/>
                <a:moveTo>
                  <a:pt x="536549" y="722972"/>
                </a:moveTo>
                <a:cubicBezTo>
                  <a:pt x="547822" y="722972"/>
                  <a:pt x="556961" y="732111"/>
                  <a:pt x="556961" y="743385"/>
                </a:cubicBezTo>
                <a:cubicBezTo>
                  <a:pt x="556961" y="754659"/>
                  <a:pt x="547822" y="763798"/>
                  <a:pt x="536549" y="763798"/>
                </a:cubicBezTo>
                <a:cubicBezTo>
                  <a:pt x="525275" y="763798"/>
                  <a:pt x="516136" y="754659"/>
                  <a:pt x="516136" y="743385"/>
                </a:cubicBezTo>
                <a:cubicBezTo>
                  <a:pt x="516136" y="732111"/>
                  <a:pt x="525275" y="722972"/>
                  <a:pt x="536549" y="722972"/>
                </a:cubicBezTo>
                <a:close/>
                <a:moveTo>
                  <a:pt x="487772" y="722972"/>
                </a:moveTo>
                <a:cubicBezTo>
                  <a:pt x="499045" y="722972"/>
                  <a:pt x="508184" y="732111"/>
                  <a:pt x="508184" y="743385"/>
                </a:cubicBezTo>
                <a:cubicBezTo>
                  <a:pt x="508184" y="754659"/>
                  <a:pt x="499045" y="763798"/>
                  <a:pt x="487772" y="763798"/>
                </a:cubicBezTo>
                <a:cubicBezTo>
                  <a:pt x="476498" y="763798"/>
                  <a:pt x="467359" y="754659"/>
                  <a:pt x="467359" y="743385"/>
                </a:cubicBezTo>
                <a:cubicBezTo>
                  <a:pt x="467359" y="732111"/>
                  <a:pt x="476498" y="722972"/>
                  <a:pt x="487772" y="722972"/>
                </a:cubicBezTo>
                <a:close/>
                <a:moveTo>
                  <a:pt x="438994" y="722972"/>
                </a:moveTo>
                <a:cubicBezTo>
                  <a:pt x="450268" y="722972"/>
                  <a:pt x="459407" y="732111"/>
                  <a:pt x="459407" y="743385"/>
                </a:cubicBezTo>
                <a:cubicBezTo>
                  <a:pt x="459407" y="754659"/>
                  <a:pt x="450268" y="763798"/>
                  <a:pt x="438994" y="763798"/>
                </a:cubicBezTo>
                <a:cubicBezTo>
                  <a:pt x="427721" y="763798"/>
                  <a:pt x="418582" y="754659"/>
                  <a:pt x="418582" y="743385"/>
                </a:cubicBezTo>
                <a:cubicBezTo>
                  <a:pt x="418582" y="732111"/>
                  <a:pt x="427721" y="722972"/>
                  <a:pt x="438994" y="722972"/>
                </a:cubicBezTo>
                <a:close/>
                <a:moveTo>
                  <a:pt x="390217" y="722972"/>
                </a:moveTo>
                <a:cubicBezTo>
                  <a:pt x="401491" y="722972"/>
                  <a:pt x="410630" y="732111"/>
                  <a:pt x="410630" y="743385"/>
                </a:cubicBezTo>
                <a:cubicBezTo>
                  <a:pt x="410630" y="754659"/>
                  <a:pt x="401491" y="763798"/>
                  <a:pt x="390217" y="763798"/>
                </a:cubicBezTo>
                <a:cubicBezTo>
                  <a:pt x="378944" y="763798"/>
                  <a:pt x="369805" y="754659"/>
                  <a:pt x="369805" y="743385"/>
                </a:cubicBezTo>
                <a:cubicBezTo>
                  <a:pt x="369805" y="732111"/>
                  <a:pt x="378944" y="722972"/>
                  <a:pt x="390217" y="722972"/>
                </a:cubicBezTo>
                <a:close/>
                <a:moveTo>
                  <a:pt x="341440" y="722972"/>
                </a:moveTo>
                <a:cubicBezTo>
                  <a:pt x="352714" y="722972"/>
                  <a:pt x="361853" y="732111"/>
                  <a:pt x="361853" y="743385"/>
                </a:cubicBezTo>
                <a:cubicBezTo>
                  <a:pt x="361853" y="754659"/>
                  <a:pt x="352714" y="763798"/>
                  <a:pt x="341440" y="763798"/>
                </a:cubicBezTo>
                <a:cubicBezTo>
                  <a:pt x="330166" y="763798"/>
                  <a:pt x="321028" y="754659"/>
                  <a:pt x="321028" y="743385"/>
                </a:cubicBezTo>
                <a:cubicBezTo>
                  <a:pt x="321028" y="732111"/>
                  <a:pt x="330166" y="722972"/>
                  <a:pt x="341440" y="722972"/>
                </a:cubicBezTo>
                <a:close/>
                <a:moveTo>
                  <a:pt x="292663" y="722972"/>
                </a:moveTo>
                <a:cubicBezTo>
                  <a:pt x="303937" y="722972"/>
                  <a:pt x="313076" y="732111"/>
                  <a:pt x="313076" y="743385"/>
                </a:cubicBezTo>
                <a:cubicBezTo>
                  <a:pt x="313076" y="754659"/>
                  <a:pt x="303937" y="763798"/>
                  <a:pt x="292663" y="763798"/>
                </a:cubicBezTo>
                <a:cubicBezTo>
                  <a:pt x="281389" y="763798"/>
                  <a:pt x="272251" y="754659"/>
                  <a:pt x="272251" y="743385"/>
                </a:cubicBezTo>
                <a:cubicBezTo>
                  <a:pt x="272251" y="732111"/>
                  <a:pt x="281389" y="722972"/>
                  <a:pt x="292663" y="722972"/>
                </a:cubicBezTo>
                <a:close/>
                <a:moveTo>
                  <a:pt x="243886" y="722972"/>
                </a:moveTo>
                <a:cubicBezTo>
                  <a:pt x="255160" y="722972"/>
                  <a:pt x="264299" y="732111"/>
                  <a:pt x="264299" y="743385"/>
                </a:cubicBezTo>
                <a:cubicBezTo>
                  <a:pt x="264299" y="754659"/>
                  <a:pt x="255160" y="763798"/>
                  <a:pt x="243886" y="763798"/>
                </a:cubicBezTo>
                <a:cubicBezTo>
                  <a:pt x="232612" y="763798"/>
                  <a:pt x="223473" y="754659"/>
                  <a:pt x="223473" y="743385"/>
                </a:cubicBezTo>
                <a:cubicBezTo>
                  <a:pt x="223473" y="732111"/>
                  <a:pt x="232612" y="722972"/>
                  <a:pt x="243886" y="722972"/>
                </a:cubicBezTo>
                <a:close/>
                <a:moveTo>
                  <a:pt x="195109" y="722972"/>
                </a:moveTo>
                <a:cubicBezTo>
                  <a:pt x="206383" y="722972"/>
                  <a:pt x="215522" y="732111"/>
                  <a:pt x="215522" y="743385"/>
                </a:cubicBezTo>
                <a:cubicBezTo>
                  <a:pt x="215522" y="754659"/>
                  <a:pt x="206383" y="763798"/>
                  <a:pt x="195109" y="763798"/>
                </a:cubicBezTo>
                <a:cubicBezTo>
                  <a:pt x="183835" y="763798"/>
                  <a:pt x="174696" y="754659"/>
                  <a:pt x="174696" y="743385"/>
                </a:cubicBezTo>
                <a:cubicBezTo>
                  <a:pt x="174696" y="732111"/>
                  <a:pt x="183835" y="722972"/>
                  <a:pt x="195109" y="722972"/>
                </a:cubicBezTo>
                <a:close/>
                <a:moveTo>
                  <a:pt x="146332" y="722972"/>
                </a:moveTo>
                <a:cubicBezTo>
                  <a:pt x="157606" y="722972"/>
                  <a:pt x="166745" y="732111"/>
                  <a:pt x="166745" y="743385"/>
                </a:cubicBezTo>
                <a:cubicBezTo>
                  <a:pt x="166745" y="754659"/>
                  <a:pt x="157606" y="763798"/>
                  <a:pt x="146332" y="763798"/>
                </a:cubicBezTo>
                <a:cubicBezTo>
                  <a:pt x="135058" y="763798"/>
                  <a:pt x="125919" y="754659"/>
                  <a:pt x="125919" y="743385"/>
                </a:cubicBezTo>
                <a:cubicBezTo>
                  <a:pt x="125919" y="732111"/>
                  <a:pt x="135058" y="722972"/>
                  <a:pt x="146332" y="722972"/>
                </a:cubicBezTo>
                <a:close/>
                <a:moveTo>
                  <a:pt x="97555" y="722972"/>
                </a:moveTo>
                <a:cubicBezTo>
                  <a:pt x="108829" y="722972"/>
                  <a:pt x="117968" y="732111"/>
                  <a:pt x="117968" y="743385"/>
                </a:cubicBezTo>
                <a:cubicBezTo>
                  <a:pt x="117968" y="754659"/>
                  <a:pt x="108829" y="763798"/>
                  <a:pt x="97555" y="763798"/>
                </a:cubicBezTo>
                <a:cubicBezTo>
                  <a:pt x="86281" y="763798"/>
                  <a:pt x="77142" y="754659"/>
                  <a:pt x="77142" y="743385"/>
                </a:cubicBezTo>
                <a:cubicBezTo>
                  <a:pt x="77142" y="732111"/>
                  <a:pt x="86281" y="722972"/>
                  <a:pt x="97555" y="722972"/>
                </a:cubicBezTo>
                <a:close/>
                <a:moveTo>
                  <a:pt x="48778" y="722972"/>
                </a:moveTo>
                <a:cubicBezTo>
                  <a:pt x="60052" y="722972"/>
                  <a:pt x="69191" y="732111"/>
                  <a:pt x="69191" y="743385"/>
                </a:cubicBezTo>
                <a:cubicBezTo>
                  <a:pt x="69191" y="754659"/>
                  <a:pt x="60052" y="763798"/>
                  <a:pt x="48778" y="763798"/>
                </a:cubicBezTo>
                <a:cubicBezTo>
                  <a:pt x="37504" y="763798"/>
                  <a:pt x="28365" y="754659"/>
                  <a:pt x="28365" y="743385"/>
                </a:cubicBezTo>
                <a:cubicBezTo>
                  <a:pt x="28365" y="732111"/>
                  <a:pt x="37504" y="722972"/>
                  <a:pt x="48778" y="722972"/>
                </a:cubicBezTo>
                <a:close/>
                <a:moveTo>
                  <a:pt x="2" y="722972"/>
                </a:moveTo>
                <a:cubicBezTo>
                  <a:pt x="11275" y="722972"/>
                  <a:pt x="20414" y="732111"/>
                  <a:pt x="20414" y="743385"/>
                </a:cubicBezTo>
                <a:cubicBezTo>
                  <a:pt x="20414" y="754659"/>
                  <a:pt x="11275" y="763798"/>
                  <a:pt x="2" y="763798"/>
                </a:cubicBezTo>
                <a:lnTo>
                  <a:pt x="0" y="763797"/>
                </a:lnTo>
                <a:lnTo>
                  <a:pt x="0" y="722973"/>
                </a:lnTo>
                <a:close/>
                <a:moveTo>
                  <a:pt x="731657" y="668886"/>
                </a:moveTo>
                <a:cubicBezTo>
                  <a:pt x="737294" y="668886"/>
                  <a:pt x="742397" y="671171"/>
                  <a:pt x="746091" y="674865"/>
                </a:cubicBezTo>
                <a:lnTo>
                  <a:pt x="748725" y="681223"/>
                </a:lnTo>
                <a:lnTo>
                  <a:pt x="724200" y="708206"/>
                </a:lnTo>
                <a:lnTo>
                  <a:pt x="723711" y="708108"/>
                </a:lnTo>
                <a:cubicBezTo>
                  <a:pt x="716385" y="705009"/>
                  <a:pt x="711244" y="697754"/>
                  <a:pt x="711244" y="689299"/>
                </a:cubicBezTo>
                <a:cubicBezTo>
                  <a:pt x="711244" y="678025"/>
                  <a:pt x="720383" y="668886"/>
                  <a:pt x="731657" y="668886"/>
                </a:cubicBezTo>
                <a:close/>
                <a:moveTo>
                  <a:pt x="682880" y="668886"/>
                </a:moveTo>
                <a:cubicBezTo>
                  <a:pt x="694153" y="668886"/>
                  <a:pt x="703293" y="678025"/>
                  <a:pt x="703293" y="689299"/>
                </a:cubicBezTo>
                <a:cubicBezTo>
                  <a:pt x="703293" y="700573"/>
                  <a:pt x="694153" y="709712"/>
                  <a:pt x="682880" y="709712"/>
                </a:cubicBezTo>
                <a:cubicBezTo>
                  <a:pt x="671606" y="709712"/>
                  <a:pt x="662467" y="700573"/>
                  <a:pt x="662467" y="689299"/>
                </a:cubicBezTo>
                <a:cubicBezTo>
                  <a:pt x="662467" y="678025"/>
                  <a:pt x="671606" y="668886"/>
                  <a:pt x="682880" y="668886"/>
                </a:cubicBezTo>
                <a:close/>
                <a:moveTo>
                  <a:pt x="634103" y="668886"/>
                </a:moveTo>
                <a:cubicBezTo>
                  <a:pt x="645377" y="668886"/>
                  <a:pt x="654516" y="678025"/>
                  <a:pt x="654516" y="689299"/>
                </a:cubicBezTo>
                <a:cubicBezTo>
                  <a:pt x="654516" y="700573"/>
                  <a:pt x="645377" y="709712"/>
                  <a:pt x="634103" y="709712"/>
                </a:cubicBezTo>
                <a:cubicBezTo>
                  <a:pt x="622829" y="709712"/>
                  <a:pt x="613690" y="700573"/>
                  <a:pt x="613690" y="689299"/>
                </a:cubicBezTo>
                <a:cubicBezTo>
                  <a:pt x="613690" y="678025"/>
                  <a:pt x="622829" y="668886"/>
                  <a:pt x="634103" y="668886"/>
                </a:cubicBezTo>
                <a:close/>
                <a:moveTo>
                  <a:pt x="585326" y="668886"/>
                </a:moveTo>
                <a:cubicBezTo>
                  <a:pt x="596599" y="668886"/>
                  <a:pt x="605738" y="678025"/>
                  <a:pt x="605738" y="689299"/>
                </a:cubicBezTo>
                <a:cubicBezTo>
                  <a:pt x="605738" y="700573"/>
                  <a:pt x="596599" y="709712"/>
                  <a:pt x="585326" y="709712"/>
                </a:cubicBezTo>
                <a:cubicBezTo>
                  <a:pt x="574052" y="709712"/>
                  <a:pt x="564913" y="700573"/>
                  <a:pt x="564913" y="689299"/>
                </a:cubicBezTo>
                <a:cubicBezTo>
                  <a:pt x="564913" y="678025"/>
                  <a:pt x="574052" y="668886"/>
                  <a:pt x="585326" y="668886"/>
                </a:cubicBezTo>
                <a:close/>
                <a:moveTo>
                  <a:pt x="536549" y="668886"/>
                </a:moveTo>
                <a:cubicBezTo>
                  <a:pt x="547822" y="668886"/>
                  <a:pt x="556961" y="678025"/>
                  <a:pt x="556961" y="689299"/>
                </a:cubicBezTo>
                <a:cubicBezTo>
                  <a:pt x="556961" y="700573"/>
                  <a:pt x="547822" y="709712"/>
                  <a:pt x="536549" y="709712"/>
                </a:cubicBezTo>
                <a:cubicBezTo>
                  <a:pt x="525275" y="709712"/>
                  <a:pt x="516136" y="700573"/>
                  <a:pt x="516136" y="689299"/>
                </a:cubicBezTo>
                <a:cubicBezTo>
                  <a:pt x="516136" y="678025"/>
                  <a:pt x="525275" y="668886"/>
                  <a:pt x="536549" y="668886"/>
                </a:cubicBezTo>
                <a:close/>
                <a:moveTo>
                  <a:pt x="487772" y="668886"/>
                </a:moveTo>
                <a:cubicBezTo>
                  <a:pt x="499045" y="668886"/>
                  <a:pt x="508184" y="678025"/>
                  <a:pt x="508184" y="689299"/>
                </a:cubicBezTo>
                <a:cubicBezTo>
                  <a:pt x="508184" y="700573"/>
                  <a:pt x="499045" y="709712"/>
                  <a:pt x="487772" y="709712"/>
                </a:cubicBezTo>
                <a:cubicBezTo>
                  <a:pt x="476498" y="709712"/>
                  <a:pt x="467359" y="700573"/>
                  <a:pt x="467359" y="689299"/>
                </a:cubicBezTo>
                <a:cubicBezTo>
                  <a:pt x="467359" y="678025"/>
                  <a:pt x="476498" y="668886"/>
                  <a:pt x="487772" y="668886"/>
                </a:cubicBezTo>
                <a:close/>
                <a:moveTo>
                  <a:pt x="438994" y="668886"/>
                </a:moveTo>
                <a:cubicBezTo>
                  <a:pt x="450268" y="668886"/>
                  <a:pt x="459407" y="678025"/>
                  <a:pt x="459407" y="689299"/>
                </a:cubicBezTo>
                <a:cubicBezTo>
                  <a:pt x="459407" y="700573"/>
                  <a:pt x="450268" y="709712"/>
                  <a:pt x="438994" y="709712"/>
                </a:cubicBezTo>
                <a:cubicBezTo>
                  <a:pt x="427721" y="709712"/>
                  <a:pt x="418582" y="700573"/>
                  <a:pt x="418582" y="689299"/>
                </a:cubicBezTo>
                <a:cubicBezTo>
                  <a:pt x="418582" y="678025"/>
                  <a:pt x="427721" y="668886"/>
                  <a:pt x="438994" y="668886"/>
                </a:cubicBezTo>
                <a:close/>
                <a:moveTo>
                  <a:pt x="390217" y="668886"/>
                </a:moveTo>
                <a:cubicBezTo>
                  <a:pt x="401491" y="668886"/>
                  <a:pt x="410630" y="678025"/>
                  <a:pt x="410630" y="689299"/>
                </a:cubicBezTo>
                <a:cubicBezTo>
                  <a:pt x="410630" y="700573"/>
                  <a:pt x="401491" y="709712"/>
                  <a:pt x="390217" y="709712"/>
                </a:cubicBezTo>
                <a:cubicBezTo>
                  <a:pt x="378944" y="709712"/>
                  <a:pt x="369805" y="700573"/>
                  <a:pt x="369805" y="689299"/>
                </a:cubicBezTo>
                <a:cubicBezTo>
                  <a:pt x="369805" y="678025"/>
                  <a:pt x="378944" y="668886"/>
                  <a:pt x="390217" y="668886"/>
                </a:cubicBezTo>
                <a:close/>
                <a:moveTo>
                  <a:pt x="341440" y="668886"/>
                </a:moveTo>
                <a:cubicBezTo>
                  <a:pt x="352714" y="668886"/>
                  <a:pt x="361853" y="678025"/>
                  <a:pt x="361853" y="689299"/>
                </a:cubicBezTo>
                <a:cubicBezTo>
                  <a:pt x="361853" y="700573"/>
                  <a:pt x="352714" y="709712"/>
                  <a:pt x="341440" y="709712"/>
                </a:cubicBezTo>
                <a:cubicBezTo>
                  <a:pt x="330166" y="709712"/>
                  <a:pt x="321028" y="700573"/>
                  <a:pt x="321028" y="689299"/>
                </a:cubicBezTo>
                <a:cubicBezTo>
                  <a:pt x="321028" y="678025"/>
                  <a:pt x="330166" y="668886"/>
                  <a:pt x="341440" y="668886"/>
                </a:cubicBezTo>
                <a:close/>
                <a:moveTo>
                  <a:pt x="292663" y="668886"/>
                </a:moveTo>
                <a:cubicBezTo>
                  <a:pt x="303937" y="668886"/>
                  <a:pt x="313076" y="678025"/>
                  <a:pt x="313076" y="689299"/>
                </a:cubicBezTo>
                <a:cubicBezTo>
                  <a:pt x="313076" y="700573"/>
                  <a:pt x="303937" y="709712"/>
                  <a:pt x="292663" y="709712"/>
                </a:cubicBezTo>
                <a:cubicBezTo>
                  <a:pt x="281389" y="709712"/>
                  <a:pt x="272251" y="700573"/>
                  <a:pt x="272251" y="689299"/>
                </a:cubicBezTo>
                <a:cubicBezTo>
                  <a:pt x="272251" y="678025"/>
                  <a:pt x="281389" y="668886"/>
                  <a:pt x="292663" y="668886"/>
                </a:cubicBezTo>
                <a:close/>
                <a:moveTo>
                  <a:pt x="243886" y="668886"/>
                </a:moveTo>
                <a:cubicBezTo>
                  <a:pt x="255160" y="668886"/>
                  <a:pt x="264299" y="678025"/>
                  <a:pt x="264299" y="689299"/>
                </a:cubicBezTo>
                <a:cubicBezTo>
                  <a:pt x="264299" y="700573"/>
                  <a:pt x="255160" y="709712"/>
                  <a:pt x="243886" y="709712"/>
                </a:cubicBezTo>
                <a:cubicBezTo>
                  <a:pt x="232612" y="709712"/>
                  <a:pt x="223473" y="700573"/>
                  <a:pt x="223473" y="689299"/>
                </a:cubicBezTo>
                <a:cubicBezTo>
                  <a:pt x="223473" y="678025"/>
                  <a:pt x="232612" y="668886"/>
                  <a:pt x="243886" y="668886"/>
                </a:cubicBezTo>
                <a:close/>
                <a:moveTo>
                  <a:pt x="195109" y="668886"/>
                </a:moveTo>
                <a:cubicBezTo>
                  <a:pt x="206383" y="668886"/>
                  <a:pt x="215522" y="678025"/>
                  <a:pt x="215522" y="689299"/>
                </a:cubicBezTo>
                <a:cubicBezTo>
                  <a:pt x="215522" y="700573"/>
                  <a:pt x="206383" y="709712"/>
                  <a:pt x="195109" y="709712"/>
                </a:cubicBezTo>
                <a:cubicBezTo>
                  <a:pt x="183835" y="709712"/>
                  <a:pt x="174696" y="700573"/>
                  <a:pt x="174696" y="689299"/>
                </a:cubicBezTo>
                <a:cubicBezTo>
                  <a:pt x="174696" y="678025"/>
                  <a:pt x="183835" y="668886"/>
                  <a:pt x="195109" y="668886"/>
                </a:cubicBezTo>
                <a:close/>
                <a:moveTo>
                  <a:pt x="146332" y="668886"/>
                </a:moveTo>
                <a:cubicBezTo>
                  <a:pt x="157606" y="668886"/>
                  <a:pt x="166745" y="678025"/>
                  <a:pt x="166745" y="689299"/>
                </a:cubicBezTo>
                <a:cubicBezTo>
                  <a:pt x="166745" y="700573"/>
                  <a:pt x="157606" y="709712"/>
                  <a:pt x="146332" y="709712"/>
                </a:cubicBezTo>
                <a:cubicBezTo>
                  <a:pt x="135058" y="709712"/>
                  <a:pt x="125919" y="700573"/>
                  <a:pt x="125919" y="689299"/>
                </a:cubicBezTo>
                <a:cubicBezTo>
                  <a:pt x="125919" y="678025"/>
                  <a:pt x="135058" y="668886"/>
                  <a:pt x="146332" y="668886"/>
                </a:cubicBezTo>
                <a:close/>
                <a:moveTo>
                  <a:pt x="97555" y="668886"/>
                </a:moveTo>
                <a:cubicBezTo>
                  <a:pt x="108829" y="668886"/>
                  <a:pt x="117968" y="678025"/>
                  <a:pt x="117968" y="689299"/>
                </a:cubicBezTo>
                <a:cubicBezTo>
                  <a:pt x="117968" y="700573"/>
                  <a:pt x="108829" y="709712"/>
                  <a:pt x="97555" y="709712"/>
                </a:cubicBezTo>
                <a:cubicBezTo>
                  <a:pt x="86281" y="709712"/>
                  <a:pt x="77142" y="700573"/>
                  <a:pt x="77142" y="689299"/>
                </a:cubicBezTo>
                <a:cubicBezTo>
                  <a:pt x="77142" y="678025"/>
                  <a:pt x="86281" y="668886"/>
                  <a:pt x="97555" y="668886"/>
                </a:cubicBezTo>
                <a:close/>
                <a:moveTo>
                  <a:pt x="48778" y="668886"/>
                </a:moveTo>
                <a:cubicBezTo>
                  <a:pt x="60052" y="668886"/>
                  <a:pt x="69191" y="678025"/>
                  <a:pt x="69191" y="689299"/>
                </a:cubicBezTo>
                <a:cubicBezTo>
                  <a:pt x="69191" y="700573"/>
                  <a:pt x="60052" y="709712"/>
                  <a:pt x="48778" y="709712"/>
                </a:cubicBezTo>
                <a:cubicBezTo>
                  <a:pt x="37504" y="709712"/>
                  <a:pt x="28365" y="700573"/>
                  <a:pt x="28365" y="689299"/>
                </a:cubicBezTo>
                <a:cubicBezTo>
                  <a:pt x="28365" y="678025"/>
                  <a:pt x="37504" y="668886"/>
                  <a:pt x="48778" y="668886"/>
                </a:cubicBezTo>
                <a:close/>
                <a:moveTo>
                  <a:pt x="2" y="668886"/>
                </a:moveTo>
                <a:cubicBezTo>
                  <a:pt x="11275" y="668886"/>
                  <a:pt x="20414" y="678025"/>
                  <a:pt x="20414" y="689299"/>
                </a:cubicBezTo>
                <a:cubicBezTo>
                  <a:pt x="20414" y="700573"/>
                  <a:pt x="11275" y="709712"/>
                  <a:pt x="2" y="709712"/>
                </a:cubicBezTo>
                <a:lnTo>
                  <a:pt x="0" y="709711"/>
                </a:lnTo>
                <a:lnTo>
                  <a:pt x="0" y="668887"/>
                </a:lnTo>
                <a:close/>
                <a:moveTo>
                  <a:pt x="780434" y="614800"/>
                </a:moveTo>
                <a:cubicBezTo>
                  <a:pt x="786071" y="614800"/>
                  <a:pt x="791174" y="617085"/>
                  <a:pt x="794868" y="620779"/>
                </a:cubicBezTo>
                <a:lnTo>
                  <a:pt x="796523" y="624774"/>
                </a:lnTo>
                <a:lnTo>
                  <a:pt x="780248" y="646539"/>
                </a:lnTo>
                <a:lnTo>
                  <a:pt x="773298" y="654185"/>
                </a:lnTo>
                <a:lnTo>
                  <a:pt x="772488" y="654021"/>
                </a:lnTo>
                <a:cubicBezTo>
                  <a:pt x="765162" y="650923"/>
                  <a:pt x="760021" y="643668"/>
                  <a:pt x="760021" y="635213"/>
                </a:cubicBezTo>
                <a:cubicBezTo>
                  <a:pt x="760021" y="623939"/>
                  <a:pt x="769160" y="614800"/>
                  <a:pt x="780434" y="614800"/>
                </a:cubicBezTo>
                <a:close/>
                <a:moveTo>
                  <a:pt x="731657" y="614800"/>
                </a:moveTo>
                <a:cubicBezTo>
                  <a:pt x="742931" y="614800"/>
                  <a:pt x="752070" y="623939"/>
                  <a:pt x="752070" y="635213"/>
                </a:cubicBezTo>
                <a:cubicBezTo>
                  <a:pt x="752070" y="646487"/>
                  <a:pt x="742931" y="655626"/>
                  <a:pt x="731657" y="655626"/>
                </a:cubicBezTo>
                <a:cubicBezTo>
                  <a:pt x="720383" y="655626"/>
                  <a:pt x="711244" y="646487"/>
                  <a:pt x="711244" y="635213"/>
                </a:cubicBezTo>
                <a:cubicBezTo>
                  <a:pt x="711244" y="623939"/>
                  <a:pt x="720383" y="614800"/>
                  <a:pt x="731657" y="614800"/>
                </a:cubicBezTo>
                <a:close/>
                <a:moveTo>
                  <a:pt x="682880" y="614800"/>
                </a:moveTo>
                <a:cubicBezTo>
                  <a:pt x="694153" y="614800"/>
                  <a:pt x="703293" y="623939"/>
                  <a:pt x="703293" y="635213"/>
                </a:cubicBezTo>
                <a:cubicBezTo>
                  <a:pt x="703293" y="646487"/>
                  <a:pt x="694153" y="655626"/>
                  <a:pt x="682880" y="655626"/>
                </a:cubicBezTo>
                <a:cubicBezTo>
                  <a:pt x="671606" y="655626"/>
                  <a:pt x="662467" y="646487"/>
                  <a:pt x="662467" y="635213"/>
                </a:cubicBezTo>
                <a:cubicBezTo>
                  <a:pt x="662467" y="623939"/>
                  <a:pt x="671606" y="614800"/>
                  <a:pt x="682880" y="614800"/>
                </a:cubicBezTo>
                <a:close/>
                <a:moveTo>
                  <a:pt x="634103" y="614800"/>
                </a:moveTo>
                <a:cubicBezTo>
                  <a:pt x="645377" y="614800"/>
                  <a:pt x="654516" y="623939"/>
                  <a:pt x="654516" y="635213"/>
                </a:cubicBezTo>
                <a:cubicBezTo>
                  <a:pt x="654516" y="646487"/>
                  <a:pt x="645377" y="655626"/>
                  <a:pt x="634103" y="655626"/>
                </a:cubicBezTo>
                <a:cubicBezTo>
                  <a:pt x="622829" y="655626"/>
                  <a:pt x="613690" y="646487"/>
                  <a:pt x="613690" y="635213"/>
                </a:cubicBezTo>
                <a:cubicBezTo>
                  <a:pt x="613690" y="623939"/>
                  <a:pt x="622829" y="614800"/>
                  <a:pt x="634103" y="614800"/>
                </a:cubicBezTo>
                <a:close/>
                <a:moveTo>
                  <a:pt x="585326" y="614800"/>
                </a:moveTo>
                <a:cubicBezTo>
                  <a:pt x="596599" y="614800"/>
                  <a:pt x="605738" y="623939"/>
                  <a:pt x="605738" y="635213"/>
                </a:cubicBezTo>
                <a:cubicBezTo>
                  <a:pt x="605738" y="646487"/>
                  <a:pt x="596599" y="655626"/>
                  <a:pt x="585326" y="655626"/>
                </a:cubicBezTo>
                <a:cubicBezTo>
                  <a:pt x="574052" y="655626"/>
                  <a:pt x="564913" y="646487"/>
                  <a:pt x="564913" y="635213"/>
                </a:cubicBezTo>
                <a:cubicBezTo>
                  <a:pt x="564913" y="623939"/>
                  <a:pt x="574052" y="614800"/>
                  <a:pt x="585326" y="614800"/>
                </a:cubicBezTo>
                <a:close/>
                <a:moveTo>
                  <a:pt x="536549" y="614800"/>
                </a:moveTo>
                <a:cubicBezTo>
                  <a:pt x="547822" y="614800"/>
                  <a:pt x="556961" y="623939"/>
                  <a:pt x="556961" y="635213"/>
                </a:cubicBezTo>
                <a:cubicBezTo>
                  <a:pt x="556961" y="646487"/>
                  <a:pt x="547822" y="655626"/>
                  <a:pt x="536549" y="655626"/>
                </a:cubicBezTo>
                <a:cubicBezTo>
                  <a:pt x="525275" y="655626"/>
                  <a:pt x="516136" y="646487"/>
                  <a:pt x="516136" y="635213"/>
                </a:cubicBezTo>
                <a:cubicBezTo>
                  <a:pt x="516136" y="623939"/>
                  <a:pt x="525275" y="614800"/>
                  <a:pt x="536549" y="614800"/>
                </a:cubicBezTo>
                <a:close/>
                <a:moveTo>
                  <a:pt x="487772" y="614800"/>
                </a:moveTo>
                <a:cubicBezTo>
                  <a:pt x="499045" y="614800"/>
                  <a:pt x="508184" y="623939"/>
                  <a:pt x="508184" y="635213"/>
                </a:cubicBezTo>
                <a:cubicBezTo>
                  <a:pt x="508184" y="646487"/>
                  <a:pt x="499045" y="655626"/>
                  <a:pt x="487772" y="655626"/>
                </a:cubicBezTo>
                <a:cubicBezTo>
                  <a:pt x="476498" y="655626"/>
                  <a:pt x="467359" y="646487"/>
                  <a:pt x="467359" y="635213"/>
                </a:cubicBezTo>
                <a:cubicBezTo>
                  <a:pt x="467359" y="623939"/>
                  <a:pt x="476498" y="614800"/>
                  <a:pt x="487772" y="614800"/>
                </a:cubicBezTo>
                <a:close/>
                <a:moveTo>
                  <a:pt x="438994" y="614800"/>
                </a:moveTo>
                <a:cubicBezTo>
                  <a:pt x="450268" y="614800"/>
                  <a:pt x="459407" y="623939"/>
                  <a:pt x="459407" y="635213"/>
                </a:cubicBezTo>
                <a:cubicBezTo>
                  <a:pt x="459407" y="646487"/>
                  <a:pt x="450268" y="655626"/>
                  <a:pt x="438994" y="655626"/>
                </a:cubicBezTo>
                <a:cubicBezTo>
                  <a:pt x="427721" y="655626"/>
                  <a:pt x="418582" y="646487"/>
                  <a:pt x="418582" y="635213"/>
                </a:cubicBezTo>
                <a:cubicBezTo>
                  <a:pt x="418582" y="623939"/>
                  <a:pt x="427721" y="614800"/>
                  <a:pt x="438994" y="614800"/>
                </a:cubicBezTo>
                <a:close/>
                <a:moveTo>
                  <a:pt x="390217" y="614800"/>
                </a:moveTo>
                <a:cubicBezTo>
                  <a:pt x="401491" y="614800"/>
                  <a:pt x="410630" y="623939"/>
                  <a:pt x="410630" y="635213"/>
                </a:cubicBezTo>
                <a:cubicBezTo>
                  <a:pt x="410630" y="646487"/>
                  <a:pt x="401491" y="655626"/>
                  <a:pt x="390217" y="655626"/>
                </a:cubicBezTo>
                <a:cubicBezTo>
                  <a:pt x="378944" y="655626"/>
                  <a:pt x="369805" y="646487"/>
                  <a:pt x="369805" y="635213"/>
                </a:cubicBezTo>
                <a:cubicBezTo>
                  <a:pt x="369805" y="623939"/>
                  <a:pt x="378944" y="614800"/>
                  <a:pt x="390217" y="614800"/>
                </a:cubicBezTo>
                <a:close/>
                <a:moveTo>
                  <a:pt x="341440" y="614800"/>
                </a:moveTo>
                <a:cubicBezTo>
                  <a:pt x="352714" y="614800"/>
                  <a:pt x="361853" y="623939"/>
                  <a:pt x="361853" y="635213"/>
                </a:cubicBezTo>
                <a:cubicBezTo>
                  <a:pt x="361853" y="646487"/>
                  <a:pt x="352714" y="655626"/>
                  <a:pt x="341440" y="655626"/>
                </a:cubicBezTo>
                <a:cubicBezTo>
                  <a:pt x="330166" y="655626"/>
                  <a:pt x="321028" y="646487"/>
                  <a:pt x="321028" y="635213"/>
                </a:cubicBezTo>
                <a:cubicBezTo>
                  <a:pt x="321028" y="623939"/>
                  <a:pt x="330166" y="614800"/>
                  <a:pt x="341440" y="614800"/>
                </a:cubicBezTo>
                <a:close/>
                <a:moveTo>
                  <a:pt x="292663" y="614800"/>
                </a:moveTo>
                <a:cubicBezTo>
                  <a:pt x="303937" y="614800"/>
                  <a:pt x="313076" y="623939"/>
                  <a:pt x="313076" y="635213"/>
                </a:cubicBezTo>
                <a:cubicBezTo>
                  <a:pt x="313076" y="646487"/>
                  <a:pt x="303937" y="655626"/>
                  <a:pt x="292663" y="655626"/>
                </a:cubicBezTo>
                <a:cubicBezTo>
                  <a:pt x="281389" y="655626"/>
                  <a:pt x="272251" y="646487"/>
                  <a:pt x="272251" y="635213"/>
                </a:cubicBezTo>
                <a:cubicBezTo>
                  <a:pt x="272251" y="623939"/>
                  <a:pt x="281389" y="614800"/>
                  <a:pt x="292663" y="614800"/>
                </a:cubicBezTo>
                <a:close/>
                <a:moveTo>
                  <a:pt x="243886" y="614800"/>
                </a:moveTo>
                <a:cubicBezTo>
                  <a:pt x="255160" y="614800"/>
                  <a:pt x="264299" y="623939"/>
                  <a:pt x="264299" y="635213"/>
                </a:cubicBezTo>
                <a:cubicBezTo>
                  <a:pt x="264299" y="646487"/>
                  <a:pt x="255160" y="655626"/>
                  <a:pt x="243886" y="655626"/>
                </a:cubicBezTo>
                <a:cubicBezTo>
                  <a:pt x="232612" y="655626"/>
                  <a:pt x="223473" y="646487"/>
                  <a:pt x="223473" y="635213"/>
                </a:cubicBezTo>
                <a:cubicBezTo>
                  <a:pt x="223473" y="623939"/>
                  <a:pt x="232612" y="614800"/>
                  <a:pt x="243886" y="614800"/>
                </a:cubicBezTo>
                <a:close/>
                <a:moveTo>
                  <a:pt x="195109" y="614800"/>
                </a:moveTo>
                <a:cubicBezTo>
                  <a:pt x="206383" y="614800"/>
                  <a:pt x="215522" y="623939"/>
                  <a:pt x="215522" y="635213"/>
                </a:cubicBezTo>
                <a:cubicBezTo>
                  <a:pt x="215522" y="646487"/>
                  <a:pt x="206383" y="655626"/>
                  <a:pt x="195109" y="655626"/>
                </a:cubicBezTo>
                <a:cubicBezTo>
                  <a:pt x="183835" y="655626"/>
                  <a:pt x="174696" y="646487"/>
                  <a:pt x="174696" y="635213"/>
                </a:cubicBezTo>
                <a:cubicBezTo>
                  <a:pt x="174696" y="623939"/>
                  <a:pt x="183835" y="614800"/>
                  <a:pt x="195109" y="614800"/>
                </a:cubicBezTo>
                <a:close/>
                <a:moveTo>
                  <a:pt x="146332" y="614800"/>
                </a:moveTo>
                <a:cubicBezTo>
                  <a:pt x="157606" y="614800"/>
                  <a:pt x="166745" y="623939"/>
                  <a:pt x="166745" y="635213"/>
                </a:cubicBezTo>
                <a:cubicBezTo>
                  <a:pt x="166745" y="646487"/>
                  <a:pt x="157606" y="655626"/>
                  <a:pt x="146332" y="655626"/>
                </a:cubicBezTo>
                <a:cubicBezTo>
                  <a:pt x="135058" y="655626"/>
                  <a:pt x="125919" y="646487"/>
                  <a:pt x="125919" y="635213"/>
                </a:cubicBezTo>
                <a:cubicBezTo>
                  <a:pt x="125919" y="623939"/>
                  <a:pt x="135058" y="614800"/>
                  <a:pt x="146332" y="614800"/>
                </a:cubicBezTo>
                <a:close/>
                <a:moveTo>
                  <a:pt x="97555" y="614800"/>
                </a:moveTo>
                <a:cubicBezTo>
                  <a:pt x="108829" y="614800"/>
                  <a:pt x="117968" y="623939"/>
                  <a:pt x="117968" y="635213"/>
                </a:cubicBezTo>
                <a:cubicBezTo>
                  <a:pt x="117968" y="646487"/>
                  <a:pt x="108829" y="655626"/>
                  <a:pt x="97555" y="655626"/>
                </a:cubicBezTo>
                <a:cubicBezTo>
                  <a:pt x="86281" y="655626"/>
                  <a:pt x="77142" y="646487"/>
                  <a:pt x="77142" y="635213"/>
                </a:cubicBezTo>
                <a:cubicBezTo>
                  <a:pt x="77142" y="623939"/>
                  <a:pt x="86281" y="614800"/>
                  <a:pt x="97555" y="614800"/>
                </a:cubicBezTo>
                <a:close/>
                <a:moveTo>
                  <a:pt x="48778" y="614800"/>
                </a:moveTo>
                <a:cubicBezTo>
                  <a:pt x="60052" y="614800"/>
                  <a:pt x="69191" y="623939"/>
                  <a:pt x="69191" y="635213"/>
                </a:cubicBezTo>
                <a:cubicBezTo>
                  <a:pt x="69191" y="646487"/>
                  <a:pt x="60052" y="655626"/>
                  <a:pt x="48778" y="655626"/>
                </a:cubicBezTo>
                <a:cubicBezTo>
                  <a:pt x="37504" y="655626"/>
                  <a:pt x="28365" y="646487"/>
                  <a:pt x="28365" y="635213"/>
                </a:cubicBezTo>
                <a:cubicBezTo>
                  <a:pt x="28365" y="623939"/>
                  <a:pt x="37504" y="614800"/>
                  <a:pt x="48778" y="614800"/>
                </a:cubicBezTo>
                <a:close/>
                <a:moveTo>
                  <a:pt x="2" y="614800"/>
                </a:moveTo>
                <a:cubicBezTo>
                  <a:pt x="11275" y="614800"/>
                  <a:pt x="20414" y="623939"/>
                  <a:pt x="20414" y="635213"/>
                </a:cubicBezTo>
                <a:cubicBezTo>
                  <a:pt x="20414" y="646487"/>
                  <a:pt x="11275" y="655626"/>
                  <a:pt x="2" y="655626"/>
                </a:cubicBezTo>
                <a:lnTo>
                  <a:pt x="0" y="655625"/>
                </a:lnTo>
                <a:lnTo>
                  <a:pt x="0" y="614801"/>
                </a:lnTo>
                <a:close/>
                <a:moveTo>
                  <a:pt x="829211" y="560714"/>
                </a:moveTo>
                <a:cubicBezTo>
                  <a:pt x="832029" y="560714"/>
                  <a:pt x="834714" y="561285"/>
                  <a:pt x="837157" y="562318"/>
                </a:cubicBezTo>
                <a:lnTo>
                  <a:pt x="840828" y="564793"/>
                </a:lnTo>
                <a:lnTo>
                  <a:pt x="838456" y="568698"/>
                </a:lnTo>
                <a:lnTo>
                  <a:pt x="817164" y="597170"/>
                </a:lnTo>
                <a:lnTo>
                  <a:pt x="814777" y="595561"/>
                </a:lnTo>
                <a:cubicBezTo>
                  <a:pt x="811083" y="591867"/>
                  <a:pt x="808798" y="586764"/>
                  <a:pt x="808798" y="581127"/>
                </a:cubicBezTo>
                <a:cubicBezTo>
                  <a:pt x="808798" y="569853"/>
                  <a:pt x="817937" y="560714"/>
                  <a:pt x="829211" y="560714"/>
                </a:cubicBezTo>
                <a:close/>
                <a:moveTo>
                  <a:pt x="780434" y="560714"/>
                </a:moveTo>
                <a:cubicBezTo>
                  <a:pt x="791708" y="560714"/>
                  <a:pt x="800847" y="569853"/>
                  <a:pt x="800847" y="581127"/>
                </a:cubicBezTo>
                <a:cubicBezTo>
                  <a:pt x="800847" y="592400"/>
                  <a:pt x="791708" y="601539"/>
                  <a:pt x="780434" y="601539"/>
                </a:cubicBezTo>
                <a:cubicBezTo>
                  <a:pt x="769160" y="601539"/>
                  <a:pt x="760021" y="592400"/>
                  <a:pt x="760021" y="581127"/>
                </a:cubicBezTo>
                <a:cubicBezTo>
                  <a:pt x="760021" y="569853"/>
                  <a:pt x="769160" y="560714"/>
                  <a:pt x="780434" y="560714"/>
                </a:cubicBezTo>
                <a:close/>
                <a:moveTo>
                  <a:pt x="731657" y="560714"/>
                </a:moveTo>
                <a:cubicBezTo>
                  <a:pt x="742931" y="560714"/>
                  <a:pt x="752070" y="569853"/>
                  <a:pt x="752070" y="581127"/>
                </a:cubicBezTo>
                <a:cubicBezTo>
                  <a:pt x="752070" y="592400"/>
                  <a:pt x="742931" y="601539"/>
                  <a:pt x="731657" y="601539"/>
                </a:cubicBezTo>
                <a:cubicBezTo>
                  <a:pt x="720383" y="601539"/>
                  <a:pt x="711244" y="592400"/>
                  <a:pt x="711244" y="581127"/>
                </a:cubicBezTo>
                <a:cubicBezTo>
                  <a:pt x="711244" y="569853"/>
                  <a:pt x="720383" y="560714"/>
                  <a:pt x="731657" y="560714"/>
                </a:cubicBezTo>
                <a:close/>
                <a:moveTo>
                  <a:pt x="682880" y="560714"/>
                </a:moveTo>
                <a:cubicBezTo>
                  <a:pt x="694153" y="560714"/>
                  <a:pt x="703293" y="569853"/>
                  <a:pt x="703293" y="581127"/>
                </a:cubicBezTo>
                <a:cubicBezTo>
                  <a:pt x="703293" y="592400"/>
                  <a:pt x="694153" y="601539"/>
                  <a:pt x="682880" y="601539"/>
                </a:cubicBezTo>
                <a:cubicBezTo>
                  <a:pt x="671606" y="601539"/>
                  <a:pt x="662467" y="592400"/>
                  <a:pt x="662467" y="581127"/>
                </a:cubicBezTo>
                <a:cubicBezTo>
                  <a:pt x="662467" y="569853"/>
                  <a:pt x="671606" y="560714"/>
                  <a:pt x="682880" y="560714"/>
                </a:cubicBezTo>
                <a:close/>
                <a:moveTo>
                  <a:pt x="634103" y="560714"/>
                </a:moveTo>
                <a:cubicBezTo>
                  <a:pt x="645377" y="560714"/>
                  <a:pt x="654516" y="569853"/>
                  <a:pt x="654516" y="581127"/>
                </a:cubicBezTo>
                <a:cubicBezTo>
                  <a:pt x="654516" y="592400"/>
                  <a:pt x="645377" y="601539"/>
                  <a:pt x="634103" y="601539"/>
                </a:cubicBezTo>
                <a:cubicBezTo>
                  <a:pt x="622829" y="601539"/>
                  <a:pt x="613690" y="592400"/>
                  <a:pt x="613690" y="581127"/>
                </a:cubicBezTo>
                <a:cubicBezTo>
                  <a:pt x="613690" y="569853"/>
                  <a:pt x="622829" y="560714"/>
                  <a:pt x="634103" y="560714"/>
                </a:cubicBezTo>
                <a:close/>
                <a:moveTo>
                  <a:pt x="585326" y="560714"/>
                </a:moveTo>
                <a:cubicBezTo>
                  <a:pt x="596599" y="560714"/>
                  <a:pt x="605738" y="569853"/>
                  <a:pt x="605738" y="581127"/>
                </a:cubicBezTo>
                <a:cubicBezTo>
                  <a:pt x="605738" y="592400"/>
                  <a:pt x="596599" y="601539"/>
                  <a:pt x="585326" y="601539"/>
                </a:cubicBezTo>
                <a:cubicBezTo>
                  <a:pt x="574052" y="601539"/>
                  <a:pt x="564913" y="592400"/>
                  <a:pt x="564913" y="581127"/>
                </a:cubicBezTo>
                <a:cubicBezTo>
                  <a:pt x="564913" y="569853"/>
                  <a:pt x="574052" y="560714"/>
                  <a:pt x="585326" y="560714"/>
                </a:cubicBezTo>
                <a:close/>
                <a:moveTo>
                  <a:pt x="536549" y="560714"/>
                </a:moveTo>
                <a:cubicBezTo>
                  <a:pt x="547822" y="560714"/>
                  <a:pt x="556961" y="569853"/>
                  <a:pt x="556961" y="581127"/>
                </a:cubicBezTo>
                <a:cubicBezTo>
                  <a:pt x="556961" y="592400"/>
                  <a:pt x="547822" y="601539"/>
                  <a:pt x="536549" y="601539"/>
                </a:cubicBezTo>
                <a:cubicBezTo>
                  <a:pt x="525275" y="601539"/>
                  <a:pt x="516136" y="592400"/>
                  <a:pt x="516136" y="581127"/>
                </a:cubicBezTo>
                <a:cubicBezTo>
                  <a:pt x="516136" y="569853"/>
                  <a:pt x="525275" y="560714"/>
                  <a:pt x="536549" y="560714"/>
                </a:cubicBezTo>
                <a:close/>
                <a:moveTo>
                  <a:pt x="487772" y="560714"/>
                </a:moveTo>
                <a:cubicBezTo>
                  <a:pt x="499045" y="560714"/>
                  <a:pt x="508184" y="569853"/>
                  <a:pt x="508184" y="581127"/>
                </a:cubicBezTo>
                <a:cubicBezTo>
                  <a:pt x="508184" y="592400"/>
                  <a:pt x="499045" y="601539"/>
                  <a:pt x="487772" y="601539"/>
                </a:cubicBezTo>
                <a:cubicBezTo>
                  <a:pt x="476498" y="601539"/>
                  <a:pt x="467359" y="592400"/>
                  <a:pt x="467359" y="581127"/>
                </a:cubicBezTo>
                <a:cubicBezTo>
                  <a:pt x="467359" y="569853"/>
                  <a:pt x="476498" y="560714"/>
                  <a:pt x="487772" y="560714"/>
                </a:cubicBezTo>
                <a:close/>
                <a:moveTo>
                  <a:pt x="438994" y="560714"/>
                </a:moveTo>
                <a:cubicBezTo>
                  <a:pt x="450268" y="560714"/>
                  <a:pt x="459407" y="569853"/>
                  <a:pt x="459407" y="581127"/>
                </a:cubicBezTo>
                <a:cubicBezTo>
                  <a:pt x="459407" y="592400"/>
                  <a:pt x="450268" y="601539"/>
                  <a:pt x="438994" y="601539"/>
                </a:cubicBezTo>
                <a:cubicBezTo>
                  <a:pt x="427721" y="601539"/>
                  <a:pt x="418582" y="592400"/>
                  <a:pt x="418582" y="581127"/>
                </a:cubicBezTo>
                <a:cubicBezTo>
                  <a:pt x="418582" y="569853"/>
                  <a:pt x="427721" y="560714"/>
                  <a:pt x="438994" y="560714"/>
                </a:cubicBezTo>
                <a:close/>
                <a:moveTo>
                  <a:pt x="390217" y="560714"/>
                </a:moveTo>
                <a:cubicBezTo>
                  <a:pt x="401491" y="560714"/>
                  <a:pt x="410630" y="569853"/>
                  <a:pt x="410630" y="581127"/>
                </a:cubicBezTo>
                <a:cubicBezTo>
                  <a:pt x="410630" y="592400"/>
                  <a:pt x="401491" y="601539"/>
                  <a:pt x="390217" y="601539"/>
                </a:cubicBezTo>
                <a:cubicBezTo>
                  <a:pt x="378944" y="601539"/>
                  <a:pt x="369805" y="592400"/>
                  <a:pt x="369805" y="581127"/>
                </a:cubicBezTo>
                <a:cubicBezTo>
                  <a:pt x="369805" y="569853"/>
                  <a:pt x="378944" y="560714"/>
                  <a:pt x="390217" y="560714"/>
                </a:cubicBezTo>
                <a:close/>
                <a:moveTo>
                  <a:pt x="341440" y="560714"/>
                </a:moveTo>
                <a:cubicBezTo>
                  <a:pt x="352714" y="560714"/>
                  <a:pt x="361853" y="569853"/>
                  <a:pt x="361853" y="581127"/>
                </a:cubicBezTo>
                <a:cubicBezTo>
                  <a:pt x="361853" y="592400"/>
                  <a:pt x="352714" y="601539"/>
                  <a:pt x="341440" y="601539"/>
                </a:cubicBezTo>
                <a:cubicBezTo>
                  <a:pt x="330166" y="601539"/>
                  <a:pt x="321028" y="592400"/>
                  <a:pt x="321028" y="581127"/>
                </a:cubicBezTo>
                <a:cubicBezTo>
                  <a:pt x="321028" y="569853"/>
                  <a:pt x="330166" y="560714"/>
                  <a:pt x="341440" y="560714"/>
                </a:cubicBezTo>
                <a:close/>
                <a:moveTo>
                  <a:pt x="292663" y="560714"/>
                </a:moveTo>
                <a:cubicBezTo>
                  <a:pt x="303937" y="560714"/>
                  <a:pt x="313076" y="569853"/>
                  <a:pt x="313076" y="581127"/>
                </a:cubicBezTo>
                <a:cubicBezTo>
                  <a:pt x="313076" y="592400"/>
                  <a:pt x="303937" y="601539"/>
                  <a:pt x="292663" y="601539"/>
                </a:cubicBezTo>
                <a:cubicBezTo>
                  <a:pt x="281389" y="601539"/>
                  <a:pt x="272251" y="592400"/>
                  <a:pt x="272251" y="581127"/>
                </a:cubicBezTo>
                <a:cubicBezTo>
                  <a:pt x="272251" y="569853"/>
                  <a:pt x="281389" y="560714"/>
                  <a:pt x="292663" y="560714"/>
                </a:cubicBezTo>
                <a:close/>
                <a:moveTo>
                  <a:pt x="243886" y="560714"/>
                </a:moveTo>
                <a:cubicBezTo>
                  <a:pt x="255160" y="560714"/>
                  <a:pt x="264299" y="569853"/>
                  <a:pt x="264299" y="581127"/>
                </a:cubicBezTo>
                <a:cubicBezTo>
                  <a:pt x="264299" y="592400"/>
                  <a:pt x="255160" y="601539"/>
                  <a:pt x="243886" y="601539"/>
                </a:cubicBezTo>
                <a:cubicBezTo>
                  <a:pt x="232612" y="601539"/>
                  <a:pt x="223473" y="592400"/>
                  <a:pt x="223473" y="581127"/>
                </a:cubicBezTo>
                <a:cubicBezTo>
                  <a:pt x="223473" y="569853"/>
                  <a:pt x="232612" y="560714"/>
                  <a:pt x="243886" y="560714"/>
                </a:cubicBezTo>
                <a:close/>
                <a:moveTo>
                  <a:pt x="195109" y="560714"/>
                </a:moveTo>
                <a:cubicBezTo>
                  <a:pt x="206383" y="560714"/>
                  <a:pt x="215522" y="569853"/>
                  <a:pt x="215522" y="581127"/>
                </a:cubicBezTo>
                <a:cubicBezTo>
                  <a:pt x="215522" y="592400"/>
                  <a:pt x="206383" y="601539"/>
                  <a:pt x="195109" y="601539"/>
                </a:cubicBezTo>
                <a:cubicBezTo>
                  <a:pt x="183835" y="601539"/>
                  <a:pt x="174696" y="592400"/>
                  <a:pt x="174696" y="581127"/>
                </a:cubicBezTo>
                <a:cubicBezTo>
                  <a:pt x="174696" y="569853"/>
                  <a:pt x="183835" y="560714"/>
                  <a:pt x="195109" y="560714"/>
                </a:cubicBezTo>
                <a:close/>
                <a:moveTo>
                  <a:pt x="146332" y="560714"/>
                </a:moveTo>
                <a:cubicBezTo>
                  <a:pt x="157606" y="560714"/>
                  <a:pt x="166745" y="569853"/>
                  <a:pt x="166745" y="581127"/>
                </a:cubicBezTo>
                <a:cubicBezTo>
                  <a:pt x="166745" y="592400"/>
                  <a:pt x="157606" y="601539"/>
                  <a:pt x="146332" y="601539"/>
                </a:cubicBezTo>
                <a:cubicBezTo>
                  <a:pt x="135058" y="601539"/>
                  <a:pt x="125919" y="592400"/>
                  <a:pt x="125919" y="581127"/>
                </a:cubicBezTo>
                <a:cubicBezTo>
                  <a:pt x="125919" y="569853"/>
                  <a:pt x="135058" y="560714"/>
                  <a:pt x="146332" y="560714"/>
                </a:cubicBezTo>
                <a:close/>
                <a:moveTo>
                  <a:pt x="97555" y="560714"/>
                </a:moveTo>
                <a:cubicBezTo>
                  <a:pt x="108829" y="560714"/>
                  <a:pt x="117968" y="569853"/>
                  <a:pt x="117968" y="581127"/>
                </a:cubicBezTo>
                <a:cubicBezTo>
                  <a:pt x="117968" y="592400"/>
                  <a:pt x="108829" y="601539"/>
                  <a:pt x="97555" y="601539"/>
                </a:cubicBezTo>
                <a:cubicBezTo>
                  <a:pt x="86281" y="601539"/>
                  <a:pt x="77142" y="592400"/>
                  <a:pt x="77142" y="581127"/>
                </a:cubicBezTo>
                <a:cubicBezTo>
                  <a:pt x="77142" y="569853"/>
                  <a:pt x="86281" y="560714"/>
                  <a:pt x="97555" y="560714"/>
                </a:cubicBezTo>
                <a:close/>
                <a:moveTo>
                  <a:pt x="48778" y="560714"/>
                </a:moveTo>
                <a:cubicBezTo>
                  <a:pt x="60052" y="560714"/>
                  <a:pt x="69191" y="569853"/>
                  <a:pt x="69191" y="581127"/>
                </a:cubicBezTo>
                <a:cubicBezTo>
                  <a:pt x="69191" y="592400"/>
                  <a:pt x="60052" y="601539"/>
                  <a:pt x="48778" y="601539"/>
                </a:cubicBezTo>
                <a:cubicBezTo>
                  <a:pt x="37504" y="601539"/>
                  <a:pt x="28365" y="592400"/>
                  <a:pt x="28365" y="581127"/>
                </a:cubicBezTo>
                <a:cubicBezTo>
                  <a:pt x="28365" y="569853"/>
                  <a:pt x="37504" y="560714"/>
                  <a:pt x="48778" y="560714"/>
                </a:cubicBezTo>
                <a:close/>
                <a:moveTo>
                  <a:pt x="2" y="560714"/>
                </a:moveTo>
                <a:cubicBezTo>
                  <a:pt x="11275" y="560714"/>
                  <a:pt x="20414" y="569853"/>
                  <a:pt x="20414" y="581127"/>
                </a:cubicBezTo>
                <a:cubicBezTo>
                  <a:pt x="20414" y="592400"/>
                  <a:pt x="11275" y="601539"/>
                  <a:pt x="2" y="601539"/>
                </a:cubicBezTo>
                <a:lnTo>
                  <a:pt x="0" y="601538"/>
                </a:lnTo>
                <a:lnTo>
                  <a:pt x="0" y="560715"/>
                </a:lnTo>
                <a:close/>
                <a:moveTo>
                  <a:pt x="875909" y="507047"/>
                </a:moveTo>
                <a:lnTo>
                  <a:pt x="860084" y="533097"/>
                </a:lnTo>
                <a:lnTo>
                  <a:pt x="857575" y="527040"/>
                </a:lnTo>
                <a:cubicBezTo>
                  <a:pt x="857575" y="518585"/>
                  <a:pt x="862716" y="511331"/>
                  <a:pt x="870042" y="508232"/>
                </a:cubicBezTo>
                <a:close/>
                <a:moveTo>
                  <a:pt x="829211" y="506628"/>
                </a:moveTo>
                <a:cubicBezTo>
                  <a:pt x="840485" y="506628"/>
                  <a:pt x="849624" y="515767"/>
                  <a:pt x="849624" y="527040"/>
                </a:cubicBezTo>
                <a:cubicBezTo>
                  <a:pt x="849624" y="538314"/>
                  <a:pt x="840485" y="547453"/>
                  <a:pt x="829211" y="547453"/>
                </a:cubicBezTo>
                <a:cubicBezTo>
                  <a:pt x="817937" y="547453"/>
                  <a:pt x="808798" y="538314"/>
                  <a:pt x="808798" y="527040"/>
                </a:cubicBezTo>
                <a:cubicBezTo>
                  <a:pt x="808798" y="515767"/>
                  <a:pt x="817937" y="506628"/>
                  <a:pt x="829211" y="506628"/>
                </a:cubicBezTo>
                <a:close/>
                <a:moveTo>
                  <a:pt x="780434" y="506628"/>
                </a:moveTo>
                <a:cubicBezTo>
                  <a:pt x="791708" y="506628"/>
                  <a:pt x="800847" y="515767"/>
                  <a:pt x="800847" y="527040"/>
                </a:cubicBezTo>
                <a:cubicBezTo>
                  <a:pt x="800847" y="538314"/>
                  <a:pt x="791708" y="547453"/>
                  <a:pt x="780434" y="547453"/>
                </a:cubicBezTo>
                <a:cubicBezTo>
                  <a:pt x="769160" y="547453"/>
                  <a:pt x="760021" y="538314"/>
                  <a:pt x="760021" y="527040"/>
                </a:cubicBezTo>
                <a:cubicBezTo>
                  <a:pt x="760021" y="515767"/>
                  <a:pt x="769160" y="506628"/>
                  <a:pt x="780434" y="506628"/>
                </a:cubicBezTo>
                <a:close/>
                <a:moveTo>
                  <a:pt x="731657" y="506628"/>
                </a:moveTo>
                <a:cubicBezTo>
                  <a:pt x="742931" y="506628"/>
                  <a:pt x="752070" y="515767"/>
                  <a:pt x="752070" y="527040"/>
                </a:cubicBezTo>
                <a:cubicBezTo>
                  <a:pt x="752070" y="538314"/>
                  <a:pt x="742931" y="547453"/>
                  <a:pt x="731657" y="547453"/>
                </a:cubicBezTo>
                <a:cubicBezTo>
                  <a:pt x="720383" y="547453"/>
                  <a:pt x="711244" y="538314"/>
                  <a:pt x="711244" y="527040"/>
                </a:cubicBezTo>
                <a:cubicBezTo>
                  <a:pt x="711244" y="515767"/>
                  <a:pt x="720383" y="506628"/>
                  <a:pt x="731657" y="506628"/>
                </a:cubicBezTo>
                <a:close/>
                <a:moveTo>
                  <a:pt x="682880" y="506628"/>
                </a:moveTo>
                <a:cubicBezTo>
                  <a:pt x="694153" y="506628"/>
                  <a:pt x="703293" y="515767"/>
                  <a:pt x="703293" y="527040"/>
                </a:cubicBezTo>
                <a:cubicBezTo>
                  <a:pt x="703293" y="538314"/>
                  <a:pt x="694153" y="547453"/>
                  <a:pt x="682880" y="547453"/>
                </a:cubicBezTo>
                <a:cubicBezTo>
                  <a:pt x="671606" y="547453"/>
                  <a:pt x="662467" y="538314"/>
                  <a:pt x="662467" y="527040"/>
                </a:cubicBezTo>
                <a:cubicBezTo>
                  <a:pt x="662467" y="515767"/>
                  <a:pt x="671606" y="506628"/>
                  <a:pt x="682880" y="506628"/>
                </a:cubicBezTo>
                <a:close/>
                <a:moveTo>
                  <a:pt x="634103" y="506628"/>
                </a:moveTo>
                <a:cubicBezTo>
                  <a:pt x="645377" y="506628"/>
                  <a:pt x="654516" y="515767"/>
                  <a:pt x="654516" y="527040"/>
                </a:cubicBezTo>
                <a:cubicBezTo>
                  <a:pt x="654516" y="538314"/>
                  <a:pt x="645377" y="547453"/>
                  <a:pt x="634103" y="547453"/>
                </a:cubicBezTo>
                <a:cubicBezTo>
                  <a:pt x="622829" y="547453"/>
                  <a:pt x="613690" y="538314"/>
                  <a:pt x="613690" y="527040"/>
                </a:cubicBezTo>
                <a:cubicBezTo>
                  <a:pt x="613690" y="515767"/>
                  <a:pt x="622829" y="506628"/>
                  <a:pt x="634103" y="506628"/>
                </a:cubicBezTo>
                <a:close/>
                <a:moveTo>
                  <a:pt x="585326" y="506628"/>
                </a:moveTo>
                <a:cubicBezTo>
                  <a:pt x="596599" y="506628"/>
                  <a:pt x="605738" y="515767"/>
                  <a:pt x="605738" y="527040"/>
                </a:cubicBezTo>
                <a:cubicBezTo>
                  <a:pt x="605738" y="538314"/>
                  <a:pt x="596599" y="547453"/>
                  <a:pt x="585326" y="547453"/>
                </a:cubicBezTo>
                <a:cubicBezTo>
                  <a:pt x="574052" y="547453"/>
                  <a:pt x="564913" y="538314"/>
                  <a:pt x="564913" y="527040"/>
                </a:cubicBezTo>
                <a:cubicBezTo>
                  <a:pt x="564913" y="515767"/>
                  <a:pt x="574052" y="506628"/>
                  <a:pt x="585326" y="506628"/>
                </a:cubicBezTo>
                <a:close/>
                <a:moveTo>
                  <a:pt x="536549" y="506628"/>
                </a:moveTo>
                <a:cubicBezTo>
                  <a:pt x="547822" y="506628"/>
                  <a:pt x="556961" y="515767"/>
                  <a:pt x="556961" y="527040"/>
                </a:cubicBezTo>
                <a:cubicBezTo>
                  <a:pt x="556961" y="538314"/>
                  <a:pt x="547822" y="547453"/>
                  <a:pt x="536549" y="547453"/>
                </a:cubicBezTo>
                <a:cubicBezTo>
                  <a:pt x="525275" y="547453"/>
                  <a:pt x="516136" y="538314"/>
                  <a:pt x="516136" y="527040"/>
                </a:cubicBezTo>
                <a:cubicBezTo>
                  <a:pt x="516136" y="515767"/>
                  <a:pt x="525275" y="506628"/>
                  <a:pt x="536549" y="506628"/>
                </a:cubicBezTo>
                <a:close/>
                <a:moveTo>
                  <a:pt x="487772" y="506628"/>
                </a:moveTo>
                <a:cubicBezTo>
                  <a:pt x="499045" y="506628"/>
                  <a:pt x="508184" y="515767"/>
                  <a:pt x="508184" y="527040"/>
                </a:cubicBezTo>
                <a:cubicBezTo>
                  <a:pt x="508184" y="538314"/>
                  <a:pt x="499045" y="547453"/>
                  <a:pt x="487772" y="547453"/>
                </a:cubicBezTo>
                <a:cubicBezTo>
                  <a:pt x="476498" y="547453"/>
                  <a:pt x="467359" y="538314"/>
                  <a:pt x="467359" y="527040"/>
                </a:cubicBezTo>
                <a:cubicBezTo>
                  <a:pt x="467359" y="515767"/>
                  <a:pt x="476498" y="506628"/>
                  <a:pt x="487772" y="506628"/>
                </a:cubicBezTo>
                <a:close/>
                <a:moveTo>
                  <a:pt x="438994" y="506628"/>
                </a:moveTo>
                <a:cubicBezTo>
                  <a:pt x="450268" y="506628"/>
                  <a:pt x="459407" y="515767"/>
                  <a:pt x="459407" y="527040"/>
                </a:cubicBezTo>
                <a:cubicBezTo>
                  <a:pt x="459407" y="538314"/>
                  <a:pt x="450268" y="547453"/>
                  <a:pt x="438994" y="547453"/>
                </a:cubicBezTo>
                <a:cubicBezTo>
                  <a:pt x="427721" y="547453"/>
                  <a:pt x="418582" y="538314"/>
                  <a:pt x="418582" y="527040"/>
                </a:cubicBezTo>
                <a:cubicBezTo>
                  <a:pt x="418582" y="515767"/>
                  <a:pt x="427721" y="506628"/>
                  <a:pt x="438994" y="506628"/>
                </a:cubicBezTo>
                <a:close/>
                <a:moveTo>
                  <a:pt x="390217" y="506628"/>
                </a:moveTo>
                <a:cubicBezTo>
                  <a:pt x="401491" y="506628"/>
                  <a:pt x="410630" y="515767"/>
                  <a:pt x="410630" y="527040"/>
                </a:cubicBezTo>
                <a:cubicBezTo>
                  <a:pt x="410630" y="538314"/>
                  <a:pt x="401491" y="547453"/>
                  <a:pt x="390217" y="547453"/>
                </a:cubicBezTo>
                <a:cubicBezTo>
                  <a:pt x="378944" y="547453"/>
                  <a:pt x="369805" y="538314"/>
                  <a:pt x="369805" y="527040"/>
                </a:cubicBezTo>
                <a:cubicBezTo>
                  <a:pt x="369805" y="515767"/>
                  <a:pt x="378944" y="506628"/>
                  <a:pt x="390217" y="506628"/>
                </a:cubicBezTo>
                <a:close/>
                <a:moveTo>
                  <a:pt x="341440" y="506628"/>
                </a:moveTo>
                <a:cubicBezTo>
                  <a:pt x="352714" y="506628"/>
                  <a:pt x="361853" y="515767"/>
                  <a:pt x="361853" y="527040"/>
                </a:cubicBezTo>
                <a:cubicBezTo>
                  <a:pt x="361853" y="538314"/>
                  <a:pt x="352714" y="547453"/>
                  <a:pt x="341440" y="547453"/>
                </a:cubicBezTo>
                <a:cubicBezTo>
                  <a:pt x="330166" y="547453"/>
                  <a:pt x="321028" y="538314"/>
                  <a:pt x="321028" y="527040"/>
                </a:cubicBezTo>
                <a:cubicBezTo>
                  <a:pt x="321028" y="515767"/>
                  <a:pt x="330166" y="506628"/>
                  <a:pt x="341440" y="506628"/>
                </a:cubicBezTo>
                <a:close/>
                <a:moveTo>
                  <a:pt x="292663" y="506628"/>
                </a:moveTo>
                <a:cubicBezTo>
                  <a:pt x="303937" y="506628"/>
                  <a:pt x="313076" y="515767"/>
                  <a:pt x="313076" y="527040"/>
                </a:cubicBezTo>
                <a:cubicBezTo>
                  <a:pt x="313076" y="538314"/>
                  <a:pt x="303937" y="547453"/>
                  <a:pt x="292663" y="547453"/>
                </a:cubicBezTo>
                <a:cubicBezTo>
                  <a:pt x="281389" y="547453"/>
                  <a:pt x="272251" y="538314"/>
                  <a:pt x="272251" y="527040"/>
                </a:cubicBezTo>
                <a:cubicBezTo>
                  <a:pt x="272251" y="515767"/>
                  <a:pt x="281389" y="506628"/>
                  <a:pt x="292663" y="506628"/>
                </a:cubicBezTo>
                <a:close/>
                <a:moveTo>
                  <a:pt x="243886" y="506628"/>
                </a:moveTo>
                <a:cubicBezTo>
                  <a:pt x="255160" y="506628"/>
                  <a:pt x="264299" y="515767"/>
                  <a:pt x="264299" y="527040"/>
                </a:cubicBezTo>
                <a:cubicBezTo>
                  <a:pt x="264299" y="538314"/>
                  <a:pt x="255160" y="547453"/>
                  <a:pt x="243886" y="547453"/>
                </a:cubicBezTo>
                <a:cubicBezTo>
                  <a:pt x="232612" y="547453"/>
                  <a:pt x="223473" y="538314"/>
                  <a:pt x="223473" y="527040"/>
                </a:cubicBezTo>
                <a:cubicBezTo>
                  <a:pt x="223473" y="515767"/>
                  <a:pt x="232612" y="506628"/>
                  <a:pt x="243886" y="506628"/>
                </a:cubicBezTo>
                <a:close/>
                <a:moveTo>
                  <a:pt x="195109" y="506628"/>
                </a:moveTo>
                <a:cubicBezTo>
                  <a:pt x="206383" y="506628"/>
                  <a:pt x="215522" y="515767"/>
                  <a:pt x="215522" y="527040"/>
                </a:cubicBezTo>
                <a:cubicBezTo>
                  <a:pt x="215522" y="538314"/>
                  <a:pt x="206383" y="547453"/>
                  <a:pt x="195109" y="547453"/>
                </a:cubicBezTo>
                <a:cubicBezTo>
                  <a:pt x="183835" y="547453"/>
                  <a:pt x="174696" y="538314"/>
                  <a:pt x="174696" y="527040"/>
                </a:cubicBezTo>
                <a:cubicBezTo>
                  <a:pt x="174696" y="515767"/>
                  <a:pt x="183835" y="506628"/>
                  <a:pt x="195109" y="506628"/>
                </a:cubicBezTo>
                <a:close/>
                <a:moveTo>
                  <a:pt x="146332" y="506628"/>
                </a:moveTo>
                <a:cubicBezTo>
                  <a:pt x="157606" y="506628"/>
                  <a:pt x="166745" y="515767"/>
                  <a:pt x="166745" y="527040"/>
                </a:cubicBezTo>
                <a:cubicBezTo>
                  <a:pt x="166745" y="538314"/>
                  <a:pt x="157606" y="547453"/>
                  <a:pt x="146332" y="547453"/>
                </a:cubicBezTo>
                <a:cubicBezTo>
                  <a:pt x="135058" y="547453"/>
                  <a:pt x="125919" y="538314"/>
                  <a:pt x="125919" y="527040"/>
                </a:cubicBezTo>
                <a:cubicBezTo>
                  <a:pt x="125919" y="515767"/>
                  <a:pt x="135058" y="506628"/>
                  <a:pt x="146332" y="506628"/>
                </a:cubicBezTo>
                <a:close/>
                <a:moveTo>
                  <a:pt x="97555" y="506628"/>
                </a:moveTo>
                <a:cubicBezTo>
                  <a:pt x="108829" y="506628"/>
                  <a:pt x="117968" y="515767"/>
                  <a:pt x="117968" y="527040"/>
                </a:cubicBezTo>
                <a:cubicBezTo>
                  <a:pt x="117968" y="538314"/>
                  <a:pt x="108829" y="547453"/>
                  <a:pt x="97555" y="547453"/>
                </a:cubicBezTo>
                <a:cubicBezTo>
                  <a:pt x="86281" y="547453"/>
                  <a:pt x="77142" y="538314"/>
                  <a:pt x="77142" y="527040"/>
                </a:cubicBezTo>
                <a:cubicBezTo>
                  <a:pt x="77142" y="515767"/>
                  <a:pt x="86281" y="506628"/>
                  <a:pt x="97555" y="506628"/>
                </a:cubicBezTo>
                <a:close/>
                <a:moveTo>
                  <a:pt x="48778" y="506628"/>
                </a:moveTo>
                <a:cubicBezTo>
                  <a:pt x="60052" y="506628"/>
                  <a:pt x="69191" y="515767"/>
                  <a:pt x="69191" y="527040"/>
                </a:cubicBezTo>
                <a:cubicBezTo>
                  <a:pt x="69191" y="538314"/>
                  <a:pt x="60052" y="547453"/>
                  <a:pt x="48778" y="547453"/>
                </a:cubicBezTo>
                <a:cubicBezTo>
                  <a:pt x="37504" y="547453"/>
                  <a:pt x="28365" y="538314"/>
                  <a:pt x="28365" y="527040"/>
                </a:cubicBezTo>
                <a:cubicBezTo>
                  <a:pt x="28365" y="515767"/>
                  <a:pt x="37504" y="506628"/>
                  <a:pt x="48778" y="506628"/>
                </a:cubicBezTo>
                <a:close/>
                <a:moveTo>
                  <a:pt x="2" y="506628"/>
                </a:moveTo>
                <a:cubicBezTo>
                  <a:pt x="11275" y="506628"/>
                  <a:pt x="20414" y="515767"/>
                  <a:pt x="20414" y="527040"/>
                </a:cubicBezTo>
                <a:cubicBezTo>
                  <a:pt x="20414" y="538314"/>
                  <a:pt x="11275" y="547453"/>
                  <a:pt x="2" y="547453"/>
                </a:cubicBezTo>
                <a:lnTo>
                  <a:pt x="0" y="547452"/>
                </a:lnTo>
                <a:lnTo>
                  <a:pt x="0" y="506629"/>
                </a:lnTo>
                <a:close/>
                <a:moveTo>
                  <a:pt x="877988" y="452541"/>
                </a:moveTo>
                <a:cubicBezTo>
                  <a:pt x="883625" y="452541"/>
                  <a:pt x="888728" y="454826"/>
                  <a:pt x="892422" y="458520"/>
                </a:cubicBezTo>
                <a:lnTo>
                  <a:pt x="896859" y="469231"/>
                </a:lnTo>
                <a:lnTo>
                  <a:pt x="889104" y="485329"/>
                </a:lnTo>
                <a:lnTo>
                  <a:pt x="885092" y="491933"/>
                </a:lnTo>
                <a:lnTo>
                  <a:pt x="877988" y="493367"/>
                </a:lnTo>
                <a:cubicBezTo>
                  <a:pt x="866714" y="493367"/>
                  <a:pt x="857575" y="484228"/>
                  <a:pt x="857575" y="472954"/>
                </a:cubicBezTo>
                <a:cubicBezTo>
                  <a:pt x="857575" y="461680"/>
                  <a:pt x="866714" y="452541"/>
                  <a:pt x="877988" y="452541"/>
                </a:cubicBezTo>
                <a:close/>
                <a:moveTo>
                  <a:pt x="829211" y="452541"/>
                </a:moveTo>
                <a:cubicBezTo>
                  <a:pt x="840485" y="452541"/>
                  <a:pt x="849624" y="461680"/>
                  <a:pt x="849624" y="472954"/>
                </a:cubicBezTo>
                <a:cubicBezTo>
                  <a:pt x="849624" y="484228"/>
                  <a:pt x="840485" y="493367"/>
                  <a:pt x="829211" y="493367"/>
                </a:cubicBezTo>
                <a:cubicBezTo>
                  <a:pt x="817937" y="493367"/>
                  <a:pt x="808798" y="484228"/>
                  <a:pt x="808798" y="472954"/>
                </a:cubicBezTo>
                <a:cubicBezTo>
                  <a:pt x="808798" y="461680"/>
                  <a:pt x="817937" y="452541"/>
                  <a:pt x="829211" y="452541"/>
                </a:cubicBezTo>
                <a:close/>
                <a:moveTo>
                  <a:pt x="780434" y="452541"/>
                </a:moveTo>
                <a:cubicBezTo>
                  <a:pt x="791708" y="452541"/>
                  <a:pt x="800847" y="461680"/>
                  <a:pt x="800847" y="472954"/>
                </a:cubicBezTo>
                <a:cubicBezTo>
                  <a:pt x="800847" y="484228"/>
                  <a:pt x="791708" y="493367"/>
                  <a:pt x="780434" y="493367"/>
                </a:cubicBezTo>
                <a:cubicBezTo>
                  <a:pt x="769160" y="493367"/>
                  <a:pt x="760021" y="484228"/>
                  <a:pt x="760021" y="472954"/>
                </a:cubicBezTo>
                <a:cubicBezTo>
                  <a:pt x="760021" y="461680"/>
                  <a:pt x="769160" y="452541"/>
                  <a:pt x="780434" y="452541"/>
                </a:cubicBezTo>
                <a:close/>
                <a:moveTo>
                  <a:pt x="731657" y="452541"/>
                </a:moveTo>
                <a:cubicBezTo>
                  <a:pt x="742931" y="452541"/>
                  <a:pt x="752070" y="461680"/>
                  <a:pt x="752070" y="472954"/>
                </a:cubicBezTo>
                <a:cubicBezTo>
                  <a:pt x="752070" y="484228"/>
                  <a:pt x="742931" y="493367"/>
                  <a:pt x="731657" y="493367"/>
                </a:cubicBezTo>
                <a:cubicBezTo>
                  <a:pt x="720383" y="493367"/>
                  <a:pt x="711244" y="484228"/>
                  <a:pt x="711244" y="472954"/>
                </a:cubicBezTo>
                <a:cubicBezTo>
                  <a:pt x="711244" y="461680"/>
                  <a:pt x="720383" y="452541"/>
                  <a:pt x="731657" y="452541"/>
                </a:cubicBezTo>
                <a:close/>
                <a:moveTo>
                  <a:pt x="682880" y="452541"/>
                </a:moveTo>
                <a:cubicBezTo>
                  <a:pt x="694153" y="452541"/>
                  <a:pt x="703293" y="461680"/>
                  <a:pt x="703293" y="472954"/>
                </a:cubicBezTo>
                <a:cubicBezTo>
                  <a:pt x="703293" y="484228"/>
                  <a:pt x="694153" y="493367"/>
                  <a:pt x="682880" y="493367"/>
                </a:cubicBezTo>
                <a:cubicBezTo>
                  <a:pt x="671606" y="493367"/>
                  <a:pt x="662467" y="484228"/>
                  <a:pt x="662467" y="472954"/>
                </a:cubicBezTo>
                <a:cubicBezTo>
                  <a:pt x="662467" y="461680"/>
                  <a:pt x="671606" y="452541"/>
                  <a:pt x="682880" y="452541"/>
                </a:cubicBezTo>
                <a:close/>
                <a:moveTo>
                  <a:pt x="634103" y="452541"/>
                </a:moveTo>
                <a:cubicBezTo>
                  <a:pt x="645377" y="452541"/>
                  <a:pt x="654516" y="461680"/>
                  <a:pt x="654516" y="472954"/>
                </a:cubicBezTo>
                <a:cubicBezTo>
                  <a:pt x="654516" y="484228"/>
                  <a:pt x="645377" y="493367"/>
                  <a:pt x="634103" y="493367"/>
                </a:cubicBezTo>
                <a:cubicBezTo>
                  <a:pt x="622829" y="493367"/>
                  <a:pt x="613690" y="484228"/>
                  <a:pt x="613690" y="472954"/>
                </a:cubicBezTo>
                <a:cubicBezTo>
                  <a:pt x="613690" y="461680"/>
                  <a:pt x="622829" y="452541"/>
                  <a:pt x="634103" y="452541"/>
                </a:cubicBezTo>
                <a:close/>
                <a:moveTo>
                  <a:pt x="585326" y="452541"/>
                </a:moveTo>
                <a:cubicBezTo>
                  <a:pt x="596599" y="452541"/>
                  <a:pt x="605738" y="461680"/>
                  <a:pt x="605738" y="472954"/>
                </a:cubicBezTo>
                <a:cubicBezTo>
                  <a:pt x="605738" y="484228"/>
                  <a:pt x="596599" y="493367"/>
                  <a:pt x="585326" y="493367"/>
                </a:cubicBezTo>
                <a:cubicBezTo>
                  <a:pt x="574052" y="493367"/>
                  <a:pt x="564913" y="484228"/>
                  <a:pt x="564913" y="472954"/>
                </a:cubicBezTo>
                <a:cubicBezTo>
                  <a:pt x="564913" y="461680"/>
                  <a:pt x="574052" y="452541"/>
                  <a:pt x="585326" y="452541"/>
                </a:cubicBezTo>
                <a:close/>
                <a:moveTo>
                  <a:pt x="536549" y="452541"/>
                </a:moveTo>
                <a:cubicBezTo>
                  <a:pt x="547822" y="452541"/>
                  <a:pt x="556961" y="461680"/>
                  <a:pt x="556961" y="472954"/>
                </a:cubicBezTo>
                <a:cubicBezTo>
                  <a:pt x="556961" y="484228"/>
                  <a:pt x="547822" y="493367"/>
                  <a:pt x="536549" y="493367"/>
                </a:cubicBezTo>
                <a:cubicBezTo>
                  <a:pt x="525275" y="493367"/>
                  <a:pt x="516136" y="484228"/>
                  <a:pt x="516136" y="472954"/>
                </a:cubicBezTo>
                <a:cubicBezTo>
                  <a:pt x="516136" y="461680"/>
                  <a:pt x="525275" y="452541"/>
                  <a:pt x="536549" y="452541"/>
                </a:cubicBezTo>
                <a:close/>
                <a:moveTo>
                  <a:pt x="487772" y="452541"/>
                </a:moveTo>
                <a:cubicBezTo>
                  <a:pt x="499045" y="452541"/>
                  <a:pt x="508184" y="461680"/>
                  <a:pt x="508184" y="472954"/>
                </a:cubicBezTo>
                <a:cubicBezTo>
                  <a:pt x="508184" y="484228"/>
                  <a:pt x="499045" y="493367"/>
                  <a:pt x="487772" y="493367"/>
                </a:cubicBezTo>
                <a:cubicBezTo>
                  <a:pt x="476498" y="493367"/>
                  <a:pt x="467359" y="484228"/>
                  <a:pt x="467359" y="472954"/>
                </a:cubicBezTo>
                <a:cubicBezTo>
                  <a:pt x="467359" y="461680"/>
                  <a:pt x="476498" y="452541"/>
                  <a:pt x="487772" y="452541"/>
                </a:cubicBezTo>
                <a:close/>
                <a:moveTo>
                  <a:pt x="438994" y="452541"/>
                </a:moveTo>
                <a:cubicBezTo>
                  <a:pt x="450268" y="452541"/>
                  <a:pt x="459407" y="461680"/>
                  <a:pt x="459407" y="472954"/>
                </a:cubicBezTo>
                <a:cubicBezTo>
                  <a:pt x="459407" y="484228"/>
                  <a:pt x="450268" y="493367"/>
                  <a:pt x="438994" y="493367"/>
                </a:cubicBezTo>
                <a:cubicBezTo>
                  <a:pt x="427721" y="493367"/>
                  <a:pt x="418582" y="484228"/>
                  <a:pt x="418582" y="472954"/>
                </a:cubicBezTo>
                <a:cubicBezTo>
                  <a:pt x="418582" y="461680"/>
                  <a:pt x="427721" y="452541"/>
                  <a:pt x="438994" y="452541"/>
                </a:cubicBezTo>
                <a:close/>
                <a:moveTo>
                  <a:pt x="390217" y="452541"/>
                </a:moveTo>
                <a:cubicBezTo>
                  <a:pt x="401491" y="452541"/>
                  <a:pt x="410630" y="461680"/>
                  <a:pt x="410630" y="472954"/>
                </a:cubicBezTo>
                <a:cubicBezTo>
                  <a:pt x="410630" y="484228"/>
                  <a:pt x="401491" y="493367"/>
                  <a:pt x="390217" y="493367"/>
                </a:cubicBezTo>
                <a:cubicBezTo>
                  <a:pt x="378944" y="493367"/>
                  <a:pt x="369805" y="484228"/>
                  <a:pt x="369805" y="472954"/>
                </a:cubicBezTo>
                <a:cubicBezTo>
                  <a:pt x="369805" y="461680"/>
                  <a:pt x="378944" y="452541"/>
                  <a:pt x="390217" y="452541"/>
                </a:cubicBezTo>
                <a:close/>
                <a:moveTo>
                  <a:pt x="341440" y="452541"/>
                </a:moveTo>
                <a:cubicBezTo>
                  <a:pt x="352714" y="452541"/>
                  <a:pt x="361853" y="461680"/>
                  <a:pt x="361853" y="472954"/>
                </a:cubicBezTo>
                <a:cubicBezTo>
                  <a:pt x="361853" y="484228"/>
                  <a:pt x="352714" y="493367"/>
                  <a:pt x="341440" y="493367"/>
                </a:cubicBezTo>
                <a:cubicBezTo>
                  <a:pt x="330166" y="493367"/>
                  <a:pt x="321028" y="484228"/>
                  <a:pt x="321028" y="472954"/>
                </a:cubicBezTo>
                <a:cubicBezTo>
                  <a:pt x="321028" y="461680"/>
                  <a:pt x="330166" y="452541"/>
                  <a:pt x="341440" y="452541"/>
                </a:cubicBezTo>
                <a:close/>
                <a:moveTo>
                  <a:pt x="292663" y="452541"/>
                </a:moveTo>
                <a:cubicBezTo>
                  <a:pt x="303937" y="452541"/>
                  <a:pt x="313076" y="461680"/>
                  <a:pt x="313076" y="472954"/>
                </a:cubicBezTo>
                <a:cubicBezTo>
                  <a:pt x="313076" y="484228"/>
                  <a:pt x="303937" y="493367"/>
                  <a:pt x="292663" y="493367"/>
                </a:cubicBezTo>
                <a:cubicBezTo>
                  <a:pt x="281389" y="493367"/>
                  <a:pt x="272251" y="484228"/>
                  <a:pt x="272251" y="472954"/>
                </a:cubicBezTo>
                <a:cubicBezTo>
                  <a:pt x="272251" y="461680"/>
                  <a:pt x="281389" y="452541"/>
                  <a:pt x="292663" y="452541"/>
                </a:cubicBezTo>
                <a:close/>
                <a:moveTo>
                  <a:pt x="243886" y="452541"/>
                </a:moveTo>
                <a:cubicBezTo>
                  <a:pt x="255160" y="452541"/>
                  <a:pt x="264299" y="461680"/>
                  <a:pt x="264299" y="472954"/>
                </a:cubicBezTo>
                <a:cubicBezTo>
                  <a:pt x="264299" y="484228"/>
                  <a:pt x="255160" y="493367"/>
                  <a:pt x="243886" y="493367"/>
                </a:cubicBezTo>
                <a:cubicBezTo>
                  <a:pt x="232612" y="493367"/>
                  <a:pt x="223473" y="484228"/>
                  <a:pt x="223473" y="472954"/>
                </a:cubicBezTo>
                <a:cubicBezTo>
                  <a:pt x="223473" y="461680"/>
                  <a:pt x="232612" y="452541"/>
                  <a:pt x="243886" y="452541"/>
                </a:cubicBezTo>
                <a:close/>
                <a:moveTo>
                  <a:pt x="195109" y="452541"/>
                </a:moveTo>
                <a:cubicBezTo>
                  <a:pt x="206383" y="452541"/>
                  <a:pt x="215522" y="461680"/>
                  <a:pt x="215522" y="472954"/>
                </a:cubicBezTo>
                <a:cubicBezTo>
                  <a:pt x="215522" y="484228"/>
                  <a:pt x="206383" y="493367"/>
                  <a:pt x="195109" y="493367"/>
                </a:cubicBezTo>
                <a:cubicBezTo>
                  <a:pt x="183835" y="493367"/>
                  <a:pt x="174696" y="484228"/>
                  <a:pt x="174696" y="472954"/>
                </a:cubicBezTo>
                <a:cubicBezTo>
                  <a:pt x="174696" y="461680"/>
                  <a:pt x="183835" y="452541"/>
                  <a:pt x="195109" y="452541"/>
                </a:cubicBezTo>
                <a:close/>
                <a:moveTo>
                  <a:pt x="146332" y="452541"/>
                </a:moveTo>
                <a:cubicBezTo>
                  <a:pt x="157606" y="452541"/>
                  <a:pt x="166745" y="461680"/>
                  <a:pt x="166745" y="472954"/>
                </a:cubicBezTo>
                <a:cubicBezTo>
                  <a:pt x="166745" y="484228"/>
                  <a:pt x="157606" y="493367"/>
                  <a:pt x="146332" y="493367"/>
                </a:cubicBezTo>
                <a:cubicBezTo>
                  <a:pt x="135058" y="493367"/>
                  <a:pt x="125919" y="484228"/>
                  <a:pt x="125919" y="472954"/>
                </a:cubicBezTo>
                <a:cubicBezTo>
                  <a:pt x="125919" y="461680"/>
                  <a:pt x="135058" y="452541"/>
                  <a:pt x="146332" y="452541"/>
                </a:cubicBezTo>
                <a:close/>
                <a:moveTo>
                  <a:pt x="97555" y="452541"/>
                </a:moveTo>
                <a:cubicBezTo>
                  <a:pt x="108829" y="452541"/>
                  <a:pt x="117968" y="461680"/>
                  <a:pt x="117968" y="472954"/>
                </a:cubicBezTo>
                <a:cubicBezTo>
                  <a:pt x="117968" y="484228"/>
                  <a:pt x="108829" y="493367"/>
                  <a:pt x="97555" y="493367"/>
                </a:cubicBezTo>
                <a:cubicBezTo>
                  <a:pt x="86281" y="493367"/>
                  <a:pt x="77142" y="484228"/>
                  <a:pt x="77142" y="472954"/>
                </a:cubicBezTo>
                <a:cubicBezTo>
                  <a:pt x="77142" y="461680"/>
                  <a:pt x="86281" y="452541"/>
                  <a:pt x="97555" y="452541"/>
                </a:cubicBezTo>
                <a:close/>
                <a:moveTo>
                  <a:pt x="48778" y="452541"/>
                </a:moveTo>
                <a:cubicBezTo>
                  <a:pt x="60052" y="452541"/>
                  <a:pt x="69191" y="461680"/>
                  <a:pt x="69191" y="472954"/>
                </a:cubicBezTo>
                <a:cubicBezTo>
                  <a:pt x="69191" y="484228"/>
                  <a:pt x="60052" y="493367"/>
                  <a:pt x="48778" y="493367"/>
                </a:cubicBezTo>
                <a:cubicBezTo>
                  <a:pt x="37504" y="493367"/>
                  <a:pt x="28365" y="484228"/>
                  <a:pt x="28365" y="472954"/>
                </a:cubicBezTo>
                <a:cubicBezTo>
                  <a:pt x="28365" y="461680"/>
                  <a:pt x="37504" y="452541"/>
                  <a:pt x="48778" y="452541"/>
                </a:cubicBezTo>
                <a:close/>
                <a:moveTo>
                  <a:pt x="2" y="452541"/>
                </a:moveTo>
                <a:cubicBezTo>
                  <a:pt x="11275" y="452541"/>
                  <a:pt x="20414" y="461680"/>
                  <a:pt x="20414" y="472954"/>
                </a:cubicBezTo>
                <a:cubicBezTo>
                  <a:pt x="20414" y="484228"/>
                  <a:pt x="11275" y="493367"/>
                  <a:pt x="2" y="493367"/>
                </a:cubicBezTo>
                <a:lnTo>
                  <a:pt x="0" y="493366"/>
                </a:lnTo>
                <a:lnTo>
                  <a:pt x="0" y="452542"/>
                </a:lnTo>
                <a:close/>
                <a:moveTo>
                  <a:pt x="926765" y="398455"/>
                </a:moveTo>
                <a:lnTo>
                  <a:pt x="930582" y="399226"/>
                </a:lnTo>
                <a:lnTo>
                  <a:pt x="913716" y="434236"/>
                </a:lnTo>
                <a:lnTo>
                  <a:pt x="912331" y="433302"/>
                </a:lnTo>
                <a:cubicBezTo>
                  <a:pt x="908637" y="429608"/>
                  <a:pt x="906352" y="424505"/>
                  <a:pt x="906352" y="418868"/>
                </a:cubicBezTo>
                <a:cubicBezTo>
                  <a:pt x="906352" y="407594"/>
                  <a:pt x="915491" y="398455"/>
                  <a:pt x="926765" y="398455"/>
                </a:cubicBezTo>
                <a:close/>
                <a:moveTo>
                  <a:pt x="877988" y="398455"/>
                </a:moveTo>
                <a:cubicBezTo>
                  <a:pt x="889262" y="398455"/>
                  <a:pt x="898401" y="407594"/>
                  <a:pt x="898401" y="418868"/>
                </a:cubicBezTo>
                <a:cubicBezTo>
                  <a:pt x="898401" y="430142"/>
                  <a:pt x="889262" y="439281"/>
                  <a:pt x="877988" y="439281"/>
                </a:cubicBezTo>
                <a:cubicBezTo>
                  <a:pt x="866714" y="439281"/>
                  <a:pt x="857575" y="430142"/>
                  <a:pt x="857575" y="418868"/>
                </a:cubicBezTo>
                <a:cubicBezTo>
                  <a:pt x="857575" y="407594"/>
                  <a:pt x="866714" y="398455"/>
                  <a:pt x="877988" y="398455"/>
                </a:cubicBezTo>
                <a:close/>
                <a:moveTo>
                  <a:pt x="829211" y="398455"/>
                </a:moveTo>
                <a:cubicBezTo>
                  <a:pt x="840485" y="398455"/>
                  <a:pt x="849624" y="407594"/>
                  <a:pt x="849624" y="418868"/>
                </a:cubicBezTo>
                <a:cubicBezTo>
                  <a:pt x="849624" y="430142"/>
                  <a:pt x="840485" y="439281"/>
                  <a:pt x="829211" y="439281"/>
                </a:cubicBezTo>
                <a:cubicBezTo>
                  <a:pt x="817937" y="439281"/>
                  <a:pt x="808798" y="430142"/>
                  <a:pt x="808798" y="418868"/>
                </a:cubicBezTo>
                <a:cubicBezTo>
                  <a:pt x="808798" y="407594"/>
                  <a:pt x="817937" y="398455"/>
                  <a:pt x="829211" y="398455"/>
                </a:cubicBezTo>
                <a:close/>
                <a:moveTo>
                  <a:pt x="780434" y="398455"/>
                </a:moveTo>
                <a:cubicBezTo>
                  <a:pt x="791708" y="398455"/>
                  <a:pt x="800847" y="407594"/>
                  <a:pt x="800847" y="418868"/>
                </a:cubicBezTo>
                <a:cubicBezTo>
                  <a:pt x="800847" y="430142"/>
                  <a:pt x="791708" y="439281"/>
                  <a:pt x="780434" y="439281"/>
                </a:cubicBezTo>
                <a:cubicBezTo>
                  <a:pt x="769160" y="439281"/>
                  <a:pt x="760021" y="430142"/>
                  <a:pt x="760021" y="418868"/>
                </a:cubicBezTo>
                <a:cubicBezTo>
                  <a:pt x="760021" y="407594"/>
                  <a:pt x="769160" y="398455"/>
                  <a:pt x="780434" y="398455"/>
                </a:cubicBezTo>
                <a:close/>
                <a:moveTo>
                  <a:pt x="731657" y="398455"/>
                </a:moveTo>
                <a:cubicBezTo>
                  <a:pt x="742931" y="398455"/>
                  <a:pt x="752070" y="407594"/>
                  <a:pt x="752070" y="418868"/>
                </a:cubicBezTo>
                <a:cubicBezTo>
                  <a:pt x="752070" y="430142"/>
                  <a:pt x="742931" y="439281"/>
                  <a:pt x="731657" y="439281"/>
                </a:cubicBezTo>
                <a:cubicBezTo>
                  <a:pt x="720383" y="439281"/>
                  <a:pt x="711244" y="430142"/>
                  <a:pt x="711244" y="418868"/>
                </a:cubicBezTo>
                <a:cubicBezTo>
                  <a:pt x="711244" y="407594"/>
                  <a:pt x="720383" y="398455"/>
                  <a:pt x="731657" y="398455"/>
                </a:cubicBezTo>
                <a:close/>
                <a:moveTo>
                  <a:pt x="682880" y="398455"/>
                </a:moveTo>
                <a:cubicBezTo>
                  <a:pt x="694153" y="398455"/>
                  <a:pt x="703293" y="407594"/>
                  <a:pt x="703293" y="418868"/>
                </a:cubicBezTo>
                <a:cubicBezTo>
                  <a:pt x="703293" y="430142"/>
                  <a:pt x="694153" y="439281"/>
                  <a:pt x="682880" y="439281"/>
                </a:cubicBezTo>
                <a:cubicBezTo>
                  <a:pt x="671606" y="439281"/>
                  <a:pt x="662467" y="430142"/>
                  <a:pt x="662467" y="418868"/>
                </a:cubicBezTo>
                <a:cubicBezTo>
                  <a:pt x="662467" y="407594"/>
                  <a:pt x="671606" y="398455"/>
                  <a:pt x="682880" y="398455"/>
                </a:cubicBezTo>
                <a:close/>
                <a:moveTo>
                  <a:pt x="634103" y="398455"/>
                </a:moveTo>
                <a:cubicBezTo>
                  <a:pt x="645377" y="398455"/>
                  <a:pt x="654516" y="407594"/>
                  <a:pt x="654516" y="418868"/>
                </a:cubicBezTo>
                <a:cubicBezTo>
                  <a:pt x="654516" y="430142"/>
                  <a:pt x="645377" y="439281"/>
                  <a:pt x="634103" y="439281"/>
                </a:cubicBezTo>
                <a:cubicBezTo>
                  <a:pt x="622829" y="439281"/>
                  <a:pt x="613690" y="430142"/>
                  <a:pt x="613690" y="418868"/>
                </a:cubicBezTo>
                <a:cubicBezTo>
                  <a:pt x="613690" y="407594"/>
                  <a:pt x="622829" y="398455"/>
                  <a:pt x="634103" y="398455"/>
                </a:cubicBezTo>
                <a:close/>
                <a:moveTo>
                  <a:pt x="585326" y="398455"/>
                </a:moveTo>
                <a:cubicBezTo>
                  <a:pt x="596599" y="398455"/>
                  <a:pt x="605738" y="407594"/>
                  <a:pt x="605738" y="418868"/>
                </a:cubicBezTo>
                <a:cubicBezTo>
                  <a:pt x="605738" y="430142"/>
                  <a:pt x="596599" y="439281"/>
                  <a:pt x="585326" y="439281"/>
                </a:cubicBezTo>
                <a:cubicBezTo>
                  <a:pt x="574052" y="439281"/>
                  <a:pt x="564913" y="430142"/>
                  <a:pt x="564913" y="418868"/>
                </a:cubicBezTo>
                <a:cubicBezTo>
                  <a:pt x="564913" y="407594"/>
                  <a:pt x="574052" y="398455"/>
                  <a:pt x="585326" y="398455"/>
                </a:cubicBezTo>
                <a:close/>
                <a:moveTo>
                  <a:pt x="536549" y="398455"/>
                </a:moveTo>
                <a:cubicBezTo>
                  <a:pt x="547822" y="398455"/>
                  <a:pt x="556961" y="407594"/>
                  <a:pt x="556961" y="418868"/>
                </a:cubicBezTo>
                <a:cubicBezTo>
                  <a:pt x="556961" y="430142"/>
                  <a:pt x="547822" y="439281"/>
                  <a:pt x="536549" y="439281"/>
                </a:cubicBezTo>
                <a:cubicBezTo>
                  <a:pt x="525275" y="439281"/>
                  <a:pt x="516136" y="430142"/>
                  <a:pt x="516136" y="418868"/>
                </a:cubicBezTo>
                <a:cubicBezTo>
                  <a:pt x="516136" y="407594"/>
                  <a:pt x="525275" y="398455"/>
                  <a:pt x="536549" y="398455"/>
                </a:cubicBezTo>
                <a:close/>
                <a:moveTo>
                  <a:pt x="487772" y="398455"/>
                </a:moveTo>
                <a:cubicBezTo>
                  <a:pt x="499045" y="398455"/>
                  <a:pt x="508184" y="407594"/>
                  <a:pt x="508184" y="418868"/>
                </a:cubicBezTo>
                <a:cubicBezTo>
                  <a:pt x="508184" y="430142"/>
                  <a:pt x="499045" y="439281"/>
                  <a:pt x="487772" y="439281"/>
                </a:cubicBezTo>
                <a:cubicBezTo>
                  <a:pt x="476498" y="439281"/>
                  <a:pt x="467359" y="430142"/>
                  <a:pt x="467359" y="418868"/>
                </a:cubicBezTo>
                <a:cubicBezTo>
                  <a:pt x="467359" y="407594"/>
                  <a:pt x="476498" y="398455"/>
                  <a:pt x="487772" y="398455"/>
                </a:cubicBezTo>
                <a:close/>
                <a:moveTo>
                  <a:pt x="438994" y="398455"/>
                </a:moveTo>
                <a:cubicBezTo>
                  <a:pt x="450268" y="398455"/>
                  <a:pt x="459407" y="407594"/>
                  <a:pt x="459407" y="418868"/>
                </a:cubicBezTo>
                <a:cubicBezTo>
                  <a:pt x="459407" y="430142"/>
                  <a:pt x="450268" y="439281"/>
                  <a:pt x="438994" y="439281"/>
                </a:cubicBezTo>
                <a:cubicBezTo>
                  <a:pt x="427721" y="439281"/>
                  <a:pt x="418582" y="430142"/>
                  <a:pt x="418582" y="418868"/>
                </a:cubicBezTo>
                <a:cubicBezTo>
                  <a:pt x="418582" y="407594"/>
                  <a:pt x="427721" y="398455"/>
                  <a:pt x="438994" y="398455"/>
                </a:cubicBezTo>
                <a:close/>
                <a:moveTo>
                  <a:pt x="390217" y="398455"/>
                </a:moveTo>
                <a:cubicBezTo>
                  <a:pt x="401491" y="398455"/>
                  <a:pt x="410630" y="407594"/>
                  <a:pt x="410630" y="418868"/>
                </a:cubicBezTo>
                <a:cubicBezTo>
                  <a:pt x="410630" y="430142"/>
                  <a:pt x="401491" y="439281"/>
                  <a:pt x="390217" y="439281"/>
                </a:cubicBezTo>
                <a:cubicBezTo>
                  <a:pt x="378944" y="439281"/>
                  <a:pt x="369805" y="430142"/>
                  <a:pt x="369805" y="418868"/>
                </a:cubicBezTo>
                <a:cubicBezTo>
                  <a:pt x="369805" y="407594"/>
                  <a:pt x="378944" y="398455"/>
                  <a:pt x="390217" y="398455"/>
                </a:cubicBezTo>
                <a:close/>
                <a:moveTo>
                  <a:pt x="341440" y="398455"/>
                </a:moveTo>
                <a:cubicBezTo>
                  <a:pt x="352714" y="398455"/>
                  <a:pt x="361853" y="407594"/>
                  <a:pt x="361853" y="418868"/>
                </a:cubicBezTo>
                <a:cubicBezTo>
                  <a:pt x="361853" y="430142"/>
                  <a:pt x="352714" y="439281"/>
                  <a:pt x="341440" y="439281"/>
                </a:cubicBezTo>
                <a:cubicBezTo>
                  <a:pt x="330166" y="439281"/>
                  <a:pt x="321028" y="430142"/>
                  <a:pt x="321028" y="418868"/>
                </a:cubicBezTo>
                <a:cubicBezTo>
                  <a:pt x="321028" y="407594"/>
                  <a:pt x="330166" y="398455"/>
                  <a:pt x="341440" y="398455"/>
                </a:cubicBezTo>
                <a:close/>
                <a:moveTo>
                  <a:pt x="292663" y="398455"/>
                </a:moveTo>
                <a:cubicBezTo>
                  <a:pt x="303937" y="398455"/>
                  <a:pt x="313076" y="407594"/>
                  <a:pt x="313076" y="418868"/>
                </a:cubicBezTo>
                <a:cubicBezTo>
                  <a:pt x="313076" y="430142"/>
                  <a:pt x="303937" y="439281"/>
                  <a:pt x="292663" y="439281"/>
                </a:cubicBezTo>
                <a:cubicBezTo>
                  <a:pt x="281389" y="439281"/>
                  <a:pt x="272251" y="430142"/>
                  <a:pt x="272251" y="418868"/>
                </a:cubicBezTo>
                <a:cubicBezTo>
                  <a:pt x="272251" y="407594"/>
                  <a:pt x="281389" y="398455"/>
                  <a:pt x="292663" y="398455"/>
                </a:cubicBezTo>
                <a:close/>
                <a:moveTo>
                  <a:pt x="243886" y="398455"/>
                </a:moveTo>
                <a:cubicBezTo>
                  <a:pt x="255160" y="398455"/>
                  <a:pt x="264299" y="407594"/>
                  <a:pt x="264299" y="418868"/>
                </a:cubicBezTo>
                <a:cubicBezTo>
                  <a:pt x="264299" y="430142"/>
                  <a:pt x="255160" y="439281"/>
                  <a:pt x="243886" y="439281"/>
                </a:cubicBezTo>
                <a:cubicBezTo>
                  <a:pt x="232612" y="439281"/>
                  <a:pt x="223473" y="430142"/>
                  <a:pt x="223473" y="418868"/>
                </a:cubicBezTo>
                <a:cubicBezTo>
                  <a:pt x="223473" y="407594"/>
                  <a:pt x="232612" y="398455"/>
                  <a:pt x="243886" y="398455"/>
                </a:cubicBezTo>
                <a:close/>
                <a:moveTo>
                  <a:pt x="195109" y="398455"/>
                </a:moveTo>
                <a:cubicBezTo>
                  <a:pt x="206383" y="398455"/>
                  <a:pt x="215522" y="407594"/>
                  <a:pt x="215522" y="418868"/>
                </a:cubicBezTo>
                <a:cubicBezTo>
                  <a:pt x="215522" y="430142"/>
                  <a:pt x="206383" y="439281"/>
                  <a:pt x="195109" y="439281"/>
                </a:cubicBezTo>
                <a:cubicBezTo>
                  <a:pt x="183835" y="439281"/>
                  <a:pt x="174696" y="430142"/>
                  <a:pt x="174696" y="418868"/>
                </a:cubicBezTo>
                <a:cubicBezTo>
                  <a:pt x="174696" y="407594"/>
                  <a:pt x="183835" y="398455"/>
                  <a:pt x="195109" y="398455"/>
                </a:cubicBezTo>
                <a:close/>
                <a:moveTo>
                  <a:pt x="146332" y="398455"/>
                </a:moveTo>
                <a:cubicBezTo>
                  <a:pt x="157606" y="398455"/>
                  <a:pt x="166745" y="407594"/>
                  <a:pt x="166745" y="418868"/>
                </a:cubicBezTo>
                <a:cubicBezTo>
                  <a:pt x="166745" y="430142"/>
                  <a:pt x="157606" y="439281"/>
                  <a:pt x="146332" y="439281"/>
                </a:cubicBezTo>
                <a:cubicBezTo>
                  <a:pt x="135058" y="439281"/>
                  <a:pt x="125919" y="430142"/>
                  <a:pt x="125919" y="418868"/>
                </a:cubicBezTo>
                <a:cubicBezTo>
                  <a:pt x="125919" y="407594"/>
                  <a:pt x="135058" y="398455"/>
                  <a:pt x="146332" y="398455"/>
                </a:cubicBezTo>
                <a:close/>
                <a:moveTo>
                  <a:pt x="97555" y="398455"/>
                </a:moveTo>
                <a:cubicBezTo>
                  <a:pt x="108829" y="398455"/>
                  <a:pt x="117968" y="407594"/>
                  <a:pt x="117968" y="418868"/>
                </a:cubicBezTo>
                <a:cubicBezTo>
                  <a:pt x="117968" y="430142"/>
                  <a:pt x="108829" y="439281"/>
                  <a:pt x="97555" y="439281"/>
                </a:cubicBezTo>
                <a:cubicBezTo>
                  <a:pt x="86281" y="439281"/>
                  <a:pt x="77142" y="430142"/>
                  <a:pt x="77142" y="418868"/>
                </a:cubicBezTo>
                <a:cubicBezTo>
                  <a:pt x="77142" y="407594"/>
                  <a:pt x="86281" y="398455"/>
                  <a:pt x="97555" y="398455"/>
                </a:cubicBezTo>
                <a:close/>
                <a:moveTo>
                  <a:pt x="48778" y="398455"/>
                </a:moveTo>
                <a:cubicBezTo>
                  <a:pt x="60052" y="398455"/>
                  <a:pt x="69191" y="407594"/>
                  <a:pt x="69191" y="418868"/>
                </a:cubicBezTo>
                <a:cubicBezTo>
                  <a:pt x="69191" y="430142"/>
                  <a:pt x="60052" y="439281"/>
                  <a:pt x="48778" y="439281"/>
                </a:cubicBezTo>
                <a:cubicBezTo>
                  <a:pt x="37504" y="439281"/>
                  <a:pt x="28365" y="430142"/>
                  <a:pt x="28365" y="418868"/>
                </a:cubicBezTo>
                <a:cubicBezTo>
                  <a:pt x="28365" y="407594"/>
                  <a:pt x="37504" y="398455"/>
                  <a:pt x="48778" y="398455"/>
                </a:cubicBezTo>
                <a:close/>
                <a:moveTo>
                  <a:pt x="2" y="398455"/>
                </a:moveTo>
                <a:cubicBezTo>
                  <a:pt x="11275" y="398455"/>
                  <a:pt x="20414" y="407594"/>
                  <a:pt x="20414" y="418868"/>
                </a:cubicBezTo>
                <a:cubicBezTo>
                  <a:pt x="20414" y="430142"/>
                  <a:pt x="11275" y="439281"/>
                  <a:pt x="2" y="439281"/>
                </a:cubicBezTo>
                <a:lnTo>
                  <a:pt x="0" y="439280"/>
                </a:lnTo>
                <a:lnTo>
                  <a:pt x="0" y="398456"/>
                </a:lnTo>
                <a:close/>
                <a:moveTo>
                  <a:pt x="926765" y="344369"/>
                </a:moveTo>
                <a:cubicBezTo>
                  <a:pt x="932402" y="344369"/>
                  <a:pt x="937505" y="346654"/>
                  <a:pt x="941199" y="350348"/>
                </a:cubicBezTo>
                <a:lnTo>
                  <a:pt x="945200" y="360008"/>
                </a:lnTo>
                <a:lnTo>
                  <a:pt x="937178" y="381927"/>
                </a:lnTo>
                <a:lnTo>
                  <a:pt x="934711" y="383591"/>
                </a:lnTo>
                <a:cubicBezTo>
                  <a:pt x="932268" y="384624"/>
                  <a:pt x="929583" y="385195"/>
                  <a:pt x="926765" y="385195"/>
                </a:cubicBezTo>
                <a:cubicBezTo>
                  <a:pt x="915491" y="385195"/>
                  <a:pt x="906352" y="376056"/>
                  <a:pt x="906352" y="364782"/>
                </a:cubicBezTo>
                <a:cubicBezTo>
                  <a:pt x="906352" y="353508"/>
                  <a:pt x="915491" y="344369"/>
                  <a:pt x="926765" y="344369"/>
                </a:cubicBezTo>
                <a:close/>
                <a:moveTo>
                  <a:pt x="877988" y="344369"/>
                </a:moveTo>
                <a:cubicBezTo>
                  <a:pt x="889262" y="344369"/>
                  <a:pt x="898401" y="353508"/>
                  <a:pt x="898401" y="364782"/>
                </a:cubicBezTo>
                <a:cubicBezTo>
                  <a:pt x="898401" y="376056"/>
                  <a:pt x="889262" y="385195"/>
                  <a:pt x="877988" y="385195"/>
                </a:cubicBezTo>
                <a:cubicBezTo>
                  <a:pt x="866714" y="385195"/>
                  <a:pt x="857575" y="376056"/>
                  <a:pt x="857575" y="364782"/>
                </a:cubicBezTo>
                <a:cubicBezTo>
                  <a:pt x="857575" y="353508"/>
                  <a:pt x="866714" y="344369"/>
                  <a:pt x="877988" y="344369"/>
                </a:cubicBezTo>
                <a:close/>
                <a:moveTo>
                  <a:pt x="829211" y="344369"/>
                </a:moveTo>
                <a:cubicBezTo>
                  <a:pt x="840485" y="344369"/>
                  <a:pt x="849624" y="353508"/>
                  <a:pt x="849624" y="364782"/>
                </a:cubicBezTo>
                <a:cubicBezTo>
                  <a:pt x="849624" y="376056"/>
                  <a:pt x="840485" y="385195"/>
                  <a:pt x="829211" y="385195"/>
                </a:cubicBezTo>
                <a:cubicBezTo>
                  <a:pt x="817937" y="385195"/>
                  <a:pt x="808798" y="376056"/>
                  <a:pt x="808798" y="364782"/>
                </a:cubicBezTo>
                <a:cubicBezTo>
                  <a:pt x="808798" y="353508"/>
                  <a:pt x="817937" y="344369"/>
                  <a:pt x="829211" y="344369"/>
                </a:cubicBezTo>
                <a:close/>
                <a:moveTo>
                  <a:pt x="780434" y="344369"/>
                </a:moveTo>
                <a:cubicBezTo>
                  <a:pt x="791708" y="344369"/>
                  <a:pt x="800847" y="353508"/>
                  <a:pt x="800847" y="364782"/>
                </a:cubicBezTo>
                <a:cubicBezTo>
                  <a:pt x="800847" y="376056"/>
                  <a:pt x="791708" y="385195"/>
                  <a:pt x="780434" y="385195"/>
                </a:cubicBezTo>
                <a:cubicBezTo>
                  <a:pt x="769160" y="385195"/>
                  <a:pt x="760021" y="376056"/>
                  <a:pt x="760021" y="364782"/>
                </a:cubicBezTo>
                <a:cubicBezTo>
                  <a:pt x="760021" y="353508"/>
                  <a:pt x="769160" y="344369"/>
                  <a:pt x="780434" y="344369"/>
                </a:cubicBezTo>
                <a:close/>
                <a:moveTo>
                  <a:pt x="731657" y="344369"/>
                </a:moveTo>
                <a:cubicBezTo>
                  <a:pt x="742931" y="344369"/>
                  <a:pt x="752070" y="353508"/>
                  <a:pt x="752070" y="364782"/>
                </a:cubicBezTo>
                <a:cubicBezTo>
                  <a:pt x="752070" y="376056"/>
                  <a:pt x="742931" y="385195"/>
                  <a:pt x="731657" y="385195"/>
                </a:cubicBezTo>
                <a:cubicBezTo>
                  <a:pt x="720383" y="385195"/>
                  <a:pt x="711244" y="376056"/>
                  <a:pt x="711244" y="364782"/>
                </a:cubicBezTo>
                <a:cubicBezTo>
                  <a:pt x="711244" y="353508"/>
                  <a:pt x="720383" y="344369"/>
                  <a:pt x="731657" y="344369"/>
                </a:cubicBezTo>
                <a:close/>
                <a:moveTo>
                  <a:pt x="682880" y="344369"/>
                </a:moveTo>
                <a:cubicBezTo>
                  <a:pt x="694153" y="344369"/>
                  <a:pt x="703293" y="353508"/>
                  <a:pt x="703293" y="364782"/>
                </a:cubicBezTo>
                <a:cubicBezTo>
                  <a:pt x="703293" y="376056"/>
                  <a:pt x="694153" y="385195"/>
                  <a:pt x="682880" y="385195"/>
                </a:cubicBezTo>
                <a:cubicBezTo>
                  <a:pt x="671606" y="385195"/>
                  <a:pt x="662467" y="376056"/>
                  <a:pt x="662467" y="364782"/>
                </a:cubicBezTo>
                <a:cubicBezTo>
                  <a:pt x="662467" y="353508"/>
                  <a:pt x="671606" y="344369"/>
                  <a:pt x="682880" y="344369"/>
                </a:cubicBezTo>
                <a:close/>
                <a:moveTo>
                  <a:pt x="634103" y="344369"/>
                </a:moveTo>
                <a:cubicBezTo>
                  <a:pt x="645377" y="344369"/>
                  <a:pt x="654516" y="353508"/>
                  <a:pt x="654516" y="364782"/>
                </a:cubicBezTo>
                <a:cubicBezTo>
                  <a:pt x="654516" y="376056"/>
                  <a:pt x="645377" y="385195"/>
                  <a:pt x="634103" y="385195"/>
                </a:cubicBezTo>
                <a:cubicBezTo>
                  <a:pt x="622829" y="385195"/>
                  <a:pt x="613690" y="376056"/>
                  <a:pt x="613690" y="364782"/>
                </a:cubicBezTo>
                <a:cubicBezTo>
                  <a:pt x="613690" y="353508"/>
                  <a:pt x="622829" y="344369"/>
                  <a:pt x="634103" y="344369"/>
                </a:cubicBezTo>
                <a:close/>
                <a:moveTo>
                  <a:pt x="585326" y="344369"/>
                </a:moveTo>
                <a:cubicBezTo>
                  <a:pt x="596599" y="344369"/>
                  <a:pt x="605738" y="353508"/>
                  <a:pt x="605738" y="364782"/>
                </a:cubicBezTo>
                <a:cubicBezTo>
                  <a:pt x="605738" y="376056"/>
                  <a:pt x="596599" y="385195"/>
                  <a:pt x="585326" y="385195"/>
                </a:cubicBezTo>
                <a:cubicBezTo>
                  <a:pt x="574052" y="385195"/>
                  <a:pt x="564913" y="376056"/>
                  <a:pt x="564913" y="364782"/>
                </a:cubicBezTo>
                <a:cubicBezTo>
                  <a:pt x="564913" y="353508"/>
                  <a:pt x="574052" y="344369"/>
                  <a:pt x="585326" y="344369"/>
                </a:cubicBezTo>
                <a:close/>
                <a:moveTo>
                  <a:pt x="536549" y="344369"/>
                </a:moveTo>
                <a:cubicBezTo>
                  <a:pt x="547822" y="344369"/>
                  <a:pt x="556961" y="353508"/>
                  <a:pt x="556961" y="364782"/>
                </a:cubicBezTo>
                <a:cubicBezTo>
                  <a:pt x="556961" y="376056"/>
                  <a:pt x="547822" y="385195"/>
                  <a:pt x="536549" y="385195"/>
                </a:cubicBezTo>
                <a:cubicBezTo>
                  <a:pt x="525275" y="385195"/>
                  <a:pt x="516136" y="376056"/>
                  <a:pt x="516136" y="364782"/>
                </a:cubicBezTo>
                <a:cubicBezTo>
                  <a:pt x="516136" y="353508"/>
                  <a:pt x="525275" y="344369"/>
                  <a:pt x="536549" y="344369"/>
                </a:cubicBezTo>
                <a:close/>
                <a:moveTo>
                  <a:pt x="487772" y="344369"/>
                </a:moveTo>
                <a:cubicBezTo>
                  <a:pt x="499045" y="344369"/>
                  <a:pt x="508184" y="353508"/>
                  <a:pt x="508184" y="364782"/>
                </a:cubicBezTo>
                <a:cubicBezTo>
                  <a:pt x="508184" y="376056"/>
                  <a:pt x="499045" y="385195"/>
                  <a:pt x="487772" y="385195"/>
                </a:cubicBezTo>
                <a:cubicBezTo>
                  <a:pt x="476498" y="385195"/>
                  <a:pt x="467359" y="376056"/>
                  <a:pt x="467359" y="364782"/>
                </a:cubicBezTo>
                <a:cubicBezTo>
                  <a:pt x="467359" y="353508"/>
                  <a:pt x="476498" y="344369"/>
                  <a:pt x="487772" y="344369"/>
                </a:cubicBezTo>
                <a:close/>
                <a:moveTo>
                  <a:pt x="438994" y="344369"/>
                </a:moveTo>
                <a:cubicBezTo>
                  <a:pt x="450268" y="344369"/>
                  <a:pt x="459407" y="353508"/>
                  <a:pt x="459407" y="364782"/>
                </a:cubicBezTo>
                <a:cubicBezTo>
                  <a:pt x="459407" y="376056"/>
                  <a:pt x="450268" y="385195"/>
                  <a:pt x="438994" y="385195"/>
                </a:cubicBezTo>
                <a:cubicBezTo>
                  <a:pt x="427721" y="385195"/>
                  <a:pt x="418582" y="376056"/>
                  <a:pt x="418582" y="364782"/>
                </a:cubicBezTo>
                <a:cubicBezTo>
                  <a:pt x="418582" y="353508"/>
                  <a:pt x="427721" y="344369"/>
                  <a:pt x="438994" y="344369"/>
                </a:cubicBezTo>
                <a:close/>
                <a:moveTo>
                  <a:pt x="390217" y="344369"/>
                </a:moveTo>
                <a:cubicBezTo>
                  <a:pt x="401491" y="344369"/>
                  <a:pt x="410630" y="353508"/>
                  <a:pt x="410630" y="364782"/>
                </a:cubicBezTo>
                <a:cubicBezTo>
                  <a:pt x="410630" y="376056"/>
                  <a:pt x="401491" y="385195"/>
                  <a:pt x="390217" y="385195"/>
                </a:cubicBezTo>
                <a:cubicBezTo>
                  <a:pt x="378944" y="385195"/>
                  <a:pt x="369805" y="376056"/>
                  <a:pt x="369805" y="364782"/>
                </a:cubicBezTo>
                <a:cubicBezTo>
                  <a:pt x="369805" y="353508"/>
                  <a:pt x="378944" y="344369"/>
                  <a:pt x="390217" y="344369"/>
                </a:cubicBezTo>
                <a:close/>
                <a:moveTo>
                  <a:pt x="341440" y="344369"/>
                </a:moveTo>
                <a:cubicBezTo>
                  <a:pt x="352714" y="344369"/>
                  <a:pt x="361853" y="353508"/>
                  <a:pt x="361853" y="364782"/>
                </a:cubicBezTo>
                <a:cubicBezTo>
                  <a:pt x="361853" y="376056"/>
                  <a:pt x="352714" y="385195"/>
                  <a:pt x="341440" y="385195"/>
                </a:cubicBezTo>
                <a:cubicBezTo>
                  <a:pt x="330166" y="385195"/>
                  <a:pt x="321028" y="376056"/>
                  <a:pt x="321028" y="364782"/>
                </a:cubicBezTo>
                <a:cubicBezTo>
                  <a:pt x="321028" y="353508"/>
                  <a:pt x="330166" y="344369"/>
                  <a:pt x="341440" y="344369"/>
                </a:cubicBezTo>
                <a:close/>
                <a:moveTo>
                  <a:pt x="292663" y="344369"/>
                </a:moveTo>
                <a:cubicBezTo>
                  <a:pt x="303937" y="344369"/>
                  <a:pt x="313076" y="353508"/>
                  <a:pt x="313076" y="364782"/>
                </a:cubicBezTo>
                <a:cubicBezTo>
                  <a:pt x="313076" y="376056"/>
                  <a:pt x="303937" y="385195"/>
                  <a:pt x="292663" y="385195"/>
                </a:cubicBezTo>
                <a:cubicBezTo>
                  <a:pt x="281389" y="385195"/>
                  <a:pt x="272251" y="376056"/>
                  <a:pt x="272251" y="364782"/>
                </a:cubicBezTo>
                <a:cubicBezTo>
                  <a:pt x="272251" y="353508"/>
                  <a:pt x="281389" y="344369"/>
                  <a:pt x="292663" y="344369"/>
                </a:cubicBezTo>
                <a:close/>
                <a:moveTo>
                  <a:pt x="243886" y="344369"/>
                </a:moveTo>
                <a:cubicBezTo>
                  <a:pt x="255160" y="344369"/>
                  <a:pt x="264299" y="353508"/>
                  <a:pt x="264299" y="364782"/>
                </a:cubicBezTo>
                <a:cubicBezTo>
                  <a:pt x="264299" y="376056"/>
                  <a:pt x="255160" y="385195"/>
                  <a:pt x="243886" y="385195"/>
                </a:cubicBezTo>
                <a:cubicBezTo>
                  <a:pt x="232612" y="385195"/>
                  <a:pt x="223473" y="376056"/>
                  <a:pt x="223473" y="364782"/>
                </a:cubicBezTo>
                <a:cubicBezTo>
                  <a:pt x="223473" y="353508"/>
                  <a:pt x="232612" y="344369"/>
                  <a:pt x="243886" y="344369"/>
                </a:cubicBezTo>
                <a:close/>
                <a:moveTo>
                  <a:pt x="195109" y="344369"/>
                </a:moveTo>
                <a:cubicBezTo>
                  <a:pt x="206383" y="344369"/>
                  <a:pt x="215522" y="353508"/>
                  <a:pt x="215522" y="364782"/>
                </a:cubicBezTo>
                <a:cubicBezTo>
                  <a:pt x="215522" y="376056"/>
                  <a:pt x="206383" y="385195"/>
                  <a:pt x="195109" y="385195"/>
                </a:cubicBezTo>
                <a:cubicBezTo>
                  <a:pt x="183835" y="385195"/>
                  <a:pt x="174696" y="376056"/>
                  <a:pt x="174696" y="364782"/>
                </a:cubicBezTo>
                <a:cubicBezTo>
                  <a:pt x="174696" y="353508"/>
                  <a:pt x="183835" y="344369"/>
                  <a:pt x="195109" y="344369"/>
                </a:cubicBezTo>
                <a:close/>
                <a:moveTo>
                  <a:pt x="146332" y="344369"/>
                </a:moveTo>
                <a:cubicBezTo>
                  <a:pt x="157606" y="344369"/>
                  <a:pt x="166745" y="353508"/>
                  <a:pt x="166745" y="364782"/>
                </a:cubicBezTo>
                <a:cubicBezTo>
                  <a:pt x="166745" y="376056"/>
                  <a:pt x="157606" y="385195"/>
                  <a:pt x="146332" y="385195"/>
                </a:cubicBezTo>
                <a:cubicBezTo>
                  <a:pt x="135058" y="385195"/>
                  <a:pt x="125919" y="376056"/>
                  <a:pt x="125919" y="364782"/>
                </a:cubicBezTo>
                <a:cubicBezTo>
                  <a:pt x="125919" y="353508"/>
                  <a:pt x="135058" y="344369"/>
                  <a:pt x="146332" y="344369"/>
                </a:cubicBezTo>
                <a:close/>
                <a:moveTo>
                  <a:pt x="97555" y="344369"/>
                </a:moveTo>
                <a:cubicBezTo>
                  <a:pt x="108829" y="344369"/>
                  <a:pt x="117968" y="353508"/>
                  <a:pt x="117968" y="364782"/>
                </a:cubicBezTo>
                <a:cubicBezTo>
                  <a:pt x="117968" y="376056"/>
                  <a:pt x="108829" y="385195"/>
                  <a:pt x="97555" y="385195"/>
                </a:cubicBezTo>
                <a:cubicBezTo>
                  <a:pt x="86281" y="385195"/>
                  <a:pt x="77142" y="376056"/>
                  <a:pt x="77142" y="364782"/>
                </a:cubicBezTo>
                <a:cubicBezTo>
                  <a:pt x="77142" y="353508"/>
                  <a:pt x="86281" y="344369"/>
                  <a:pt x="97555" y="344369"/>
                </a:cubicBezTo>
                <a:close/>
                <a:moveTo>
                  <a:pt x="48778" y="344369"/>
                </a:moveTo>
                <a:cubicBezTo>
                  <a:pt x="60052" y="344369"/>
                  <a:pt x="69191" y="353508"/>
                  <a:pt x="69191" y="364782"/>
                </a:cubicBezTo>
                <a:cubicBezTo>
                  <a:pt x="69191" y="376056"/>
                  <a:pt x="60052" y="385195"/>
                  <a:pt x="48778" y="385195"/>
                </a:cubicBezTo>
                <a:cubicBezTo>
                  <a:pt x="37504" y="385195"/>
                  <a:pt x="28365" y="376056"/>
                  <a:pt x="28365" y="364782"/>
                </a:cubicBezTo>
                <a:cubicBezTo>
                  <a:pt x="28365" y="353508"/>
                  <a:pt x="37504" y="344369"/>
                  <a:pt x="48778" y="344369"/>
                </a:cubicBezTo>
                <a:close/>
                <a:moveTo>
                  <a:pt x="2" y="344369"/>
                </a:moveTo>
                <a:cubicBezTo>
                  <a:pt x="11275" y="344369"/>
                  <a:pt x="20414" y="353508"/>
                  <a:pt x="20414" y="364782"/>
                </a:cubicBezTo>
                <a:cubicBezTo>
                  <a:pt x="20414" y="376056"/>
                  <a:pt x="11275" y="385195"/>
                  <a:pt x="2" y="385195"/>
                </a:cubicBezTo>
                <a:lnTo>
                  <a:pt x="0" y="385194"/>
                </a:lnTo>
                <a:lnTo>
                  <a:pt x="0" y="344370"/>
                </a:lnTo>
                <a:close/>
                <a:moveTo>
                  <a:pt x="968876" y="291629"/>
                </a:moveTo>
                <a:lnTo>
                  <a:pt x="965684" y="304041"/>
                </a:lnTo>
                <a:lnTo>
                  <a:pt x="959440" y="321103"/>
                </a:lnTo>
                <a:lnTo>
                  <a:pt x="955129" y="310696"/>
                </a:lnTo>
                <a:cubicBezTo>
                  <a:pt x="955129" y="302240"/>
                  <a:pt x="960270" y="294986"/>
                  <a:pt x="967596" y="291887"/>
                </a:cubicBezTo>
                <a:close/>
                <a:moveTo>
                  <a:pt x="926765" y="290283"/>
                </a:moveTo>
                <a:cubicBezTo>
                  <a:pt x="938039" y="290283"/>
                  <a:pt x="947178" y="299422"/>
                  <a:pt x="947178" y="310696"/>
                </a:cubicBezTo>
                <a:cubicBezTo>
                  <a:pt x="947178" y="321970"/>
                  <a:pt x="938039" y="331108"/>
                  <a:pt x="926765" y="331108"/>
                </a:cubicBezTo>
                <a:cubicBezTo>
                  <a:pt x="915491" y="331108"/>
                  <a:pt x="906352" y="321970"/>
                  <a:pt x="906352" y="310696"/>
                </a:cubicBezTo>
                <a:cubicBezTo>
                  <a:pt x="906352" y="299422"/>
                  <a:pt x="915491" y="290283"/>
                  <a:pt x="926765" y="290283"/>
                </a:cubicBezTo>
                <a:close/>
                <a:moveTo>
                  <a:pt x="877988" y="290283"/>
                </a:moveTo>
                <a:cubicBezTo>
                  <a:pt x="889262" y="290283"/>
                  <a:pt x="898401" y="299422"/>
                  <a:pt x="898401" y="310696"/>
                </a:cubicBezTo>
                <a:cubicBezTo>
                  <a:pt x="898401" y="321970"/>
                  <a:pt x="889262" y="331108"/>
                  <a:pt x="877988" y="331108"/>
                </a:cubicBezTo>
                <a:cubicBezTo>
                  <a:pt x="866714" y="331108"/>
                  <a:pt x="857575" y="321970"/>
                  <a:pt x="857575" y="310696"/>
                </a:cubicBezTo>
                <a:cubicBezTo>
                  <a:pt x="857575" y="299422"/>
                  <a:pt x="866714" y="290283"/>
                  <a:pt x="877988" y="290283"/>
                </a:cubicBezTo>
                <a:close/>
                <a:moveTo>
                  <a:pt x="829211" y="290283"/>
                </a:moveTo>
                <a:cubicBezTo>
                  <a:pt x="840485" y="290283"/>
                  <a:pt x="849624" y="299422"/>
                  <a:pt x="849624" y="310696"/>
                </a:cubicBezTo>
                <a:cubicBezTo>
                  <a:pt x="849624" y="321970"/>
                  <a:pt x="840485" y="331108"/>
                  <a:pt x="829211" y="331108"/>
                </a:cubicBezTo>
                <a:cubicBezTo>
                  <a:pt x="817937" y="331108"/>
                  <a:pt x="808798" y="321970"/>
                  <a:pt x="808798" y="310696"/>
                </a:cubicBezTo>
                <a:cubicBezTo>
                  <a:pt x="808798" y="299422"/>
                  <a:pt x="817937" y="290283"/>
                  <a:pt x="829211" y="290283"/>
                </a:cubicBezTo>
                <a:close/>
                <a:moveTo>
                  <a:pt x="780434" y="290283"/>
                </a:moveTo>
                <a:cubicBezTo>
                  <a:pt x="791708" y="290283"/>
                  <a:pt x="800847" y="299422"/>
                  <a:pt x="800847" y="310696"/>
                </a:cubicBezTo>
                <a:cubicBezTo>
                  <a:pt x="800847" y="321970"/>
                  <a:pt x="791708" y="331108"/>
                  <a:pt x="780434" y="331108"/>
                </a:cubicBezTo>
                <a:cubicBezTo>
                  <a:pt x="769160" y="331108"/>
                  <a:pt x="760021" y="321970"/>
                  <a:pt x="760021" y="310696"/>
                </a:cubicBezTo>
                <a:cubicBezTo>
                  <a:pt x="760021" y="299422"/>
                  <a:pt x="769160" y="290283"/>
                  <a:pt x="780434" y="290283"/>
                </a:cubicBezTo>
                <a:close/>
                <a:moveTo>
                  <a:pt x="731657" y="290283"/>
                </a:moveTo>
                <a:cubicBezTo>
                  <a:pt x="742931" y="290283"/>
                  <a:pt x="752070" y="299422"/>
                  <a:pt x="752070" y="310696"/>
                </a:cubicBezTo>
                <a:cubicBezTo>
                  <a:pt x="752070" y="321970"/>
                  <a:pt x="742931" y="331108"/>
                  <a:pt x="731657" y="331108"/>
                </a:cubicBezTo>
                <a:cubicBezTo>
                  <a:pt x="720383" y="331108"/>
                  <a:pt x="711244" y="321970"/>
                  <a:pt x="711244" y="310696"/>
                </a:cubicBezTo>
                <a:cubicBezTo>
                  <a:pt x="711244" y="299422"/>
                  <a:pt x="720383" y="290283"/>
                  <a:pt x="731657" y="290283"/>
                </a:cubicBezTo>
                <a:close/>
                <a:moveTo>
                  <a:pt x="682880" y="290283"/>
                </a:moveTo>
                <a:cubicBezTo>
                  <a:pt x="694153" y="290283"/>
                  <a:pt x="703293" y="299422"/>
                  <a:pt x="703293" y="310696"/>
                </a:cubicBezTo>
                <a:cubicBezTo>
                  <a:pt x="703293" y="321970"/>
                  <a:pt x="694153" y="331108"/>
                  <a:pt x="682880" y="331108"/>
                </a:cubicBezTo>
                <a:cubicBezTo>
                  <a:pt x="671606" y="331108"/>
                  <a:pt x="662467" y="321970"/>
                  <a:pt x="662467" y="310696"/>
                </a:cubicBezTo>
                <a:cubicBezTo>
                  <a:pt x="662467" y="299422"/>
                  <a:pt x="671606" y="290283"/>
                  <a:pt x="682880" y="290283"/>
                </a:cubicBezTo>
                <a:close/>
                <a:moveTo>
                  <a:pt x="634103" y="290283"/>
                </a:moveTo>
                <a:cubicBezTo>
                  <a:pt x="645377" y="290283"/>
                  <a:pt x="654516" y="299422"/>
                  <a:pt x="654516" y="310696"/>
                </a:cubicBezTo>
                <a:cubicBezTo>
                  <a:pt x="654516" y="321970"/>
                  <a:pt x="645377" y="331108"/>
                  <a:pt x="634103" y="331108"/>
                </a:cubicBezTo>
                <a:cubicBezTo>
                  <a:pt x="622829" y="331108"/>
                  <a:pt x="613690" y="321970"/>
                  <a:pt x="613690" y="310696"/>
                </a:cubicBezTo>
                <a:cubicBezTo>
                  <a:pt x="613690" y="299422"/>
                  <a:pt x="622829" y="290283"/>
                  <a:pt x="634103" y="290283"/>
                </a:cubicBezTo>
                <a:close/>
                <a:moveTo>
                  <a:pt x="585326" y="290283"/>
                </a:moveTo>
                <a:cubicBezTo>
                  <a:pt x="596599" y="290283"/>
                  <a:pt x="605738" y="299422"/>
                  <a:pt x="605738" y="310696"/>
                </a:cubicBezTo>
                <a:cubicBezTo>
                  <a:pt x="605738" y="321970"/>
                  <a:pt x="596599" y="331108"/>
                  <a:pt x="585326" y="331108"/>
                </a:cubicBezTo>
                <a:cubicBezTo>
                  <a:pt x="574052" y="331108"/>
                  <a:pt x="564913" y="321970"/>
                  <a:pt x="564913" y="310696"/>
                </a:cubicBezTo>
                <a:cubicBezTo>
                  <a:pt x="564913" y="299422"/>
                  <a:pt x="574052" y="290283"/>
                  <a:pt x="585326" y="290283"/>
                </a:cubicBezTo>
                <a:close/>
                <a:moveTo>
                  <a:pt x="536549" y="290283"/>
                </a:moveTo>
                <a:cubicBezTo>
                  <a:pt x="547822" y="290283"/>
                  <a:pt x="556961" y="299422"/>
                  <a:pt x="556961" y="310696"/>
                </a:cubicBezTo>
                <a:cubicBezTo>
                  <a:pt x="556961" y="321970"/>
                  <a:pt x="547822" y="331108"/>
                  <a:pt x="536549" y="331108"/>
                </a:cubicBezTo>
                <a:cubicBezTo>
                  <a:pt x="525275" y="331108"/>
                  <a:pt x="516136" y="321970"/>
                  <a:pt x="516136" y="310696"/>
                </a:cubicBezTo>
                <a:cubicBezTo>
                  <a:pt x="516136" y="299422"/>
                  <a:pt x="525275" y="290283"/>
                  <a:pt x="536549" y="290283"/>
                </a:cubicBezTo>
                <a:close/>
                <a:moveTo>
                  <a:pt x="487772" y="290283"/>
                </a:moveTo>
                <a:cubicBezTo>
                  <a:pt x="499045" y="290283"/>
                  <a:pt x="508184" y="299422"/>
                  <a:pt x="508184" y="310696"/>
                </a:cubicBezTo>
                <a:cubicBezTo>
                  <a:pt x="508184" y="321970"/>
                  <a:pt x="499045" y="331108"/>
                  <a:pt x="487772" y="331108"/>
                </a:cubicBezTo>
                <a:cubicBezTo>
                  <a:pt x="476498" y="331108"/>
                  <a:pt x="467359" y="321970"/>
                  <a:pt x="467359" y="310696"/>
                </a:cubicBezTo>
                <a:cubicBezTo>
                  <a:pt x="467359" y="299422"/>
                  <a:pt x="476498" y="290283"/>
                  <a:pt x="487772" y="290283"/>
                </a:cubicBezTo>
                <a:close/>
                <a:moveTo>
                  <a:pt x="438994" y="290283"/>
                </a:moveTo>
                <a:cubicBezTo>
                  <a:pt x="450268" y="290283"/>
                  <a:pt x="459407" y="299422"/>
                  <a:pt x="459407" y="310696"/>
                </a:cubicBezTo>
                <a:cubicBezTo>
                  <a:pt x="459407" y="321970"/>
                  <a:pt x="450268" y="331108"/>
                  <a:pt x="438994" y="331108"/>
                </a:cubicBezTo>
                <a:cubicBezTo>
                  <a:pt x="427721" y="331108"/>
                  <a:pt x="418582" y="321970"/>
                  <a:pt x="418582" y="310696"/>
                </a:cubicBezTo>
                <a:cubicBezTo>
                  <a:pt x="418582" y="299422"/>
                  <a:pt x="427721" y="290283"/>
                  <a:pt x="438994" y="290283"/>
                </a:cubicBezTo>
                <a:close/>
                <a:moveTo>
                  <a:pt x="390217" y="290283"/>
                </a:moveTo>
                <a:cubicBezTo>
                  <a:pt x="401491" y="290283"/>
                  <a:pt x="410630" y="299422"/>
                  <a:pt x="410630" y="310696"/>
                </a:cubicBezTo>
                <a:cubicBezTo>
                  <a:pt x="410630" y="321970"/>
                  <a:pt x="401491" y="331108"/>
                  <a:pt x="390217" y="331108"/>
                </a:cubicBezTo>
                <a:cubicBezTo>
                  <a:pt x="378944" y="331108"/>
                  <a:pt x="369805" y="321970"/>
                  <a:pt x="369805" y="310696"/>
                </a:cubicBezTo>
                <a:cubicBezTo>
                  <a:pt x="369805" y="299422"/>
                  <a:pt x="378944" y="290283"/>
                  <a:pt x="390217" y="290283"/>
                </a:cubicBezTo>
                <a:close/>
                <a:moveTo>
                  <a:pt x="341440" y="290283"/>
                </a:moveTo>
                <a:cubicBezTo>
                  <a:pt x="352714" y="290283"/>
                  <a:pt x="361853" y="299422"/>
                  <a:pt x="361853" y="310696"/>
                </a:cubicBezTo>
                <a:cubicBezTo>
                  <a:pt x="361853" y="321970"/>
                  <a:pt x="352714" y="331108"/>
                  <a:pt x="341440" y="331108"/>
                </a:cubicBezTo>
                <a:cubicBezTo>
                  <a:pt x="330166" y="331108"/>
                  <a:pt x="321028" y="321970"/>
                  <a:pt x="321028" y="310696"/>
                </a:cubicBezTo>
                <a:cubicBezTo>
                  <a:pt x="321028" y="299422"/>
                  <a:pt x="330166" y="290283"/>
                  <a:pt x="341440" y="290283"/>
                </a:cubicBezTo>
                <a:close/>
                <a:moveTo>
                  <a:pt x="292663" y="290283"/>
                </a:moveTo>
                <a:cubicBezTo>
                  <a:pt x="303937" y="290283"/>
                  <a:pt x="313076" y="299422"/>
                  <a:pt x="313076" y="310696"/>
                </a:cubicBezTo>
                <a:cubicBezTo>
                  <a:pt x="313076" y="321970"/>
                  <a:pt x="303937" y="331108"/>
                  <a:pt x="292663" y="331108"/>
                </a:cubicBezTo>
                <a:cubicBezTo>
                  <a:pt x="281389" y="331108"/>
                  <a:pt x="272251" y="321970"/>
                  <a:pt x="272251" y="310696"/>
                </a:cubicBezTo>
                <a:cubicBezTo>
                  <a:pt x="272251" y="299422"/>
                  <a:pt x="281389" y="290283"/>
                  <a:pt x="292663" y="290283"/>
                </a:cubicBezTo>
                <a:close/>
                <a:moveTo>
                  <a:pt x="243886" y="290283"/>
                </a:moveTo>
                <a:cubicBezTo>
                  <a:pt x="255160" y="290283"/>
                  <a:pt x="264299" y="299422"/>
                  <a:pt x="264299" y="310696"/>
                </a:cubicBezTo>
                <a:cubicBezTo>
                  <a:pt x="264299" y="321970"/>
                  <a:pt x="255160" y="331108"/>
                  <a:pt x="243886" y="331108"/>
                </a:cubicBezTo>
                <a:cubicBezTo>
                  <a:pt x="232612" y="331108"/>
                  <a:pt x="223473" y="321970"/>
                  <a:pt x="223473" y="310696"/>
                </a:cubicBezTo>
                <a:cubicBezTo>
                  <a:pt x="223473" y="299422"/>
                  <a:pt x="232612" y="290283"/>
                  <a:pt x="243886" y="290283"/>
                </a:cubicBezTo>
                <a:close/>
                <a:moveTo>
                  <a:pt x="195109" y="290283"/>
                </a:moveTo>
                <a:cubicBezTo>
                  <a:pt x="206383" y="290283"/>
                  <a:pt x="215522" y="299422"/>
                  <a:pt x="215522" y="310696"/>
                </a:cubicBezTo>
                <a:cubicBezTo>
                  <a:pt x="215522" y="321970"/>
                  <a:pt x="206383" y="331108"/>
                  <a:pt x="195109" y="331108"/>
                </a:cubicBezTo>
                <a:cubicBezTo>
                  <a:pt x="183835" y="331108"/>
                  <a:pt x="174696" y="321970"/>
                  <a:pt x="174696" y="310696"/>
                </a:cubicBezTo>
                <a:cubicBezTo>
                  <a:pt x="174696" y="299422"/>
                  <a:pt x="183835" y="290283"/>
                  <a:pt x="195109" y="290283"/>
                </a:cubicBezTo>
                <a:close/>
                <a:moveTo>
                  <a:pt x="146332" y="290283"/>
                </a:moveTo>
                <a:cubicBezTo>
                  <a:pt x="157606" y="290283"/>
                  <a:pt x="166745" y="299422"/>
                  <a:pt x="166745" y="310696"/>
                </a:cubicBezTo>
                <a:cubicBezTo>
                  <a:pt x="166745" y="321970"/>
                  <a:pt x="157606" y="331108"/>
                  <a:pt x="146332" y="331108"/>
                </a:cubicBezTo>
                <a:cubicBezTo>
                  <a:pt x="135058" y="331108"/>
                  <a:pt x="125919" y="321970"/>
                  <a:pt x="125919" y="310696"/>
                </a:cubicBezTo>
                <a:cubicBezTo>
                  <a:pt x="125919" y="299422"/>
                  <a:pt x="135058" y="290283"/>
                  <a:pt x="146332" y="290283"/>
                </a:cubicBezTo>
                <a:close/>
                <a:moveTo>
                  <a:pt x="97555" y="290283"/>
                </a:moveTo>
                <a:cubicBezTo>
                  <a:pt x="108829" y="290283"/>
                  <a:pt x="117968" y="299422"/>
                  <a:pt x="117968" y="310696"/>
                </a:cubicBezTo>
                <a:cubicBezTo>
                  <a:pt x="117968" y="321970"/>
                  <a:pt x="108829" y="331108"/>
                  <a:pt x="97555" y="331108"/>
                </a:cubicBezTo>
                <a:cubicBezTo>
                  <a:pt x="86281" y="331108"/>
                  <a:pt x="77142" y="321970"/>
                  <a:pt x="77142" y="310696"/>
                </a:cubicBezTo>
                <a:cubicBezTo>
                  <a:pt x="77142" y="299422"/>
                  <a:pt x="86281" y="290283"/>
                  <a:pt x="97555" y="290283"/>
                </a:cubicBezTo>
                <a:close/>
                <a:moveTo>
                  <a:pt x="48778" y="290283"/>
                </a:moveTo>
                <a:cubicBezTo>
                  <a:pt x="60052" y="290283"/>
                  <a:pt x="69191" y="299422"/>
                  <a:pt x="69191" y="310696"/>
                </a:cubicBezTo>
                <a:cubicBezTo>
                  <a:pt x="69191" y="321970"/>
                  <a:pt x="60052" y="331108"/>
                  <a:pt x="48778" y="331108"/>
                </a:cubicBezTo>
                <a:cubicBezTo>
                  <a:pt x="37504" y="331108"/>
                  <a:pt x="28365" y="321970"/>
                  <a:pt x="28365" y="310696"/>
                </a:cubicBezTo>
                <a:cubicBezTo>
                  <a:pt x="28365" y="299422"/>
                  <a:pt x="37504" y="290283"/>
                  <a:pt x="48778" y="290283"/>
                </a:cubicBezTo>
                <a:close/>
                <a:moveTo>
                  <a:pt x="2" y="290283"/>
                </a:moveTo>
                <a:cubicBezTo>
                  <a:pt x="11275" y="290283"/>
                  <a:pt x="20414" y="299422"/>
                  <a:pt x="20414" y="310696"/>
                </a:cubicBezTo>
                <a:cubicBezTo>
                  <a:pt x="20414" y="321970"/>
                  <a:pt x="11275" y="331108"/>
                  <a:pt x="2" y="331108"/>
                </a:cubicBezTo>
                <a:lnTo>
                  <a:pt x="0" y="331107"/>
                </a:lnTo>
                <a:lnTo>
                  <a:pt x="0" y="290284"/>
                </a:lnTo>
                <a:close/>
                <a:moveTo>
                  <a:pt x="975542" y="236197"/>
                </a:moveTo>
                <a:lnTo>
                  <a:pt x="982755" y="237653"/>
                </a:lnTo>
                <a:lnTo>
                  <a:pt x="972775" y="276464"/>
                </a:lnTo>
                <a:lnTo>
                  <a:pt x="967596" y="275418"/>
                </a:lnTo>
                <a:cubicBezTo>
                  <a:pt x="960270" y="272320"/>
                  <a:pt x="955129" y="265065"/>
                  <a:pt x="955129" y="256609"/>
                </a:cubicBezTo>
                <a:cubicBezTo>
                  <a:pt x="955129" y="245336"/>
                  <a:pt x="964268" y="236197"/>
                  <a:pt x="975542" y="236197"/>
                </a:cubicBezTo>
                <a:close/>
                <a:moveTo>
                  <a:pt x="926765" y="236197"/>
                </a:moveTo>
                <a:cubicBezTo>
                  <a:pt x="938039" y="236197"/>
                  <a:pt x="947178" y="245336"/>
                  <a:pt x="947178" y="256609"/>
                </a:cubicBezTo>
                <a:cubicBezTo>
                  <a:pt x="947178" y="267883"/>
                  <a:pt x="938039" y="277022"/>
                  <a:pt x="926765" y="277022"/>
                </a:cubicBezTo>
                <a:cubicBezTo>
                  <a:pt x="915491" y="277022"/>
                  <a:pt x="906352" y="267883"/>
                  <a:pt x="906352" y="256609"/>
                </a:cubicBezTo>
                <a:cubicBezTo>
                  <a:pt x="906352" y="245336"/>
                  <a:pt x="915491" y="236197"/>
                  <a:pt x="926765" y="236197"/>
                </a:cubicBezTo>
                <a:close/>
                <a:moveTo>
                  <a:pt x="877988" y="236197"/>
                </a:moveTo>
                <a:cubicBezTo>
                  <a:pt x="889262" y="236197"/>
                  <a:pt x="898401" y="245336"/>
                  <a:pt x="898401" y="256609"/>
                </a:cubicBezTo>
                <a:cubicBezTo>
                  <a:pt x="898401" y="267883"/>
                  <a:pt x="889262" y="277022"/>
                  <a:pt x="877988" y="277022"/>
                </a:cubicBezTo>
                <a:cubicBezTo>
                  <a:pt x="866714" y="277022"/>
                  <a:pt x="857575" y="267883"/>
                  <a:pt x="857575" y="256609"/>
                </a:cubicBezTo>
                <a:cubicBezTo>
                  <a:pt x="857575" y="245336"/>
                  <a:pt x="866714" y="236197"/>
                  <a:pt x="877988" y="236197"/>
                </a:cubicBezTo>
                <a:close/>
                <a:moveTo>
                  <a:pt x="829211" y="236197"/>
                </a:moveTo>
                <a:cubicBezTo>
                  <a:pt x="840485" y="236197"/>
                  <a:pt x="849624" y="245336"/>
                  <a:pt x="849624" y="256609"/>
                </a:cubicBezTo>
                <a:cubicBezTo>
                  <a:pt x="849624" y="267883"/>
                  <a:pt x="840485" y="277022"/>
                  <a:pt x="829211" y="277022"/>
                </a:cubicBezTo>
                <a:cubicBezTo>
                  <a:pt x="817937" y="277022"/>
                  <a:pt x="808798" y="267883"/>
                  <a:pt x="808798" y="256609"/>
                </a:cubicBezTo>
                <a:cubicBezTo>
                  <a:pt x="808798" y="245336"/>
                  <a:pt x="817937" y="236197"/>
                  <a:pt x="829211" y="236197"/>
                </a:cubicBezTo>
                <a:close/>
                <a:moveTo>
                  <a:pt x="780434" y="236197"/>
                </a:moveTo>
                <a:cubicBezTo>
                  <a:pt x="791708" y="236197"/>
                  <a:pt x="800847" y="245336"/>
                  <a:pt x="800847" y="256609"/>
                </a:cubicBezTo>
                <a:cubicBezTo>
                  <a:pt x="800847" y="267883"/>
                  <a:pt x="791708" y="277022"/>
                  <a:pt x="780434" y="277022"/>
                </a:cubicBezTo>
                <a:cubicBezTo>
                  <a:pt x="769160" y="277022"/>
                  <a:pt x="760021" y="267883"/>
                  <a:pt x="760021" y="256609"/>
                </a:cubicBezTo>
                <a:cubicBezTo>
                  <a:pt x="760021" y="245336"/>
                  <a:pt x="769160" y="236197"/>
                  <a:pt x="780434" y="236197"/>
                </a:cubicBezTo>
                <a:close/>
                <a:moveTo>
                  <a:pt x="731657" y="236197"/>
                </a:moveTo>
                <a:cubicBezTo>
                  <a:pt x="742931" y="236197"/>
                  <a:pt x="752070" y="245336"/>
                  <a:pt x="752070" y="256609"/>
                </a:cubicBezTo>
                <a:cubicBezTo>
                  <a:pt x="752070" y="267883"/>
                  <a:pt x="742931" y="277022"/>
                  <a:pt x="731657" y="277022"/>
                </a:cubicBezTo>
                <a:cubicBezTo>
                  <a:pt x="720383" y="277022"/>
                  <a:pt x="711244" y="267883"/>
                  <a:pt x="711244" y="256609"/>
                </a:cubicBezTo>
                <a:cubicBezTo>
                  <a:pt x="711244" y="245336"/>
                  <a:pt x="720383" y="236197"/>
                  <a:pt x="731657" y="236197"/>
                </a:cubicBezTo>
                <a:close/>
                <a:moveTo>
                  <a:pt x="682880" y="236197"/>
                </a:moveTo>
                <a:cubicBezTo>
                  <a:pt x="694153" y="236197"/>
                  <a:pt x="703293" y="245336"/>
                  <a:pt x="703293" y="256609"/>
                </a:cubicBezTo>
                <a:cubicBezTo>
                  <a:pt x="703293" y="267883"/>
                  <a:pt x="694153" y="277022"/>
                  <a:pt x="682880" y="277022"/>
                </a:cubicBezTo>
                <a:cubicBezTo>
                  <a:pt x="671606" y="277022"/>
                  <a:pt x="662467" y="267883"/>
                  <a:pt x="662467" y="256609"/>
                </a:cubicBezTo>
                <a:cubicBezTo>
                  <a:pt x="662467" y="245336"/>
                  <a:pt x="671606" y="236197"/>
                  <a:pt x="682880" y="236197"/>
                </a:cubicBezTo>
                <a:close/>
                <a:moveTo>
                  <a:pt x="634103" y="236197"/>
                </a:moveTo>
                <a:cubicBezTo>
                  <a:pt x="645377" y="236197"/>
                  <a:pt x="654516" y="245336"/>
                  <a:pt x="654516" y="256609"/>
                </a:cubicBezTo>
                <a:cubicBezTo>
                  <a:pt x="654516" y="267883"/>
                  <a:pt x="645377" y="277022"/>
                  <a:pt x="634103" y="277022"/>
                </a:cubicBezTo>
                <a:cubicBezTo>
                  <a:pt x="622829" y="277022"/>
                  <a:pt x="613690" y="267883"/>
                  <a:pt x="613690" y="256609"/>
                </a:cubicBezTo>
                <a:cubicBezTo>
                  <a:pt x="613690" y="245336"/>
                  <a:pt x="622829" y="236197"/>
                  <a:pt x="634103" y="236197"/>
                </a:cubicBezTo>
                <a:close/>
                <a:moveTo>
                  <a:pt x="585326" y="236197"/>
                </a:moveTo>
                <a:cubicBezTo>
                  <a:pt x="596599" y="236197"/>
                  <a:pt x="605738" y="245336"/>
                  <a:pt x="605738" y="256609"/>
                </a:cubicBezTo>
                <a:cubicBezTo>
                  <a:pt x="605738" y="267883"/>
                  <a:pt x="596599" y="277022"/>
                  <a:pt x="585326" y="277022"/>
                </a:cubicBezTo>
                <a:cubicBezTo>
                  <a:pt x="574052" y="277022"/>
                  <a:pt x="564913" y="267883"/>
                  <a:pt x="564913" y="256609"/>
                </a:cubicBezTo>
                <a:cubicBezTo>
                  <a:pt x="564913" y="245336"/>
                  <a:pt x="574052" y="236197"/>
                  <a:pt x="585326" y="236197"/>
                </a:cubicBezTo>
                <a:close/>
                <a:moveTo>
                  <a:pt x="536549" y="236197"/>
                </a:moveTo>
                <a:cubicBezTo>
                  <a:pt x="547822" y="236197"/>
                  <a:pt x="556961" y="245336"/>
                  <a:pt x="556961" y="256609"/>
                </a:cubicBezTo>
                <a:cubicBezTo>
                  <a:pt x="556961" y="267883"/>
                  <a:pt x="547822" y="277022"/>
                  <a:pt x="536549" y="277022"/>
                </a:cubicBezTo>
                <a:cubicBezTo>
                  <a:pt x="525275" y="277022"/>
                  <a:pt x="516136" y="267883"/>
                  <a:pt x="516136" y="256609"/>
                </a:cubicBezTo>
                <a:cubicBezTo>
                  <a:pt x="516136" y="245336"/>
                  <a:pt x="525275" y="236197"/>
                  <a:pt x="536549" y="236197"/>
                </a:cubicBezTo>
                <a:close/>
                <a:moveTo>
                  <a:pt x="487772" y="236197"/>
                </a:moveTo>
                <a:cubicBezTo>
                  <a:pt x="499045" y="236197"/>
                  <a:pt x="508184" y="245336"/>
                  <a:pt x="508184" y="256609"/>
                </a:cubicBezTo>
                <a:cubicBezTo>
                  <a:pt x="508184" y="267883"/>
                  <a:pt x="499045" y="277022"/>
                  <a:pt x="487772" y="277022"/>
                </a:cubicBezTo>
                <a:cubicBezTo>
                  <a:pt x="476498" y="277022"/>
                  <a:pt x="467359" y="267883"/>
                  <a:pt x="467359" y="256609"/>
                </a:cubicBezTo>
                <a:cubicBezTo>
                  <a:pt x="467359" y="245336"/>
                  <a:pt x="476498" y="236197"/>
                  <a:pt x="487772" y="236197"/>
                </a:cubicBezTo>
                <a:close/>
                <a:moveTo>
                  <a:pt x="438994" y="236197"/>
                </a:moveTo>
                <a:cubicBezTo>
                  <a:pt x="450268" y="236197"/>
                  <a:pt x="459407" y="245336"/>
                  <a:pt x="459407" y="256609"/>
                </a:cubicBezTo>
                <a:cubicBezTo>
                  <a:pt x="459407" y="267883"/>
                  <a:pt x="450268" y="277022"/>
                  <a:pt x="438994" y="277022"/>
                </a:cubicBezTo>
                <a:cubicBezTo>
                  <a:pt x="427721" y="277022"/>
                  <a:pt x="418582" y="267883"/>
                  <a:pt x="418582" y="256609"/>
                </a:cubicBezTo>
                <a:cubicBezTo>
                  <a:pt x="418582" y="245336"/>
                  <a:pt x="427721" y="236197"/>
                  <a:pt x="438994" y="236197"/>
                </a:cubicBezTo>
                <a:close/>
                <a:moveTo>
                  <a:pt x="390217" y="236197"/>
                </a:moveTo>
                <a:cubicBezTo>
                  <a:pt x="401491" y="236197"/>
                  <a:pt x="410630" y="245336"/>
                  <a:pt x="410630" y="256609"/>
                </a:cubicBezTo>
                <a:cubicBezTo>
                  <a:pt x="410630" y="267883"/>
                  <a:pt x="401491" y="277022"/>
                  <a:pt x="390217" y="277022"/>
                </a:cubicBezTo>
                <a:cubicBezTo>
                  <a:pt x="378944" y="277022"/>
                  <a:pt x="369805" y="267883"/>
                  <a:pt x="369805" y="256609"/>
                </a:cubicBezTo>
                <a:cubicBezTo>
                  <a:pt x="369805" y="245336"/>
                  <a:pt x="378944" y="236197"/>
                  <a:pt x="390217" y="236197"/>
                </a:cubicBezTo>
                <a:close/>
                <a:moveTo>
                  <a:pt x="341440" y="236197"/>
                </a:moveTo>
                <a:cubicBezTo>
                  <a:pt x="352714" y="236197"/>
                  <a:pt x="361853" y="245336"/>
                  <a:pt x="361853" y="256609"/>
                </a:cubicBezTo>
                <a:cubicBezTo>
                  <a:pt x="361853" y="267883"/>
                  <a:pt x="352714" y="277022"/>
                  <a:pt x="341440" y="277022"/>
                </a:cubicBezTo>
                <a:cubicBezTo>
                  <a:pt x="330166" y="277022"/>
                  <a:pt x="321028" y="267883"/>
                  <a:pt x="321028" y="256609"/>
                </a:cubicBezTo>
                <a:cubicBezTo>
                  <a:pt x="321028" y="245336"/>
                  <a:pt x="330166" y="236197"/>
                  <a:pt x="341440" y="236197"/>
                </a:cubicBezTo>
                <a:close/>
                <a:moveTo>
                  <a:pt x="292663" y="236197"/>
                </a:moveTo>
                <a:cubicBezTo>
                  <a:pt x="303937" y="236197"/>
                  <a:pt x="313076" y="245336"/>
                  <a:pt x="313076" y="256609"/>
                </a:cubicBezTo>
                <a:cubicBezTo>
                  <a:pt x="313076" y="267883"/>
                  <a:pt x="303937" y="277022"/>
                  <a:pt x="292663" y="277022"/>
                </a:cubicBezTo>
                <a:cubicBezTo>
                  <a:pt x="281389" y="277022"/>
                  <a:pt x="272251" y="267883"/>
                  <a:pt x="272251" y="256609"/>
                </a:cubicBezTo>
                <a:cubicBezTo>
                  <a:pt x="272251" y="245336"/>
                  <a:pt x="281389" y="236197"/>
                  <a:pt x="292663" y="236197"/>
                </a:cubicBezTo>
                <a:close/>
                <a:moveTo>
                  <a:pt x="243886" y="236197"/>
                </a:moveTo>
                <a:cubicBezTo>
                  <a:pt x="255160" y="236197"/>
                  <a:pt x="264299" y="245336"/>
                  <a:pt x="264299" y="256609"/>
                </a:cubicBezTo>
                <a:cubicBezTo>
                  <a:pt x="264299" y="267883"/>
                  <a:pt x="255160" y="277022"/>
                  <a:pt x="243886" y="277022"/>
                </a:cubicBezTo>
                <a:cubicBezTo>
                  <a:pt x="232612" y="277022"/>
                  <a:pt x="223473" y="267883"/>
                  <a:pt x="223473" y="256609"/>
                </a:cubicBezTo>
                <a:cubicBezTo>
                  <a:pt x="223473" y="245336"/>
                  <a:pt x="232612" y="236197"/>
                  <a:pt x="243886" y="236197"/>
                </a:cubicBezTo>
                <a:close/>
                <a:moveTo>
                  <a:pt x="195109" y="236197"/>
                </a:moveTo>
                <a:cubicBezTo>
                  <a:pt x="206383" y="236197"/>
                  <a:pt x="215522" y="245336"/>
                  <a:pt x="215522" y="256609"/>
                </a:cubicBezTo>
                <a:cubicBezTo>
                  <a:pt x="215522" y="267883"/>
                  <a:pt x="206383" y="277022"/>
                  <a:pt x="195109" y="277022"/>
                </a:cubicBezTo>
                <a:cubicBezTo>
                  <a:pt x="183835" y="277022"/>
                  <a:pt x="174696" y="267883"/>
                  <a:pt x="174696" y="256609"/>
                </a:cubicBezTo>
                <a:cubicBezTo>
                  <a:pt x="174696" y="245336"/>
                  <a:pt x="183835" y="236197"/>
                  <a:pt x="195109" y="236197"/>
                </a:cubicBezTo>
                <a:close/>
                <a:moveTo>
                  <a:pt x="146332" y="236197"/>
                </a:moveTo>
                <a:cubicBezTo>
                  <a:pt x="157606" y="236197"/>
                  <a:pt x="166745" y="245336"/>
                  <a:pt x="166745" y="256609"/>
                </a:cubicBezTo>
                <a:cubicBezTo>
                  <a:pt x="166745" y="267883"/>
                  <a:pt x="157606" y="277022"/>
                  <a:pt x="146332" y="277022"/>
                </a:cubicBezTo>
                <a:cubicBezTo>
                  <a:pt x="135058" y="277022"/>
                  <a:pt x="125919" y="267883"/>
                  <a:pt x="125919" y="256609"/>
                </a:cubicBezTo>
                <a:cubicBezTo>
                  <a:pt x="125919" y="245336"/>
                  <a:pt x="135058" y="236197"/>
                  <a:pt x="146332" y="236197"/>
                </a:cubicBezTo>
                <a:close/>
                <a:moveTo>
                  <a:pt x="97555" y="236197"/>
                </a:moveTo>
                <a:cubicBezTo>
                  <a:pt x="108829" y="236197"/>
                  <a:pt x="117968" y="245336"/>
                  <a:pt x="117968" y="256609"/>
                </a:cubicBezTo>
                <a:cubicBezTo>
                  <a:pt x="117968" y="267883"/>
                  <a:pt x="108829" y="277022"/>
                  <a:pt x="97555" y="277022"/>
                </a:cubicBezTo>
                <a:cubicBezTo>
                  <a:pt x="86281" y="277022"/>
                  <a:pt x="77142" y="267883"/>
                  <a:pt x="77142" y="256609"/>
                </a:cubicBezTo>
                <a:cubicBezTo>
                  <a:pt x="77142" y="245336"/>
                  <a:pt x="86281" y="236197"/>
                  <a:pt x="97555" y="236197"/>
                </a:cubicBezTo>
                <a:close/>
                <a:moveTo>
                  <a:pt x="48778" y="236197"/>
                </a:moveTo>
                <a:cubicBezTo>
                  <a:pt x="60052" y="236197"/>
                  <a:pt x="69191" y="245336"/>
                  <a:pt x="69191" y="256609"/>
                </a:cubicBezTo>
                <a:cubicBezTo>
                  <a:pt x="69191" y="267883"/>
                  <a:pt x="60052" y="277022"/>
                  <a:pt x="48778" y="277022"/>
                </a:cubicBezTo>
                <a:cubicBezTo>
                  <a:pt x="37504" y="277022"/>
                  <a:pt x="28365" y="267883"/>
                  <a:pt x="28365" y="256609"/>
                </a:cubicBezTo>
                <a:cubicBezTo>
                  <a:pt x="28365" y="245336"/>
                  <a:pt x="37504" y="236197"/>
                  <a:pt x="48778" y="236197"/>
                </a:cubicBezTo>
                <a:close/>
                <a:moveTo>
                  <a:pt x="2" y="236197"/>
                </a:moveTo>
                <a:cubicBezTo>
                  <a:pt x="11275" y="236197"/>
                  <a:pt x="20414" y="245336"/>
                  <a:pt x="20414" y="256609"/>
                </a:cubicBezTo>
                <a:cubicBezTo>
                  <a:pt x="20414" y="267883"/>
                  <a:pt x="11275" y="277022"/>
                  <a:pt x="2" y="277022"/>
                </a:cubicBezTo>
                <a:lnTo>
                  <a:pt x="0" y="277021"/>
                </a:lnTo>
                <a:lnTo>
                  <a:pt x="0" y="236198"/>
                </a:lnTo>
                <a:close/>
                <a:moveTo>
                  <a:pt x="975542" y="182110"/>
                </a:moveTo>
                <a:cubicBezTo>
                  <a:pt x="981179" y="182110"/>
                  <a:pt x="986282" y="184395"/>
                  <a:pt x="989976" y="188089"/>
                </a:cubicBezTo>
                <a:lnTo>
                  <a:pt x="992557" y="194320"/>
                </a:lnTo>
                <a:lnTo>
                  <a:pt x="990601" y="207139"/>
                </a:lnTo>
                <a:lnTo>
                  <a:pt x="987678" y="218507"/>
                </a:lnTo>
                <a:lnTo>
                  <a:pt x="983488" y="221332"/>
                </a:lnTo>
                <a:cubicBezTo>
                  <a:pt x="981046" y="222365"/>
                  <a:pt x="978360" y="222936"/>
                  <a:pt x="975542" y="222936"/>
                </a:cubicBezTo>
                <a:cubicBezTo>
                  <a:pt x="964268" y="222936"/>
                  <a:pt x="955129" y="213797"/>
                  <a:pt x="955129" y="202523"/>
                </a:cubicBezTo>
                <a:cubicBezTo>
                  <a:pt x="955129" y="191250"/>
                  <a:pt x="964268" y="182110"/>
                  <a:pt x="975542" y="182110"/>
                </a:cubicBezTo>
                <a:close/>
                <a:moveTo>
                  <a:pt x="926765" y="182110"/>
                </a:moveTo>
                <a:cubicBezTo>
                  <a:pt x="938039" y="182110"/>
                  <a:pt x="947178" y="191250"/>
                  <a:pt x="947178" y="202523"/>
                </a:cubicBezTo>
                <a:cubicBezTo>
                  <a:pt x="947178" y="213797"/>
                  <a:pt x="938039" y="222936"/>
                  <a:pt x="926765" y="222936"/>
                </a:cubicBezTo>
                <a:cubicBezTo>
                  <a:pt x="915491" y="222936"/>
                  <a:pt x="906352" y="213797"/>
                  <a:pt x="906352" y="202523"/>
                </a:cubicBezTo>
                <a:cubicBezTo>
                  <a:pt x="906352" y="191250"/>
                  <a:pt x="915491" y="182110"/>
                  <a:pt x="926765" y="182110"/>
                </a:cubicBezTo>
                <a:close/>
                <a:moveTo>
                  <a:pt x="877988" y="182110"/>
                </a:moveTo>
                <a:cubicBezTo>
                  <a:pt x="889262" y="182110"/>
                  <a:pt x="898401" y="191250"/>
                  <a:pt x="898401" y="202523"/>
                </a:cubicBezTo>
                <a:cubicBezTo>
                  <a:pt x="898401" y="213797"/>
                  <a:pt x="889262" y="222936"/>
                  <a:pt x="877988" y="222936"/>
                </a:cubicBezTo>
                <a:cubicBezTo>
                  <a:pt x="866714" y="222936"/>
                  <a:pt x="857575" y="213797"/>
                  <a:pt x="857575" y="202523"/>
                </a:cubicBezTo>
                <a:cubicBezTo>
                  <a:pt x="857575" y="191250"/>
                  <a:pt x="866714" y="182110"/>
                  <a:pt x="877988" y="182110"/>
                </a:cubicBezTo>
                <a:close/>
                <a:moveTo>
                  <a:pt x="829211" y="182110"/>
                </a:moveTo>
                <a:cubicBezTo>
                  <a:pt x="840485" y="182110"/>
                  <a:pt x="849624" y="191250"/>
                  <a:pt x="849624" y="202523"/>
                </a:cubicBezTo>
                <a:cubicBezTo>
                  <a:pt x="849624" y="213797"/>
                  <a:pt x="840485" y="222936"/>
                  <a:pt x="829211" y="222936"/>
                </a:cubicBezTo>
                <a:cubicBezTo>
                  <a:pt x="817937" y="222936"/>
                  <a:pt x="808798" y="213797"/>
                  <a:pt x="808798" y="202523"/>
                </a:cubicBezTo>
                <a:cubicBezTo>
                  <a:pt x="808798" y="191250"/>
                  <a:pt x="817937" y="182110"/>
                  <a:pt x="829211" y="182110"/>
                </a:cubicBezTo>
                <a:close/>
                <a:moveTo>
                  <a:pt x="780434" y="182110"/>
                </a:moveTo>
                <a:cubicBezTo>
                  <a:pt x="791708" y="182110"/>
                  <a:pt x="800847" y="191250"/>
                  <a:pt x="800847" y="202523"/>
                </a:cubicBezTo>
                <a:cubicBezTo>
                  <a:pt x="800847" y="213797"/>
                  <a:pt x="791708" y="222936"/>
                  <a:pt x="780434" y="222936"/>
                </a:cubicBezTo>
                <a:cubicBezTo>
                  <a:pt x="769160" y="222936"/>
                  <a:pt x="760021" y="213797"/>
                  <a:pt x="760021" y="202523"/>
                </a:cubicBezTo>
                <a:cubicBezTo>
                  <a:pt x="760021" y="191250"/>
                  <a:pt x="769160" y="182110"/>
                  <a:pt x="780434" y="182110"/>
                </a:cubicBezTo>
                <a:close/>
                <a:moveTo>
                  <a:pt x="731657" y="182110"/>
                </a:moveTo>
                <a:cubicBezTo>
                  <a:pt x="742931" y="182110"/>
                  <a:pt x="752070" y="191250"/>
                  <a:pt x="752070" y="202523"/>
                </a:cubicBezTo>
                <a:cubicBezTo>
                  <a:pt x="752070" y="213797"/>
                  <a:pt x="742931" y="222936"/>
                  <a:pt x="731657" y="222936"/>
                </a:cubicBezTo>
                <a:cubicBezTo>
                  <a:pt x="720383" y="222936"/>
                  <a:pt x="711244" y="213797"/>
                  <a:pt x="711244" y="202523"/>
                </a:cubicBezTo>
                <a:cubicBezTo>
                  <a:pt x="711244" y="191250"/>
                  <a:pt x="720383" y="182110"/>
                  <a:pt x="731657" y="182110"/>
                </a:cubicBezTo>
                <a:close/>
                <a:moveTo>
                  <a:pt x="682880" y="182110"/>
                </a:moveTo>
                <a:cubicBezTo>
                  <a:pt x="694153" y="182110"/>
                  <a:pt x="703293" y="191250"/>
                  <a:pt x="703293" y="202523"/>
                </a:cubicBezTo>
                <a:cubicBezTo>
                  <a:pt x="703293" y="213797"/>
                  <a:pt x="694153" y="222936"/>
                  <a:pt x="682880" y="222936"/>
                </a:cubicBezTo>
                <a:cubicBezTo>
                  <a:pt x="671606" y="222936"/>
                  <a:pt x="662467" y="213797"/>
                  <a:pt x="662467" y="202523"/>
                </a:cubicBezTo>
                <a:cubicBezTo>
                  <a:pt x="662467" y="191250"/>
                  <a:pt x="671606" y="182110"/>
                  <a:pt x="682880" y="182110"/>
                </a:cubicBezTo>
                <a:close/>
                <a:moveTo>
                  <a:pt x="634103" y="182110"/>
                </a:moveTo>
                <a:cubicBezTo>
                  <a:pt x="645377" y="182110"/>
                  <a:pt x="654516" y="191250"/>
                  <a:pt x="654516" y="202523"/>
                </a:cubicBezTo>
                <a:cubicBezTo>
                  <a:pt x="654516" y="213797"/>
                  <a:pt x="645377" y="222936"/>
                  <a:pt x="634103" y="222936"/>
                </a:cubicBezTo>
                <a:cubicBezTo>
                  <a:pt x="622829" y="222936"/>
                  <a:pt x="613690" y="213797"/>
                  <a:pt x="613690" y="202523"/>
                </a:cubicBezTo>
                <a:cubicBezTo>
                  <a:pt x="613690" y="191250"/>
                  <a:pt x="622829" y="182110"/>
                  <a:pt x="634103" y="182110"/>
                </a:cubicBezTo>
                <a:close/>
                <a:moveTo>
                  <a:pt x="585326" y="182110"/>
                </a:moveTo>
                <a:cubicBezTo>
                  <a:pt x="596599" y="182110"/>
                  <a:pt x="605738" y="191250"/>
                  <a:pt x="605738" y="202523"/>
                </a:cubicBezTo>
                <a:cubicBezTo>
                  <a:pt x="605738" y="213797"/>
                  <a:pt x="596599" y="222936"/>
                  <a:pt x="585326" y="222936"/>
                </a:cubicBezTo>
                <a:cubicBezTo>
                  <a:pt x="574052" y="222936"/>
                  <a:pt x="564913" y="213797"/>
                  <a:pt x="564913" y="202523"/>
                </a:cubicBezTo>
                <a:cubicBezTo>
                  <a:pt x="564913" y="191250"/>
                  <a:pt x="574052" y="182110"/>
                  <a:pt x="585326" y="182110"/>
                </a:cubicBezTo>
                <a:close/>
                <a:moveTo>
                  <a:pt x="536549" y="182110"/>
                </a:moveTo>
                <a:cubicBezTo>
                  <a:pt x="547822" y="182110"/>
                  <a:pt x="556961" y="191250"/>
                  <a:pt x="556961" y="202523"/>
                </a:cubicBezTo>
                <a:cubicBezTo>
                  <a:pt x="556961" y="213797"/>
                  <a:pt x="547822" y="222936"/>
                  <a:pt x="536549" y="222936"/>
                </a:cubicBezTo>
                <a:cubicBezTo>
                  <a:pt x="525275" y="222936"/>
                  <a:pt x="516136" y="213797"/>
                  <a:pt x="516136" y="202523"/>
                </a:cubicBezTo>
                <a:cubicBezTo>
                  <a:pt x="516136" y="191250"/>
                  <a:pt x="525275" y="182110"/>
                  <a:pt x="536549" y="182110"/>
                </a:cubicBezTo>
                <a:close/>
                <a:moveTo>
                  <a:pt x="487772" y="182110"/>
                </a:moveTo>
                <a:cubicBezTo>
                  <a:pt x="499045" y="182110"/>
                  <a:pt x="508184" y="191250"/>
                  <a:pt x="508184" y="202523"/>
                </a:cubicBezTo>
                <a:cubicBezTo>
                  <a:pt x="508184" y="213797"/>
                  <a:pt x="499045" y="222936"/>
                  <a:pt x="487772" y="222936"/>
                </a:cubicBezTo>
                <a:cubicBezTo>
                  <a:pt x="476498" y="222936"/>
                  <a:pt x="467359" y="213797"/>
                  <a:pt x="467359" y="202523"/>
                </a:cubicBezTo>
                <a:cubicBezTo>
                  <a:pt x="467359" y="191250"/>
                  <a:pt x="476498" y="182110"/>
                  <a:pt x="487772" y="182110"/>
                </a:cubicBezTo>
                <a:close/>
                <a:moveTo>
                  <a:pt x="438994" y="182110"/>
                </a:moveTo>
                <a:cubicBezTo>
                  <a:pt x="450268" y="182110"/>
                  <a:pt x="459407" y="191250"/>
                  <a:pt x="459407" y="202523"/>
                </a:cubicBezTo>
                <a:cubicBezTo>
                  <a:pt x="459407" y="213797"/>
                  <a:pt x="450268" y="222936"/>
                  <a:pt x="438994" y="222936"/>
                </a:cubicBezTo>
                <a:cubicBezTo>
                  <a:pt x="427721" y="222936"/>
                  <a:pt x="418582" y="213797"/>
                  <a:pt x="418582" y="202523"/>
                </a:cubicBezTo>
                <a:cubicBezTo>
                  <a:pt x="418582" y="191250"/>
                  <a:pt x="427721" y="182110"/>
                  <a:pt x="438994" y="182110"/>
                </a:cubicBezTo>
                <a:close/>
                <a:moveTo>
                  <a:pt x="390217" y="182110"/>
                </a:moveTo>
                <a:cubicBezTo>
                  <a:pt x="401491" y="182110"/>
                  <a:pt x="410630" y="191250"/>
                  <a:pt x="410630" y="202523"/>
                </a:cubicBezTo>
                <a:cubicBezTo>
                  <a:pt x="410630" y="213797"/>
                  <a:pt x="401491" y="222936"/>
                  <a:pt x="390217" y="222936"/>
                </a:cubicBezTo>
                <a:cubicBezTo>
                  <a:pt x="378944" y="222936"/>
                  <a:pt x="369805" y="213797"/>
                  <a:pt x="369805" y="202523"/>
                </a:cubicBezTo>
                <a:cubicBezTo>
                  <a:pt x="369805" y="191250"/>
                  <a:pt x="378944" y="182110"/>
                  <a:pt x="390217" y="182110"/>
                </a:cubicBezTo>
                <a:close/>
                <a:moveTo>
                  <a:pt x="341440" y="182110"/>
                </a:moveTo>
                <a:cubicBezTo>
                  <a:pt x="352714" y="182110"/>
                  <a:pt x="361853" y="191250"/>
                  <a:pt x="361853" y="202523"/>
                </a:cubicBezTo>
                <a:cubicBezTo>
                  <a:pt x="361853" y="213797"/>
                  <a:pt x="352714" y="222936"/>
                  <a:pt x="341440" y="222936"/>
                </a:cubicBezTo>
                <a:cubicBezTo>
                  <a:pt x="330166" y="222936"/>
                  <a:pt x="321028" y="213797"/>
                  <a:pt x="321028" y="202523"/>
                </a:cubicBezTo>
                <a:cubicBezTo>
                  <a:pt x="321028" y="191250"/>
                  <a:pt x="330166" y="182110"/>
                  <a:pt x="341440" y="182110"/>
                </a:cubicBezTo>
                <a:close/>
                <a:moveTo>
                  <a:pt x="292663" y="182110"/>
                </a:moveTo>
                <a:cubicBezTo>
                  <a:pt x="303937" y="182110"/>
                  <a:pt x="313076" y="191250"/>
                  <a:pt x="313076" y="202523"/>
                </a:cubicBezTo>
                <a:cubicBezTo>
                  <a:pt x="313076" y="213797"/>
                  <a:pt x="303937" y="222936"/>
                  <a:pt x="292663" y="222936"/>
                </a:cubicBezTo>
                <a:cubicBezTo>
                  <a:pt x="281389" y="222936"/>
                  <a:pt x="272251" y="213797"/>
                  <a:pt x="272251" y="202523"/>
                </a:cubicBezTo>
                <a:cubicBezTo>
                  <a:pt x="272251" y="191250"/>
                  <a:pt x="281389" y="182110"/>
                  <a:pt x="292663" y="182110"/>
                </a:cubicBezTo>
                <a:close/>
                <a:moveTo>
                  <a:pt x="243886" y="182110"/>
                </a:moveTo>
                <a:cubicBezTo>
                  <a:pt x="255160" y="182110"/>
                  <a:pt x="264299" y="191250"/>
                  <a:pt x="264299" y="202523"/>
                </a:cubicBezTo>
                <a:cubicBezTo>
                  <a:pt x="264299" y="213797"/>
                  <a:pt x="255160" y="222936"/>
                  <a:pt x="243886" y="222936"/>
                </a:cubicBezTo>
                <a:cubicBezTo>
                  <a:pt x="232612" y="222936"/>
                  <a:pt x="223473" y="213797"/>
                  <a:pt x="223473" y="202523"/>
                </a:cubicBezTo>
                <a:cubicBezTo>
                  <a:pt x="223473" y="191250"/>
                  <a:pt x="232612" y="182110"/>
                  <a:pt x="243886" y="182110"/>
                </a:cubicBezTo>
                <a:close/>
                <a:moveTo>
                  <a:pt x="195109" y="182110"/>
                </a:moveTo>
                <a:cubicBezTo>
                  <a:pt x="206383" y="182110"/>
                  <a:pt x="215522" y="191250"/>
                  <a:pt x="215522" y="202523"/>
                </a:cubicBezTo>
                <a:cubicBezTo>
                  <a:pt x="215522" y="213797"/>
                  <a:pt x="206383" y="222936"/>
                  <a:pt x="195109" y="222936"/>
                </a:cubicBezTo>
                <a:cubicBezTo>
                  <a:pt x="183835" y="222936"/>
                  <a:pt x="174696" y="213797"/>
                  <a:pt x="174696" y="202523"/>
                </a:cubicBezTo>
                <a:cubicBezTo>
                  <a:pt x="174696" y="191250"/>
                  <a:pt x="183835" y="182110"/>
                  <a:pt x="195109" y="182110"/>
                </a:cubicBezTo>
                <a:close/>
                <a:moveTo>
                  <a:pt x="146332" y="182110"/>
                </a:moveTo>
                <a:cubicBezTo>
                  <a:pt x="157606" y="182110"/>
                  <a:pt x="166745" y="191250"/>
                  <a:pt x="166745" y="202523"/>
                </a:cubicBezTo>
                <a:cubicBezTo>
                  <a:pt x="166745" y="213797"/>
                  <a:pt x="157606" y="222936"/>
                  <a:pt x="146332" y="222936"/>
                </a:cubicBezTo>
                <a:cubicBezTo>
                  <a:pt x="135058" y="222936"/>
                  <a:pt x="125919" y="213797"/>
                  <a:pt x="125919" y="202523"/>
                </a:cubicBezTo>
                <a:cubicBezTo>
                  <a:pt x="125919" y="191250"/>
                  <a:pt x="135058" y="182110"/>
                  <a:pt x="146332" y="182110"/>
                </a:cubicBezTo>
                <a:close/>
                <a:moveTo>
                  <a:pt x="97555" y="182110"/>
                </a:moveTo>
                <a:cubicBezTo>
                  <a:pt x="108829" y="182110"/>
                  <a:pt x="117968" y="191250"/>
                  <a:pt x="117968" y="202523"/>
                </a:cubicBezTo>
                <a:cubicBezTo>
                  <a:pt x="117968" y="213797"/>
                  <a:pt x="108829" y="222936"/>
                  <a:pt x="97555" y="222936"/>
                </a:cubicBezTo>
                <a:cubicBezTo>
                  <a:pt x="86281" y="222936"/>
                  <a:pt x="77142" y="213797"/>
                  <a:pt x="77142" y="202523"/>
                </a:cubicBezTo>
                <a:cubicBezTo>
                  <a:pt x="77142" y="191250"/>
                  <a:pt x="86281" y="182110"/>
                  <a:pt x="97555" y="182110"/>
                </a:cubicBezTo>
                <a:close/>
                <a:moveTo>
                  <a:pt x="48778" y="182110"/>
                </a:moveTo>
                <a:cubicBezTo>
                  <a:pt x="60052" y="182110"/>
                  <a:pt x="69191" y="191250"/>
                  <a:pt x="69191" y="202523"/>
                </a:cubicBezTo>
                <a:cubicBezTo>
                  <a:pt x="69191" y="213797"/>
                  <a:pt x="60052" y="222936"/>
                  <a:pt x="48778" y="222936"/>
                </a:cubicBezTo>
                <a:cubicBezTo>
                  <a:pt x="37504" y="222936"/>
                  <a:pt x="28365" y="213797"/>
                  <a:pt x="28365" y="202523"/>
                </a:cubicBezTo>
                <a:cubicBezTo>
                  <a:pt x="28365" y="191250"/>
                  <a:pt x="37504" y="182110"/>
                  <a:pt x="48778" y="182110"/>
                </a:cubicBezTo>
                <a:close/>
                <a:moveTo>
                  <a:pt x="2" y="182110"/>
                </a:moveTo>
                <a:cubicBezTo>
                  <a:pt x="11275" y="182110"/>
                  <a:pt x="20414" y="191250"/>
                  <a:pt x="20414" y="202523"/>
                </a:cubicBezTo>
                <a:cubicBezTo>
                  <a:pt x="20414" y="213797"/>
                  <a:pt x="11275" y="222936"/>
                  <a:pt x="2" y="222936"/>
                </a:cubicBezTo>
                <a:lnTo>
                  <a:pt x="0" y="222935"/>
                </a:lnTo>
                <a:lnTo>
                  <a:pt x="0" y="182111"/>
                </a:lnTo>
                <a:close/>
                <a:moveTo>
                  <a:pt x="975542" y="128024"/>
                </a:moveTo>
                <a:cubicBezTo>
                  <a:pt x="986816" y="128024"/>
                  <a:pt x="995955" y="137163"/>
                  <a:pt x="995955" y="148437"/>
                </a:cubicBezTo>
                <a:cubicBezTo>
                  <a:pt x="995955" y="159711"/>
                  <a:pt x="986816" y="168850"/>
                  <a:pt x="975542" y="168850"/>
                </a:cubicBezTo>
                <a:cubicBezTo>
                  <a:pt x="964268" y="168850"/>
                  <a:pt x="955129" y="159711"/>
                  <a:pt x="955129" y="148437"/>
                </a:cubicBezTo>
                <a:cubicBezTo>
                  <a:pt x="955129" y="137163"/>
                  <a:pt x="964268" y="128024"/>
                  <a:pt x="975542" y="128024"/>
                </a:cubicBezTo>
                <a:close/>
                <a:moveTo>
                  <a:pt x="926765" y="128024"/>
                </a:moveTo>
                <a:cubicBezTo>
                  <a:pt x="938039" y="128024"/>
                  <a:pt x="947178" y="137163"/>
                  <a:pt x="947178" y="148437"/>
                </a:cubicBezTo>
                <a:cubicBezTo>
                  <a:pt x="947178" y="159711"/>
                  <a:pt x="938039" y="168850"/>
                  <a:pt x="926765" y="168850"/>
                </a:cubicBezTo>
                <a:cubicBezTo>
                  <a:pt x="915491" y="168850"/>
                  <a:pt x="906352" y="159711"/>
                  <a:pt x="906352" y="148437"/>
                </a:cubicBezTo>
                <a:cubicBezTo>
                  <a:pt x="906352" y="137163"/>
                  <a:pt x="915491" y="128024"/>
                  <a:pt x="926765" y="128024"/>
                </a:cubicBezTo>
                <a:close/>
                <a:moveTo>
                  <a:pt x="877988" y="128024"/>
                </a:moveTo>
                <a:cubicBezTo>
                  <a:pt x="889262" y="128024"/>
                  <a:pt x="898401" y="137163"/>
                  <a:pt x="898401" y="148437"/>
                </a:cubicBezTo>
                <a:cubicBezTo>
                  <a:pt x="898401" y="159711"/>
                  <a:pt x="889262" y="168850"/>
                  <a:pt x="877988" y="168850"/>
                </a:cubicBezTo>
                <a:cubicBezTo>
                  <a:pt x="866714" y="168850"/>
                  <a:pt x="857575" y="159711"/>
                  <a:pt x="857575" y="148437"/>
                </a:cubicBezTo>
                <a:cubicBezTo>
                  <a:pt x="857575" y="137163"/>
                  <a:pt x="866714" y="128024"/>
                  <a:pt x="877988" y="128024"/>
                </a:cubicBezTo>
                <a:close/>
                <a:moveTo>
                  <a:pt x="829211" y="128024"/>
                </a:moveTo>
                <a:cubicBezTo>
                  <a:pt x="840485" y="128024"/>
                  <a:pt x="849624" y="137163"/>
                  <a:pt x="849624" y="148437"/>
                </a:cubicBezTo>
                <a:cubicBezTo>
                  <a:pt x="849624" y="159711"/>
                  <a:pt x="840485" y="168850"/>
                  <a:pt x="829211" y="168850"/>
                </a:cubicBezTo>
                <a:cubicBezTo>
                  <a:pt x="817937" y="168850"/>
                  <a:pt x="808798" y="159711"/>
                  <a:pt x="808798" y="148437"/>
                </a:cubicBezTo>
                <a:cubicBezTo>
                  <a:pt x="808798" y="137163"/>
                  <a:pt x="817937" y="128024"/>
                  <a:pt x="829211" y="128024"/>
                </a:cubicBezTo>
                <a:close/>
                <a:moveTo>
                  <a:pt x="780434" y="128024"/>
                </a:moveTo>
                <a:cubicBezTo>
                  <a:pt x="791708" y="128024"/>
                  <a:pt x="800847" y="137163"/>
                  <a:pt x="800847" y="148437"/>
                </a:cubicBezTo>
                <a:cubicBezTo>
                  <a:pt x="800847" y="159711"/>
                  <a:pt x="791708" y="168850"/>
                  <a:pt x="780434" y="168850"/>
                </a:cubicBezTo>
                <a:cubicBezTo>
                  <a:pt x="769160" y="168850"/>
                  <a:pt x="760021" y="159711"/>
                  <a:pt x="760021" y="148437"/>
                </a:cubicBezTo>
                <a:cubicBezTo>
                  <a:pt x="760021" y="137163"/>
                  <a:pt x="769160" y="128024"/>
                  <a:pt x="780434" y="128024"/>
                </a:cubicBezTo>
                <a:close/>
                <a:moveTo>
                  <a:pt x="731657" y="128024"/>
                </a:moveTo>
                <a:cubicBezTo>
                  <a:pt x="742931" y="128024"/>
                  <a:pt x="752070" y="137163"/>
                  <a:pt x="752070" y="148437"/>
                </a:cubicBezTo>
                <a:cubicBezTo>
                  <a:pt x="752070" y="159711"/>
                  <a:pt x="742931" y="168850"/>
                  <a:pt x="731657" y="168850"/>
                </a:cubicBezTo>
                <a:cubicBezTo>
                  <a:pt x="720383" y="168850"/>
                  <a:pt x="711244" y="159711"/>
                  <a:pt x="711244" y="148437"/>
                </a:cubicBezTo>
                <a:cubicBezTo>
                  <a:pt x="711244" y="137163"/>
                  <a:pt x="720383" y="128024"/>
                  <a:pt x="731657" y="128024"/>
                </a:cubicBezTo>
                <a:close/>
                <a:moveTo>
                  <a:pt x="682880" y="128024"/>
                </a:moveTo>
                <a:cubicBezTo>
                  <a:pt x="694153" y="128024"/>
                  <a:pt x="703293" y="137163"/>
                  <a:pt x="703293" y="148437"/>
                </a:cubicBezTo>
                <a:cubicBezTo>
                  <a:pt x="703293" y="159711"/>
                  <a:pt x="694153" y="168850"/>
                  <a:pt x="682880" y="168850"/>
                </a:cubicBezTo>
                <a:cubicBezTo>
                  <a:pt x="671606" y="168850"/>
                  <a:pt x="662467" y="159711"/>
                  <a:pt x="662467" y="148437"/>
                </a:cubicBezTo>
                <a:cubicBezTo>
                  <a:pt x="662467" y="137163"/>
                  <a:pt x="671606" y="128024"/>
                  <a:pt x="682880" y="128024"/>
                </a:cubicBezTo>
                <a:close/>
                <a:moveTo>
                  <a:pt x="634103" y="128024"/>
                </a:moveTo>
                <a:cubicBezTo>
                  <a:pt x="645377" y="128024"/>
                  <a:pt x="654516" y="137163"/>
                  <a:pt x="654516" y="148437"/>
                </a:cubicBezTo>
                <a:cubicBezTo>
                  <a:pt x="654516" y="159711"/>
                  <a:pt x="645377" y="168850"/>
                  <a:pt x="634103" y="168850"/>
                </a:cubicBezTo>
                <a:cubicBezTo>
                  <a:pt x="622829" y="168850"/>
                  <a:pt x="613690" y="159711"/>
                  <a:pt x="613690" y="148437"/>
                </a:cubicBezTo>
                <a:cubicBezTo>
                  <a:pt x="613690" y="137163"/>
                  <a:pt x="622829" y="128024"/>
                  <a:pt x="634103" y="128024"/>
                </a:cubicBezTo>
                <a:close/>
                <a:moveTo>
                  <a:pt x="585326" y="128024"/>
                </a:moveTo>
                <a:cubicBezTo>
                  <a:pt x="596599" y="128024"/>
                  <a:pt x="605738" y="137163"/>
                  <a:pt x="605738" y="148437"/>
                </a:cubicBezTo>
                <a:cubicBezTo>
                  <a:pt x="605738" y="159711"/>
                  <a:pt x="596599" y="168850"/>
                  <a:pt x="585326" y="168850"/>
                </a:cubicBezTo>
                <a:cubicBezTo>
                  <a:pt x="574052" y="168850"/>
                  <a:pt x="564913" y="159711"/>
                  <a:pt x="564913" y="148437"/>
                </a:cubicBezTo>
                <a:cubicBezTo>
                  <a:pt x="564913" y="137163"/>
                  <a:pt x="574052" y="128024"/>
                  <a:pt x="585326" y="128024"/>
                </a:cubicBezTo>
                <a:close/>
                <a:moveTo>
                  <a:pt x="536549" y="128024"/>
                </a:moveTo>
                <a:cubicBezTo>
                  <a:pt x="547822" y="128024"/>
                  <a:pt x="556961" y="137163"/>
                  <a:pt x="556961" y="148437"/>
                </a:cubicBezTo>
                <a:cubicBezTo>
                  <a:pt x="556961" y="159711"/>
                  <a:pt x="547822" y="168850"/>
                  <a:pt x="536549" y="168850"/>
                </a:cubicBezTo>
                <a:cubicBezTo>
                  <a:pt x="525275" y="168850"/>
                  <a:pt x="516136" y="159711"/>
                  <a:pt x="516136" y="148437"/>
                </a:cubicBezTo>
                <a:cubicBezTo>
                  <a:pt x="516136" y="137163"/>
                  <a:pt x="525275" y="128024"/>
                  <a:pt x="536549" y="128024"/>
                </a:cubicBezTo>
                <a:close/>
                <a:moveTo>
                  <a:pt x="487772" y="128024"/>
                </a:moveTo>
                <a:cubicBezTo>
                  <a:pt x="499045" y="128024"/>
                  <a:pt x="508184" y="137163"/>
                  <a:pt x="508184" y="148437"/>
                </a:cubicBezTo>
                <a:cubicBezTo>
                  <a:pt x="508184" y="159711"/>
                  <a:pt x="499045" y="168850"/>
                  <a:pt x="487772" y="168850"/>
                </a:cubicBezTo>
                <a:cubicBezTo>
                  <a:pt x="476498" y="168850"/>
                  <a:pt x="467359" y="159711"/>
                  <a:pt x="467359" y="148437"/>
                </a:cubicBezTo>
                <a:cubicBezTo>
                  <a:pt x="467359" y="137163"/>
                  <a:pt x="476498" y="128024"/>
                  <a:pt x="487772" y="128024"/>
                </a:cubicBezTo>
                <a:close/>
                <a:moveTo>
                  <a:pt x="438994" y="128024"/>
                </a:moveTo>
                <a:cubicBezTo>
                  <a:pt x="450268" y="128024"/>
                  <a:pt x="459407" y="137163"/>
                  <a:pt x="459407" y="148437"/>
                </a:cubicBezTo>
                <a:cubicBezTo>
                  <a:pt x="459407" y="159711"/>
                  <a:pt x="450268" y="168850"/>
                  <a:pt x="438994" y="168850"/>
                </a:cubicBezTo>
                <a:cubicBezTo>
                  <a:pt x="427721" y="168850"/>
                  <a:pt x="418582" y="159711"/>
                  <a:pt x="418582" y="148437"/>
                </a:cubicBezTo>
                <a:cubicBezTo>
                  <a:pt x="418582" y="137163"/>
                  <a:pt x="427721" y="128024"/>
                  <a:pt x="438994" y="128024"/>
                </a:cubicBezTo>
                <a:close/>
                <a:moveTo>
                  <a:pt x="390217" y="128024"/>
                </a:moveTo>
                <a:cubicBezTo>
                  <a:pt x="401491" y="128024"/>
                  <a:pt x="410630" y="137163"/>
                  <a:pt x="410630" y="148437"/>
                </a:cubicBezTo>
                <a:cubicBezTo>
                  <a:pt x="410630" y="159711"/>
                  <a:pt x="401491" y="168850"/>
                  <a:pt x="390217" y="168850"/>
                </a:cubicBezTo>
                <a:cubicBezTo>
                  <a:pt x="378944" y="168850"/>
                  <a:pt x="369805" y="159711"/>
                  <a:pt x="369805" y="148437"/>
                </a:cubicBezTo>
                <a:cubicBezTo>
                  <a:pt x="369805" y="137163"/>
                  <a:pt x="378944" y="128024"/>
                  <a:pt x="390217" y="128024"/>
                </a:cubicBezTo>
                <a:close/>
                <a:moveTo>
                  <a:pt x="341440" y="128024"/>
                </a:moveTo>
                <a:cubicBezTo>
                  <a:pt x="352714" y="128024"/>
                  <a:pt x="361853" y="137163"/>
                  <a:pt x="361853" y="148437"/>
                </a:cubicBezTo>
                <a:cubicBezTo>
                  <a:pt x="361853" y="159711"/>
                  <a:pt x="352714" y="168850"/>
                  <a:pt x="341440" y="168850"/>
                </a:cubicBezTo>
                <a:cubicBezTo>
                  <a:pt x="330166" y="168850"/>
                  <a:pt x="321028" y="159711"/>
                  <a:pt x="321028" y="148437"/>
                </a:cubicBezTo>
                <a:cubicBezTo>
                  <a:pt x="321028" y="137163"/>
                  <a:pt x="330166" y="128024"/>
                  <a:pt x="341440" y="128024"/>
                </a:cubicBezTo>
                <a:close/>
                <a:moveTo>
                  <a:pt x="292663" y="128024"/>
                </a:moveTo>
                <a:cubicBezTo>
                  <a:pt x="303937" y="128024"/>
                  <a:pt x="313076" y="137163"/>
                  <a:pt x="313076" y="148437"/>
                </a:cubicBezTo>
                <a:cubicBezTo>
                  <a:pt x="313076" y="159711"/>
                  <a:pt x="303937" y="168850"/>
                  <a:pt x="292663" y="168850"/>
                </a:cubicBezTo>
                <a:cubicBezTo>
                  <a:pt x="281389" y="168850"/>
                  <a:pt x="272251" y="159711"/>
                  <a:pt x="272251" y="148437"/>
                </a:cubicBezTo>
                <a:cubicBezTo>
                  <a:pt x="272251" y="137163"/>
                  <a:pt x="281389" y="128024"/>
                  <a:pt x="292663" y="128024"/>
                </a:cubicBezTo>
                <a:close/>
                <a:moveTo>
                  <a:pt x="243886" y="128024"/>
                </a:moveTo>
                <a:cubicBezTo>
                  <a:pt x="255160" y="128024"/>
                  <a:pt x="264299" y="137163"/>
                  <a:pt x="264299" y="148437"/>
                </a:cubicBezTo>
                <a:cubicBezTo>
                  <a:pt x="264299" y="159711"/>
                  <a:pt x="255160" y="168850"/>
                  <a:pt x="243886" y="168850"/>
                </a:cubicBezTo>
                <a:cubicBezTo>
                  <a:pt x="232612" y="168850"/>
                  <a:pt x="223473" y="159711"/>
                  <a:pt x="223473" y="148437"/>
                </a:cubicBezTo>
                <a:cubicBezTo>
                  <a:pt x="223473" y="137163"/>
                  <a:pt x="232612" y="128024"/>
                  <a:pt x="243886" y="128024"/>
                </a:cubicBezTo>
                <a:close/>
                <a:moveTo>
                  <a:pt x="195109" y="128024"/>
                </a:moveTo>
                <a:cubicBezTo>
                  <a:pt x="206383" y="128024"/>
                  <a:pt x="215522" y="137163"/>
                  <a:pt x="215522" y="148437"/>
                </a:cubicBezTo>
                <a:cubicBezTo>
                  <a:pt x="215522" y="159711"/>
                  <a:pt x="206383" y="168850"/>
                  <a:pt x="195109" y="168850"/>
                </a:cubicBezTo>
                <a:cubicBezTo>
                  <a:pt x="183835" y="168850"/>
                  <a:pt x="174696" y="159711"/>
                  <a:pt x="174696" y="148437"/>
                </a:cubicBezTo>
                <a:cubicBezTo>
                  <a:pt x="174696" y="137163"/>
                  <a:pt x="183835" y="128024"/>
                  <a:pt x="195109" y="128024"/>
                </a:cubicBezTo>
                <a:close/>
                <a:moveTo>
                  <a:pt x="146332" y="128024"/>
                </a:moveTo>
                <a:cubicBezTo>
                  <a:pt x="157606" y="128024"/>
                  <a:pt x="166745" y="137163"/>
                  <a:pt x="166745" y="148437"/>
                </a:cubicBezTo>
                <a:cubicBezTo>
                  <a:pt x="166745" y="159711"/>
                  <a:pt x="157606" y="168850"/>
                  <a:pt x="146332" y="168850"/>
                </a:cubicBezTo>
                <a:cubicBezTo>
                  <a:pt x="135058" y="168850"/>
                  <a:pt x="125919" y="159711"/>
                  <a:pt x="125919" y="148437"/>
                </a:cubicBezTo>
                <a:cubicBezTo>
                  <a:pt x="125919" y="137163"/>
                  <a:pt x="135058" y="128024"/>
                  <a:pt x="146332" y="128024"/>
                </a:cubicBezTo>
                <a:close/>
                <a:moveTo>
                  <a:pt x="97555" y="128024"/>
                </a:moveTo>
                <a:cubicBezTo>
                  <a:pt x="108829" y="128024"/>
                  <a:pt x="117968" y="137163"/>
                  <a:pt x="117968" y="148437"/>
                </a:cubicBezTo>
                <a:cubicBezTo>
                  <a:pt x="117968" y="159711"/>
                  <a:pt x="108829" y="168850"/>
                  <a:pt x="97555" y="168850"/>
                </a:cubicBezTo>
                <a:cubicBezTo>
                  <a:pt x="86281" y="168850"/>
                  <a:pt x="77142" y="159711"/>
                  <a:pt x="77142" y="148437"/>
                </a:cubicBezTo>
                <a:cubicBezTo>
                  <a:pt x="77142" y="137163"/>
                  <a:pt x="86281" y="128024"/>
                  <a:pt x="97555" y="128024"/>
                </a:cubicBezTo>
                <a:close/>
                <a:moveTo>
                  <a:pt x="48778" y="128024"/>
                </a:moveTo>
                <a:cubicBezTo>
                  <a:pt x="60052" y="128024"/>
                  <a:pt x="69191" y="137163"/>
                  <a:pt x="69191" y="148437"/>
                </a:cubicBezTo>
                <a:cubicBezTo>
                  <a:pt x="69191" y="159711"/>
                  <a:pt x="60052" y="168850"/>
                  <a:pt x="48778" y="168850"/>
                </a:cubicBezTo>
                <a:cubicBezTo>
                  <a:pt x="37504" y="168850"/>
                  <a:pt x="28365" y="159711"/>
                  <a:pt x="28365" y="148437"/>
                </a:cubicBezTo>
                <a:cubicBezTo>
                  <a:pt x="28365" y="137163"/>
                  <a:pt x="37504" y="128024"/>
                  <a:pt x="48778" y="128024"/>
                </a:cubicBezTo>
                <a:close/>
                <a:moveTo>
                  <a:pt x="2" y="128024"/>
                </a:moveTo>
                <a:cubicBezTo>
                  <a:pt x="11275" y="128024"/>
                  <a:pt x="20414" y="137163"/>
                  <a:pt x="20414" y="148437"/>
                </a:cubicBezTo>
                <a:cubicBezTo>
                  <a:pt x="20414" y="159711"/>
                  <a:pt x="11275" y="168850"/>
                  <a:pt x="2" y="168850"/>
                </a:cubicBezTo>
                <a:lnTo>
                  <a:pt x="0" y="168849"/>
                </a:lnTo>
                <a:lnTo>
                  <a:pt x="0" y="128025"/>
                </a:lnTo>
                <a:close/>
                <a:moveTo>
                  <a:pt x="1006915" y="87087"/>
                </a:moveTo>
                <a:lnTo>
                  <a:pt x="1006262" y="100037"/>
                </a:lnTo>
                <a:lnTo>
                  <a:pt x="1003906" y="94351"/>
                </a:lnTo>
                <a:close/>
                <a:moveTo>
                  <a:pt x="975542" y="73938"/>
                </a:moveTo>
                <a:cubicBezTo>
                  <a:pt x="986816" y="73938"/>
                  <a:pt x="995955" y="83077"/>
                  <a:pt x="995955" y="94351"/>
                </a:cubicBezTo>
                <a:cubicBezTo>
                  <a:pt x="995955" y="105625"/>
                  <a:pt x="986816" y="114764"/>
                  <a:pt x="975542" y="114764"/>
                </a:cubicBezTo>
                <a:cubicBezTo>
                  <a:pt x="964268" y="114764"/>
                  <a:pt x="955129" y="105625"/>
                  <a:pt x="955129" y="94351"/>
                </a:cubicBezTo>
                <a:cubicBezTo>
                  <a:pt x="955129" y="83077"/>
                  <a:pt x="964268" y="73938"/>
                  <a:pt x="975542" y="73938"/>
                </a:cubicBezTo>
                <a:close/>
                <a:moveTo>
                  <a:pt x="926765" y="73938"/>
                </a:moveTo>
                <a:cubicBezTo>
                  <a:pt x="938039" y="73938"/>
                  <a:pt x="947178" y="83077"/>
                  <a:pt x="947178" y="94351"/>
                </a:cubicBezTo>
                <a:cubicBezTo>
                  <a:pt x="947178" y="105625"/>
                  <a:pt x="938039" y="114764"/>
                  <a:pt x="926765" y="114764"/>
                </a:cubicBezTo>
                <a:cubicBezTo>
                  <a:pt x="915491" y="114764"/>
                  <a:pt x="906352" y="105625"/>
                  <a:pt x="906352" y="94351"/>
                </a:cubicBezTo>
                <a:cubicBezTo>
                  <a:pt x="906352" y="83077"/>
                  <a:pt x="915491" y="73938"/>
                  <a:pt x="926765" y="73938"/>
                </a:cubicBezTo>
                <a:close/>
                <a:moveTo>
                  <a:pt x="877988" y="73938"/>
                </a:moveTo>
                <a:cubicBezTo>
                  <a:pt x="889262" y="73938"/>
                  <a:pt x="898401" y="83077"/>
                  <a:pt x="898401" y="94351"/>
                </a:cubicBezTo>
                <a:cubicBezTo>
                  <a:pt x="898401" y="105625"/>
                  <a:pt x="889262" y="114764"/>
                  <a:pt x="877988" y="114764"/>
                </a:cubicBezTo>
                <a:cubicBezTo>
                  <a:pt x="866714" y="114764"/>
                  <a:pt x="857575" y="105625"/>
                  <a:pt x="857575" y="94351"/>
                </a:cubicBezTo>
                <a:cubicBezTo>
                  <a:pt x="857575" y="83077"/>
                  <a:pt x="866714" y="73938"/>
                  <a:pt x="877988" y="73938"/>
                </a:cubicBezTo>
                <a:close/>
                <a:moveTo>
                  <a:pt x="829211" y="73938"/>
                </a:moveTo>
                <a:cubicBezTo>
                  <a:pt x="840485" y="73938"/>
                  <a:pt x="849624" y="83077"/>
                  <a:pt x="849624" y="94351"/>
                </a:cubicBezTo>
                <a:cubicBezTo>
                  <a:pt x="849624" y="105625"/>
                  <a:pt x="840485" y="114764"/>
                  <a:pt x="829211" y="114764"/>
                </a:cubicBezTo>
                <a:cubicBezTo>
                  <a:pt x="817937" y="114764"/>
                  <a:pt x="808798" y="105625"/>
                  <a:pt x="808798" y="94351"/>
                </a:cubicBezTo>
                <a:cubicBezTo>
                  <a:pt x="808798" y="83077"/>
                  <a:pt x="817937" y="73938"/>
                  <a:pt x="829211" y="73938"/>
                </a:cubicBezTo>
                <a:close/>
                <a:moveTo>
                  <a:pt x="780434" y="73938"/>
                </a:moveTo>
                <a:cubicBezTo>
                  <a:pt x="791708" y="73938"/>
                  <a:pt x="800847" y="83077"/>
                  <a:pt x="800847" y="94351"/>
                </a:cubicBezTo>
                <a:cubicBezTo>
                  <a:pt x="800847" y="105625"/>
                  <a:pt x="791708" y="114764"/>
                  <a:pt x="780434" y="114764"/>
                </a:cubicBezTo>
                <a:cubicBezTo>
                  <a:pt x="769160" y="114764"/>
                  <a:pt x="760021" y="105625"/>
                  <a:pt x="760021" y="94351"/>
                </a:cubicBezTo>
                <a:cubicBezTo>
                  <a:pt x="760021" y="83077"/>
                  <a:pt x="769160" y="73938"/>
                  <a:pt x="780434" y="73938"/>
                </a:cubicBezTo>
                <a:close/>
                <a:moveTo>
                  <a:pt x="731657" y="73938"/>
                </a:moveTo>
                <a:cubicBezTo>
                  <a:pt x="742931" y="73938"/>
                  <a:pt x="752070" y="83077"/>
                  <a:pt x="752070" y="94351"/>
                </a:cubicBezTo>
                <a:cubicBezTo>
                  <a:pt x="752070" y="105625"/>
                  <a:pt x="742931" y="114764"/>
                  <a:pt x="731657" y="114764"/>
                </a:cubicBezTo>
                <a:cubicBezTo>
                  <a:pt x="720383" y="114764"/>
                  <a:pt x="711244" y="105625"/>
                  <a:pt x="711244" y="94351"/>
                </a:cubicBezTo>
                <a:cubicBezTo>
                  <a:pt x="711244" y="83077"/>
                  <a:pt x="720383" y="73938"/>
                  <a:pt x="731657" y="73938"/>
                </a:cubicBezTo>
                <a:close/>
                <a:moveTo>
                  <a:pt x="682880" y="73938"/>
                </a:moveTo>
                <a:cubicBezTo>
                  <a:pt x="694153" y="73938"/>
                  <a:pt x="703293" y="83077"/>
                  <a:pt x="703293" y="94351"/>
                </a:cubicBezTo>
                <a:cubicBezTo>
                  <a:pt x="703293" y="105625"/>
                  <a:pt x="694153" y="114764"/>
                  <a:pt x="682880" y="114764"/>
                </a:cubicBezTo>
                <a:cubicBezTo>
                  <a:pt x="671606" y="114764"/>
                  <a:pt x="662467" y="105625"/>
                  <a:pt x="662467" y="94351"/>
                </a:cubicBezTo>
                <a:cubicBezTo>
                  <a:pt x="662467" y="83077"/>
                  <a:pt x="671606" y="73938"/>
                  <a:pt x="682880" y="73938"/>
                </a:cubicBezTo>
                <a:close/>
                <a:moveTo>
                  <a:pt x="634103" y="73938"/>
                </a:moveTo>
                <a:cubicBezTo>
                  <a:pt x="645377" y="73938"/>
                  <a:pt x="654516" y="83077"/>
                  <a:pt x="654516" y="94351"/>
                </a:cubicBezTo>
                <a:cubicBezTo>
                  <a:pt x="654516" y="105625"/>
                  <a:pt x="645377" y="114764"/>
                  <a:pt x="634103" y="114764"/>
                </a:cubicBezTo>
                <a:cubicBezTo>
                  <a:pt x="622829" y="114764"/>
                  <a:pt x="613690" y="105625"/>
                  <a:pt x="613690" y="94351"/>
                </a:cubicBezTo>
                <a:cubicBezTo>
                  <a:pt x="613690" y="83077"/>
                  <a:pt x="622829" y="73938"/>
                  <a:pt x="634103" y="73938"/>
                </a:cubicBezTo>
                <a:close/>
                <a:moveTo>
                  <a:pt x="585326" y="73938"/>
                </a:moveTo>
                <a:cubicBezTo>
                  <a:pt x="596599" y="73938"/>
                  <a:pt x="605738" y="83077"/>
                  <a:pt x="605738" y="94351"/>
                </a:cubicBezTo>
                <a:cubicBezTo>
                  <a:pt x="605738" y="105625"/>
                  <a:pt x="596599" y="114764"/>
                  <a:pt x="585326" y="114764"/>
                </a:cubicBezTo>
                <a:cubicBezTo>
                  <a:pt x="574052" y="114764"/>
                  <a:pt x="564913" y="105625"/>
                  <a:pt x="564913" y="94351"/>
                </a:cubicBezTo>
                <a:cubicBezTo>
                  <a:pt x="564913" y="83077"/>
                  <a:pt x="574052" y="73938"/>
                  <a:pt x="585326" y="73938"/>
                </a:cubicBezTo>
                <a:close/>
                <a:moveTo>
                  <a:pt x="536549" y="73938"/>
                </a:moveTo>
                <a:cubicBezTo>
                  <a:pt x="547822" y="73938"/>
                  <a:pt x="556961" y="83077"/>
                  <a:pt x="556961" y="94351"/>
                </a:cubicBezTo>
                <a:cubicBezTo>
                  <a:pt x="556961" y="105625"/>
                  <a:pt x="547822" y="114764"/>
                  <a:pt x="536549" y="114764"/>
                </a:cubicBezTo>
                <a:cubicBezTo>
                  <a:pt x="525275" y="114764"/>
                  <a:pt x="516136" y="105625"/>
                  <a:pt x="516136" y="94351"/>
                </a:cubicBezTo>
                <a:cubicBezTo>
                  <a:pt x="516136" y="83077"/>
                  <a:pt x="525275" y="73938"/>
                  <a:pt x="536549" y="73938"/>
                </a:cubicBezTo>
                <a:close/>
                <a:moveTo>
                  <a:pt x="487772" y="73938"/>
                </a:moveTo>
                <a:cubicBezTo>
                  <a:pt x="499045" y="73938"/>
                  <a:pt x="508184" y="83077"/>
                  <a:pt x="508184" y="94351"/>
                </a:cubicBezTo>
                <a:cubicBezTo>
                  <a:pt x="508184" y="105625"/>
                  <a:pt x="499045" y="114764"/>
                  <a:pt x="487772" y="114764"/>
                </a:cubicBezTo>
                <a:cubicBezTo>
                  <a:pt x="476498" y="114764"/>
                  <a:pt x="467359" y="105625"/>
                  <a:pt x="467359" y="94351"/>
                </a:cubicBezTo>
                <a:cubicBezTo>
                  <a:pt x="467359" y="83077"/>
                  <a:pt x="476498" y="73938"/>
                  <a:pt x="487772" y="73938"/>
                </a:cubicBezTo>
                <a:close/>
                <a:moveTo>
                  <a:pt x="438994" y="73938"/>
                </a:moveTo>
                <a:cubicBezTo>
                  <a:pt x="450268" y="73938"/>
                  <a:pt x="459407" y="83077"/>
                  <a:pt x="459407" y="94351"/>
                </a:cubicBezTo>
                <a:cubicBezTo>
                  <a:pt x="459407" y="105625"/>
                  <a:pt x="450268" y="114764"/>
                  <a:pt x="438994" y="114764"/>
                </a:cubicBezTo>
                <a:cubicBezTo>
                  <a:pt x="427721" y="114764"/>
                  <a:pt x="418582" y="105625"/>
                  <a:pt x="418582" y="94351"/>
                </a:cubicBezTo>
                <a:cubicBezTo>
                  <a:pt x="418582" y="83077"/>
                  <a:pt x="427721" y="73938"/>
                  <a:pt x="438994" y="73938"/>
                </a:cubicBezTo>
                <a:close/>
                <a:moveTo>
                  <a:pt x="390217" y="73938"/>
                </a:moveTo>
                <a:cubicBezTo>
                  <a:pt x="401491" y="73938"/>
                  <a:pt x="410630" y="83077"/>
                  <a:pt x="410630" y="94351"/>
                </a:cubicBezTo>
                <a:cubicBezTo>
                  <a:pt x="410630" y="105625"/>
                  <a:pt x="401491" y="114764"/>
                  <a:pt x="390217" y="114764"/>
                </a:cubicBezTo>
                <a:cubicBezTo>
                  <a:pt x="378944" y="114764"/>
                  <a:pt x="369805" y="105625"/>
                  <a:pt x="369805" y="94351"/>
                </a:cubicBezTo>
                <a:cubicBezTo>
                  <a:pt x="369805" y="83077"/>
                  <a:pt x="378944" y="73938"/>
                  <a:pt x="390217" y="73938"/>
                </a:cubicBezTo>
                <a:close/>
                <a:moveTo>
                  <a:pt x="341440" y="73938"/>
                </a:moveTo>
                <a:cubicBezTo>
                  <a:pt x="352714" y="73938"/>
                  <a:pt x="361853" y="83077"/>
                  <a:pt x="361853" y="94351"/>
                </a:cubicBezTo>
                <a:cubicBezTo>
                  <a:pt x="361853" y="105625"/>
                  <a:pt x="352714" y="114764"/>
                  <a:pt x="341440" y="114764"/>
                </a:cubicBezTo>
                <a:cubicBezTo>
                  <a:pt x="330166" y="114764"/>
                  <a:pt x="321028" y="105625"/>
                  <a:pt x="321028" y="94351"/>
                </a:cubicBezTo>
                <a:cubicBezTo>
                  <a:pt x="321028" y="83077"/>
                  <a:pt x="330166" y="73938"/>
                  <a:pt x="341440" y="73938"/>
                </a:cubicBezTo>
                <a:close/>
                <a:moveTo>
                  <a:pt x="292663" y="73938"/>
                </a:moveTo>
                <a:cubicBezTo>
                  <a:pt x="303937" y="73938"/>
                  <a:pt x="313076" y="83077"/>
                  <a:pt x="313076" y="94351"/>
                </a:cubicBezTo>
                <a:cubicBezTo>
                  <a:pt x="313076" y="105625"/>
                  <a:pt x="303937" y="114764"/>
                  <a:pt x="292663" y="114764"/>
                </a:cubicBezTo>
                <a:cubicBezTo>
                  <a:pt x="281389" y="114764"/>
                  <a:pt x="272251" y="105625"/>
                  <a:pt x="272251" y="94351"/>
                </a:cubicBezTo>
                <a:cubicBezTo>
                  <a:pt x="272251" y="83077"/>
                  <a:pt x="281389" y="73938"/>
                  <a:pt x="292663" y="73938"/>
                </a:cubicBezTo>
                <a:close/>
                <a:moveTo>
                  <a:pt x="243886" y="73938"/>
                </a:moveTo>
                <a:cubicBezTo>
                  <a:pt x="255160" y="73938"/>
                  <a:pt x="264299" y="83077"/>
                  <a:pt x="264299" y="94351"/>
                </a:cubicBezTo>
                <a:cubicBezTo>
                  <a:pt x="264299" y="105625"/>
                  <a:pt x="255160" y="114764"/>
                  <a:pt x="243886" y="114764"/>
                </a:cubicBezTo>
                <a:cubicBezTo>
                  <a:pt x="232612" y="114764"/>
                  <a:pt x="223473" y="105625"/>
                  <a:pt x="223473" y="94351"/>
                </a:cubicBezTo>
                <a:cubicBezTo>
                  <a:pt x="223473" y="83077"/>
                  <a:pt x="232612" y="73938"/>
                  <a:pt x="243886" y="73938"/>
                </a:cubicBezTo>
                <a:close/>
                <a:moveTo>
                  <a:pt x="195109" y="73938"/>
                </a:moveTo>
                <a:cubicBezTo>
                  <a:pt x="206383" y="73938"/>
                  <a:pt x="215522" y="83077"/>
                  <a:pt x="215522" y="94351"/>
                </a:cubicBezTo>
                <a:cubicBezTo>
                  <a:pt x="215522" y="105625"/>
                  <a:pt x="206383" y="114764"/>
                  <a:pt x="195109" y="114764"/>
                </a:cubicBezTo>
                <a:cubicBezTo>
                  <a:pt x="183835" y="114764"/>
                  <a:pt x="174696" y="105625"/>
                  <a:pt x="174696" y="94351"/>
                </a:cubicBezTo>
                <a:cubicBezTo>
                  <a:pt x="174696" y="83077"/>
                  <a:pt x="183835" y="73938"/>
                  <a:pt x="195109" y="73938"/>
                </a:cubicBezTo>
                <a:close/>
                <a:moveTo>
                  <a:pt x="146332" y="73938"/>
                </a:moveTo>
                <a:cubicBezTo>
                  <a:pt x="157606" y="73938"/>
                  <a:pt x="166745" y="83077"/>
                  <a:pt x="166745" y="94351"/>
                </a:cubicBezTo>
                <a:cubicBezTo>
                  <a:pt x="166745" y="105625"/>
                  <a:pt x="157606" y="114764"/>
                  <a:pt x="146332" y="114764"/>
                </a:cubicBezTo>
                <a:cubicBezTo>
                  <a:pt x="135058" y="114764"/>
                  <a:pt x="125919" y="105625"/>
                  <a:pt x="125919" y="94351"/>
                </a:cubicBezTo>
                <a:cubicBezTo>
                  <a:pt x="125919" y="83077"/>
                  <a:pt x="135058" y="73938"/>
                  <a:pt x="146332" y="73938"/>
                </a:cubicBezTo>
                <a:close/>
                <a:moveTo>
                  <a:pt x="97555" y="73938"/>
                </a:moveTo>
                <a:cubicBezTo>
                  <a:pt x="108829" y="73938"/>
                  <a:pt x="117968" y="83077"/>
                  <a:pt x="117968" y="94351"/>
                </a:cubicBezTo>
                <a:cubicBezTo>
                  <a:pt x="117968" y="105625"/>
                  <a:pt x="108829" y="114764"/>
                  <a:pt x="97555" y="114764"/>
                </a:cubicBezTo>
                <a:cubicBezTo>
                  <a:pt x="86281" y="114764"/>
                  <a:pt x="77142" y="105625"/>
                  <a:pt x="77142" y="94351"/>
                </a:cubicBezTo>
                <a:cubicBezTo>
                  <a:pt x="77142" y="83077"/>
                  <a:pt x="86281" y="73938"/>
                  <a:pt x="97555" y="73938"/>
                </a:cubicBezTo>
                <a:close/>
                <a:moveTo>
                  <a:pt x="48778" y="73938"/>
                </a:moveTo>
                <a:cubicBezTo>
                  <a:pt x="60052" y="73938"/>
                  <a:pt x="69191" y="83077"/>
                  <a:pt x="69191" y="94351"/>
                </a:cubicBezTo>
                <a:cubicBezTo>
                  <a:pt x="69191" y="105625"/>
                  <a:pt x="60052" y="114764"/>
                  <a:pt x="48778" y="114764"/>
                </a:cubicBezTo>
                <a:cubicBezTo>
                  <a:pt x="37504" y="114764"/>
                  <a:pt x="28365" y="105625"/>
                  <a:pt x="28365" y="94351"/>
                </a:cubicBezTo>
                <a:cubicBezTo>
                  <a:pt x="28365" y="83077"/>
                  <a:pt x="37504" y="73938"/>
                  <a:pt x="48778" y="73938"/>
                </a:cubicBezTo>
                <a:close/>
                <a:moveTo>
                  <a:pt x="2" y="73938"/>
                </a:moveTo>
                <a:cubicBezTo>
                  <a:pt x="11275" y="73938"/>
                  <a:pt x="20414" y="83077"/>
                  <a:pt x="20414" y="94351"/>
                </a:cubicBezTo>
                <a:cubicBezTo>
                  <a:pt x="20414" y="105625"/>
                  <a:pt x="11275" y="114764"/>
                  <a:pt x="2" y="114764"/>
                </a:cubicBezTo>
                <a:lnTo>
                  <a:pt x="0" y="114763"/>
                </a:lnTo>
                <a:lnTo>
                  <a:pt x="0" y="73939"/>
                </a:lnTo>
                <a:close/>
                <a:moveTo>
                  <a:pt x="1010013" y="25745"/>
                </a:moveTo>
                <a:lnTo>
                  <a:pt x="1008696" y="51828"/>
                </a:lnTo>
                <a:lnTo>
                  <a:pt x="1003906" y="40265"/>
                </a:lnTo>
                <a:cubicBezTo>
                  <a:pt x="1003906" y="34628"/>
                  <a:pt x="1006192" y="29525"/>
                  <a:pt x="1009885" y="25831"/>
                </a:cubicBezTo>
                <a:close/>
                <a:moveTo>
                  <a:pt x="975542" y="19852"/>
                </a:moveTo>
                <a:cubicBezTo>
                  <a:pt x="986816" y="19852"/>
                  <a:pt x="995955" y="28991"/>
                  <a:pt x="995955" y="40265"/>
                </a:cubicBezTo>
                <a:cubicBezTo>
                  <a:pt x="995955" y="51539"/>
                  <a:pt x="986816" y="60678"/>
                  <a:pt x="975542" y="60678"/>
                </a:cubicBezTo>
                <a:cubicBezTo>
                  <a:pt x="964268" y="60678"/>
                  <a:pt x="955129" y="51539"/>
                  <a:pt x="955129" y="40265"/>
                </a:cubicBezTo>
                <a:cubicBezTo>
                  <a:pt x="955129" y="28991"/>
                  <a:pt x="964268" y="19852"/>
                  <a:pt x="975542" y="19852"/>
                </a:cubicBezTo>
                <a:close/>
                <a:moveTo>
                  <a:pt x="926765" y="19852"/>
                </a:moveTo>
                <a:cubicBezTo>
                  <a:pt x="938039" y="19852"/>
                  <a:pt x="947178" y="28991"/>
                  <a:pt x="947178" y="40265"/>
                </a:cubicBezTo>
                <a:cubicBezTo>
                  <a:pt x="947178" y="51539"/>
                  <a:pt x="938039" y="60678"/>
                  <a:pt x="926765" y="60678"/>
                </a:cubicBezTo>
                <a:cubicBezTo>
                  <a:pt x="915491" y="60678"/>
                  <a:pt x="906352" y="51539"/>
                  <a:pt x="906352" y="40265"/>
                </a:cubicBezTo>
                <a:cubicBezTo>
                  <a:pt x="906352" y="28991"/>
                  <a:pt x="915491" y="19852"/>
                  <a:pt x="926765" y="19852"/>
                </a:cubicBezTo>
                <a:close/>
                <a:moveTo>
                  <a:pt x="877988" y="19852"/>
                </a:moveTo>
                <a:cubicBezTo>
                  <a:pt x="889262" y="19852"/>
                  <a:pt x="898401" y="28991"/>
                  <a:pt x="898401" y="40265"/>
                </a:cubicBezTo>
                <a:cubicBezTo>
                  <a:pt x="898401" y="51539"/>
                  <a:pt x="889262" y="60678"/>
                  <a:pt x="877988" y="60678"/>
                </a:cubicBezTo>
                <a:cubicBezTo>
                  <a:pt x="866714" y="60678"/>
                  <a:pt x="857575" y="51539"/>
                  <a:pt x="857575" y="40265"/>
                </a:cubicBezTo>
                <a:cubicBezTo>
                  <a:pt x="857575" y="28991"/>
                  <a:pt x="866714" y="19852"/>
                  <a:pt x="877988" y="19852"/>
                </a:cubicBezTo>
                <a:close/>
                <a:moveTo>
                  <a:pt x="829211" y="19852"/>
                </a:moveTo>
                <a:cubicBezTo>
                  <a:pt x="840485" y="19852"/>
                  <a:pt x="849624" y="28991"/>
                  <a:pt x="849624" y="40265"/>
                </a:cubicBezTo>
                <a:cubicBezTo>
                  <a:pt x="849624" y="51539"/>
                  <a:pt x="840485" y="60678"/>
                  <a:pt x="829211" y="60678"/>
                </a:cubicBezTo>
                <a:cubicBezTo>
                  <a:pt x="817937" y="60678"/>
                  <a:pt x="808798" y="51539"/>
                  <a:pt x="808798" y="40265"/>
                </a:cubicBezTo>
                <a:cubicBezTo>
                  <a:pt x="808798" y="28991"/>
                  <a:pt x="817937" y="19852"/>
                  <a:pt x="829211" y="19852"/>
                </a:cubicBezTo>
                <a:close/>
                <a:moveTo>
                  <a:pt x="780434" y="19852"/>
                </a:moveTo>
                <a:cubicBezTo>
                  <a:pt x="791708" y="19852"/>
                  <a:pt x="800847" y="28991"/>
                  <a:pt x="800847" y="40265"/>
                </a:cubicBezTo>
                <a:cubicBezTo>
                  <a:pt x="800847" y="51539"/>
                  <a:pt x="791708" y="60678"/>
                  <a:pt x="780434" y="60678"/>
                </a:cubicBezTo>
                <a:cubicBezTo>
                  <a:pt x="769160" y="60678"/>
                  <a:pt x="760021" y="51539"/>
                  <a:pt x="760021" y="40265"/>
                </a:cubicBezTo>
                <a:cubicBezTo>
                  <a:pt x="760021" y="28991"/>
                  <a:pt x="769160" y="19852"/>
                  <a:pt x="780434" y="19852"/>
                </a:cubicBezTo>
                <a:close/>
                <a:moveTo>
                  <a:pt x="731657" y="19852"/>
                </a:moveTo>
                <a:cubicBezTo>
                  <a:pt x="742931" y="19852"/>
                  <a:pt x="752070" y="28991"/>
                  <a:pt x="752070" y="40265"/>
                </a:cubicBezTo>
                <a:cubicBezTo>
                  <a:pt x="752070" y="51539"/>
                  <a:pt x="742931" y="60678"/>
                  <a:pt x="731657" y="60678"/>
                </a:cubicBezTo>
                <a:cubicBezTo>
                  <a:pt x="720383" y="60678"/>
                  <a:pt x="711244" y="51539"/>
                  <a:pt x="711244" y="40265"/>
                </a:cubicBezTo>
                <a:cubicBezTo>
                  <a:pt x="711244" y="28991"/>
                  <a:pt x="720383" y="19852"/>
                  <a:pt x="731657" y="19852"/>
                </a:cubicBezTo>
                <a:close/>
                <a:moveTo>
                  <a:pt x="682880" y="19852"/>
                </a:moveTo>
                <a:cubicBezTo>
                  <a:pt x="694153" y="19852"/>
                  <a:pt x="703293" y="28991"/>
                  <a:pt x="703293" y="40265"/>
                </a:cubicBezTo>
                <a:cubicBezTo>
                  <a:pt x="703293" y="51539"/>
                  <a:pt x="694153" y="60678"/>
                  <a:pt x="682880" y="60678"/>
                </a:cubicBezTo>
                <a:cubicBezTo>
                  <a:pt x="671606" y="60678"/>
                  <a:pt x="662467" y="51539"/>
                  <a:pt x="662467" y="40265"/>
                </a:cubicBezTo>
                <a:cubicBezTo>
                  <a:pt x="662467" y="28991"/>
                  <a:pt x="671606" y="19852"/>
                  <a:pt x="682880" y="19852"/>
                </a:cubicBezTo>
                <a:close/>
                <a:moveTo>
                  <a:pt x="634103" y="19852"/>
                </a:moveTo>
                <a:cubicBezTo>
                  <a:pt x="645377" y="19852"/>
                  <a:pt x="654516" y="28991"/>
                  <a:pt x="654516" y="40265"/>
                </a:cubicBezTo>
                <a:cubicBezTo>
                  <a:pt x="654516" y="51539"/>
                  <a:pt x="645377" y="60678"/>
                  <a:pt x="634103" y="60678"/>
                </a:cubicBezTo>
                <a:cubicBezTo>
                  <a:pt x="622829" y="60678"/>
                  <a:pt x="613690" y="51539"/>
                  <a:pt x="613690" y="40265"/>
                </a:cubicBezTo>
                <a:cubicBezTo>
                  <a:pt x="613690" y="28991"/>
                  <a:pt x="622829" y="19852"/>
                  <a:pt x="634103" y="19852"/>
                </a:cubicBezTo>
                <a:close/>
                <a:moveTo>
                  <a:pt x="585326" y="19852"/>
                </a:moveTo>
                <a:cubicBezTo>
                  <a:pt x="596599" y="19852"/>
                  <a:pt x="605738" y="28991"/>
                  <a:pt x="605738" y="40265"/>
                </a:cubicBezTo>
                <a:cubicBezTo>
                  <a:pt x="605738" y="51539"/>
                  <a:pt x="596599" y="60678"/>
                  <a:pt x="585326" y="60678"/>
                </a:cubicBezTo>
                <a:cubicBezTo>
                  <a:pt x="574052" y="60678"/>
                  <a:pt x="564913" y="51539"/>
                  <a:pt x="564913" y="40265"/>
                </a:cubicBezTo>
                <a:cubicBezTo>
                  <a:pt x="564913" y="28991"/>
                  <a:pt x="574052" y="19852"/>
                  <a:pt x="585326" y="19852"/>
                </a:cubicBezTo>
                <a:close/>
                <a:moveTo>
                  <a:pt x="536549" y="19852"/>
                </a:moveTo>
                <a:cubicBezTo>
                  <a:pt x="547822" y="19852"/>
                  <a:pt x="556961" y="28991"/>
                  <a:pt x="556961" y="40265"/>
                </a:cubicBezTo>
                <a:cubicBezTo>
                  <a:pt x="556961" y="51539"/>
                  <a:pt x="547822" y="60678"/>
                  <a:pt x="536549" y="60678"/>
                </a:cubicBezTo>
                <a:cubicBezTo>
                  <a:pt x="525275" y="60678"/>
                  <a:pt x="516136" y="51539"/>
                  <a:pt x="516136" y="40265"/>
                </a:cubicBezTo>
                <a:cubicBezTo>
                  <a:pt x="516136" y="28991"/>
                  <a:pt x="525275" y="19852"/>
                  <a:pt x="536549" y="19852"/>
                </a:cubicBezTo>
                <a:close/>
                <a:moveTo>
                  <a:pt x="487772" y="19852"/>
                </a:moveTo>
                <a:cubicBezTo>
                  <a:pt x="499045" y="19852"/>
                  <a:pt x="508184" y="28991"/>
                  <a:pt x="508184" y="40265"/>
                </a:cubicBezTo>
                <a:cubicBezTo>
                  <a:pt x="508184" y="51539"/>
                  <a:pt x="499045" y="60678"/>
                  <a:pt x="487772" y="60678"/>
                </a:cubicBezTo>
                <a:cubicBezTo>
                  <a:pt x="476498" y="60678"/>
                  <a:pt x="467359" y="51539"/>
                  <a:pt x="467359" y="40265"/>
                </a:cubicBezTo>
                <a:cubicBezTo>
                  <a:pt x="467359" y="28991"/>
                  <a:pt x="476498" y="19852"/>
                  <a:pt x="487772" y="19852"/>
                </a:cubicBezTo>
                <a:close/>
                <a:moveTo>
                  <a:pt x="438994" y="19852"/>
                </a:moveTo>
                <a:cubicBezTo>
                  <a:pt x="450268" y="19852"/>
                  <a:pt x="459407" y="28991"/>
                  <a:pt x="459407" y="40265"/>
                </a:cubicBezTo>
                <a:cubicBezTo>
                  <a:pt x="459407" y="51539"/>
                  <a:pt x="450268" y="60678"/>
                  <a:pt x="438994" y="60678"/>
                </a:cubicBezTo>
                <a:cubicBezTo>
                  <a:pt x="427721" y="60678"/>
                  <a:pt x="418582" y="51539"/>
                  <a:pt x="418582" y="40265"/>
                </a:cubicBezTo>
                <a:cubicBezTo>
                  <a:pt x="418582" y="28991"/>
                  <a:pt x="427721" y="19852"/>
                  <a:pt x="438994" y="19852"/>
                </a:cubicBezTo>
                <a:close/>
                <a:moveTo>
                  <a:pt x="390217" y="19852"/>
                </a:moveTo>
                <a:cubicBezTo>
                  <a:pt x="401491" y="19852"/>
                  <a:pt x="410630" y="28991"/>
                  <a:pt x="410630" y="40265"/>
                </a:cubicBezTo>
                <a:cubicBezTo>
                  <a:pt x="410630" y="51539"/>
                  <a:pt x="401491" y="60678"/>
                  <a:pt x="390217" y="60678"/>
                </a:cubicBezTo>
                <a:cubicBezTo>
                  <a:pt x="378944" y="60678"/>
                  <a:pt x="369805" y="51539"/>
                  <a:pt x="369805" y="40265"/>
                </a:cubicBezTo>
                <a:cubicBezTo>
                  <a:pt x="369805" y="28991"/>
                  <a:pt x="378944" y="19852"/>
                  <a:pt x="390217" y="19852"/>
                </a:cubicBezTo>
                <a:close/>
                <a:moveTo>
                  <a:pt x="341440" y="19852"/>
                </a:moveTo>
                <a:cubicBezTo>
                  <a:pt x="352714" y="19852"/>
                  <a:pt x="361853" y="28991"/>
                  <a:pt x="361853" y="40265"/>
                </a:cubicBezTo>
                <a:cubicBezTo>
                  <a:pt x="361853" y="51539"/>
                  <a:pt x="352714" y="60678"/>
                  <a:pt x="341440" y="60678"/>
                </a:cubicBezTo>
                <a:cubicBezTo>
                  <a:pt x="330166" y="60678"/>
                  <a:pt x="321028" y="51539"/>
                  <a:pt x="321028" y="40265"/>
                </a:cubicBezTo>
                <a:cubicBezTo>
                  <a:pt x="321028" y="28991"/>
                  <a:pt x="330166" y="19852"/>
                  <a:pt x="341440" y="19852"/>
                </a:cubicBezTo>
                <a:close/>
                <a:moveTo>
                  <a:pt x="292663" y="19852"/>
                </a:moveTo>
                <a:cubicBezTo>
                  <a:pt x="303937" y="19852"/>
                  <a:pt x="313076" y="28991"/>
                  <a:pt x="313076" y="40265"/>
                </a:cubicBezTo>
                <a:cubicBezTo>
                  <a:pt x="313076" y="51539"/>
                  <a:pt x="303937" y="60678"/>
                  <a:pt x="292663" y="60678"/>
                </a:cubicBezTo>
                <a:cubicBezTo>
                  <a:pt x="281389" y="60678"/>
                  <a:pt x="272251" y="51539"/>
                  <a:pt x="272251" y="40265"/>
                </a:cubicBezTo>
                <a:cubicBezTo>
                  <a:pt x="272251" y="28991"/>
                  <a:pt x="281389" y="19852"/>
                  <a:pt x="292663" y="19852"/>
                </a:cubicBezTo>
                <a:close/>
                <a:moveTo>
                  <a:pt x="243886" y="19852"/>
                </a:moveTo>
                <a:cubicBezTo>
                  <a:pt x="255160" y="19852"/>
                  <a:pt x="264299" y="28991"/>
                  <a:pt x="264299" y="40265"/>
                </a:cubicBezTo>
                <a:cubicBezTo>
                  <a:pt x="264299" y="51539"/>
                  <a:pt x="255160" y="60678"/>
                  <a:pt x="243886" y="60678"/>
                </a:cubicBezTo>
                <a:cubicBezTo>
                  <a:pt x="232612" y="60678"/>
                  <a:pt x="223473" y="51539"/>
                  <a:pt x="223473" y="40265"/>
                </a:cubicBezTo>
                <a:cubicBezTo>
                  <a:pt x="223473" y="28991"/>
                  <a:pt x="232612" y="19852"/>
                  <a:pt x="243886" y="19852"/>
                </a:cubicBezTo>
                <a:close/>
                <a:moveTo>
                  <a:pt x="195109" y="19852"/>
                </a:moveTo>
                <a:cubicBezTo>
                  <a:pt x="206383" y="19852"/>
                  <a:pt x="215522" y="28991"/>
                  <a:pt x="215522" y="40265"/>
                </a:cubicBezTo>
                <a:cubicBezTo>
                  <a:pt x="215522" y="51539"/>
                  <a:pt x="206383" y="60678"/>
                  <a:pt x="195109" y="60678"/>
                </a:cubicBezTo>
                <a:cubicBezTo>
                  <a:pt x="183835" y="60678"/>
                  <a:pt x="174696" y="51539"/>
                  <a:pt x="174696" y="40265"/>
                </a:cubicBezTo>
                <a:cubicBezTo>
                  <a:pt x="174696" y="28991"/>
                  <a:pt x="183835" y="19852"/>
                  <a:pt x="195109" y="19852"/>
                </a:cubicBezTo>
                <a:close/>
                <a:moveTo>
                  <a:pt x="146332" y="19852"/>
                </a:moveTo>
                <a:cubicBezTo>
                  <a:pt x="157606" y="19852"/>
                  <a:pt x="166745" y="28991"/>
                  <a:pt x="166745" y="40265"/>
                </a:cubicBezTo>
                <a:cubicBezTo>
                  <a:pt x="166745" y="51539"/>
                  <a:pt x="157606" y="60678"/>
                  <a:pt x="146332" y="60678"/>
                </a:cubicBezTo>
                <a:cubicBezTo>
                  <a:pt x="135058" y="60678"/>
                  <a:pt x="125919" y="51539"/>
                  <a:pt x="125919" y="40265"/>
                </a:cubicBezTo>
                <a:cubicBezTo>
                  <a:pt x="125919" y="28991"/>
                  <a:pt x="135058" y="19852"/>
                  <a:pt x="146332" y="19852"/>
                </a:cubicBezTo>
                <a:close/>
                <a:moveTo>
                  <a:pt x="97555" y="19852"/>
                </a:moveTo>
                <a:cubicBezTo>
                  <a:pt x="108829" y="19852"/>
                  <a:pt x="117968" y="28991"/>
                  <a:pt x="117968" y="40265"/>
                </a:cubicBezTo>
                <a:cubicBezTo>
                  <a:pt x="117968" y="51539"/>
                  <a:pt x="108829" y="60678"/>
                  <a:pt x="97555" y="60678"/>
                </a:cubicBezTo>
                <a:cubicBezTo>
                  <a:pt x="86281" y="60678"/>
                  <a:pt x="77142" y="51539"/>
                  <a:pt x="77142" y="40265"/>
                </a:cubicBezTo>
                <a:cubicBezTo>
                  <a:pt x="77142" y="28991"/>
                  <a:pt x="86281" y="19852"/>
                  <a:pt x="97555" y="19852"/>
                </a:cubicBezTo>
                <a:close/>
                <a:moveTo>
                  <a:pt x="48778" y="19852"/>
                </a:moveTo>
                <a:cubicBezTo>
                  <a:pt x="60052" y="19852"/>
                  <a:pt x="69191" y="28991"/>
                  <a:pt x="69191" y="40265"/>
                </a:cubicBezTo>
                <a:cubicBezTo>
                  <a:pt x="69191" y="51539"/>
                  <a:pt x="60052" y="60678"/>
                  <a:pt x="48778" y="60678"/>
                </a:cubicBezTo>
                <a:cubicBezTo>
                  <a:pt x="37504" y="60678"/>
                  <a:pt x="28365" y="51539"/>
                  <a:pt x="28365" y="40265"/>
                </a:cubicBezTo>
                <a:cubicBezTo>
                  <a:pt x="28365" y="28991"/>
                  <a:pt x="37504" y="19852"/>
                  <a:pt x="48778" y="19852"/>
                </a:cubicBezTo>
                <a:close/>
                <a:moveTo>
                  <a:pt x="2" y="19852"/>
                </a:moveTo>
                <a:cubicBezTo>
                  <a:pt x="11275" y="19852"/>
                  <a:pt x="20414" y="28991"/>
                  <a:pt x="20414" y="40265"/>
                </a:cubicBezTo>
                <a:cubicBezTo>
                  <a:pt x="20414" y="51539"/>
                  <a:pt x="11275" y="60678"/>
                  <a:pt x="2" y="60678"/>
                </a:cubicBezTo>
                <a:lnTo>
                  <a:pt x="0" y="60677"/>
                </a:lnTo>
                <a:lnTo>
                  <a:pt x="0" y="19853"/>
                </a:lnTo>
                <a:close/>
                <a:moveTo>
                  <a:pt x="1009631" y="0"/>
                </a:moveTo>
                <a:lnTo>
                  <a:pt x="1010974" y="0"/>
                </a:lnTo>
                <a:lnTo>
                  <a:pt x="1011044" y="1394"/>
                </a:lnTo>
                <a:lnTo>
                  <a:pt x="1009885" y="613"/>
                </a:lnTo>
                <a:close/>
                <a:moveTo>
                  <a:pt x="960854" y="0"/>
                </a:moveTo>
                <a:lnTo>
                  <a:pt x="990230" y="0"/>
                </a:lnTo>
                <a:lnTo>
                  <a:pt x="989976" y="613"/>
                </a:lnTo>
                <a:cubicBezTo>
                  <a:pt x="986282" y="4307"/>
                  <a:pt x="981179" y="6592"/>
                  <a:pt x="975542" y="6592"/>
                </a:cubicBezTo>
                <a:cubicBezTo>
                  <a:pt x="969905" y="6592"/>
                  <a:pt x="964802" y="4307"/>
                  <a:pt x="961108" y="613"/>
                </a:cubicBezTo>
                <a:close/>
                <a:moveTo>
                  <a:pt x="912077" y="0"/>
                </a:moveTo>
                <a:lnTo>
                  <a:pt x="941453" y="0"/>
                </a:lnTo>
                <a:lnTo>
                  <a:pt x="941199" y="613"/>
                </a:lnTo>
                <a:cubicBezTo>
                  <a:pt x="937505" y="4307"/>
                  <a:pt x="932402" y="6592"/>
                  <a:pt x="926765" y="6592"/>
                </a:cubicBezTo>
                <a:cubicBezTo>
                  <a:pt x="921128" y="6592"/>
                  <a:pt x="916025" y="4307"/>
                  <a:pt x="912331" y="613"/>
                </a:cubicBezTo>
                <a:close/>
                <a:moveTo>
                  <a:pt x="863300" y="0"/>
                </a:moveTo>
                <a:lnTo>
                  <a:pt x="892676" y="0"/>
                </a:lnTo>
                <a:lnTo>
                  <a:pt x="892422" y="613"/>
                </a:lnTo>
                <a:cubicBezTo>
                  <a:pt x="888728" y="4307"/>
                  <a:pt x="883625" y="6592"/>
                  <a:pt x="877988" y="6592"/>
                </a:cubicBezTo>
                <a:cubicBezTo>
                  <a:pt x="872351" y="6592"/>
                  <a:pt x="867248" y="4307"/>
                  <a:pt x="863554" y="613"/>
                </a:cubicBezTo>
                <a:close/>
                <a:moveTo>
                  <a:pt x="814523" y="0"/>
                </a:moveTo>
                <a:lnTo>
                  <a:pt x="843899" y="0"/>
                </a:lnTo>
                <a:lnTo>
                  <a:pt x="843645" y="613"/>
                </a:lnTo>
                <a:cubicBezTo>
                  <a:pt x="839951" y="4307"/>
                  <a:pt x="834848" y="6592"/>
                  <a:pt x="829211" y="6592"/>
                </a:cubicBezTo>
                <a:cubicBezTo>
                  <a:pt x="823574" y="6592"/>
                  <a:pt x="818471" y="4307"/>
                  <a:pt x="814777" y="613"/>
                </a:cubicBezTo>
                <a:close/>
                <a:moveTo>
                  <a:pt x="765746" y="0"/>
                </a:moveTo>
                <a:lnTo>
                  <a:pt x="795122" y="0"/>
                </a:lnTo>
                <a:lnTo>
                  <a:pt x="794868" y="613"/>
                </a:lnTo>
                <a:cubicBezTo>
                  <a:pt x="791174" y="4307"/>
                  <a:pt x="786071" y="6592"/>
                  <a:pt x="780434" y="6592"/>
                </a:cubicBezTo>
                <a:cubicBezTo>
                  <a:pt x="774797" y="6592"/>
                  <a:pt x="769694" y="4307"/>
                  <a:pt x="766000" y="613"/>
                </a:cubicBezTo>
                <a:close/>
                <a:moveTo>
                  <a:pt x="716969" y="0"/>
                </a:moveTo>
                <a:lnTo>
                  <a:pt x="746345" y="0"/>
                </a:lnTo>
                <a:lnTo>
                  <a:pt x="746091" y="613"/>
                </a:lnTo>
                <a:cubicBezTo>
                  <a:pt x="742397" y="4307"/>
                  <a:pt x="737294" y="6592"/>
                  <a:pt x="731657" y="6592"/>
                </a:cubicBezTo>
                <a:cubicBezTo>
                  <a:pt x="726020" y="6592"/>
                  <a:pt x="720917" y="4307"/>
                  <a:pt x="717223" y="613"/>
                </a:cubicBezTo>
                <a:close/>
                <a:moveTo>
                  <a:pt x="668192" y="0"/>
                </a:moveTo>
                <a:lnTo>
                  <a:pt x="697568" y="0"/>
                </a:lnTo>
                <a:lnTo>
                  <a:pt x="697314" y="613"/>
                </a:lnTo>
                <a:cubicBezTo>
                  <a:pt x="693620" y="4307"/>
                  <a:pt x="688517" y="6592"/>
                  <a:pt x="682880" y="6592"/>
                </a:cubicBezTo>
                <a:cubicBezTo>
                  <a:pt x="677243" y="6592"/>
                  <a:pt x="672140" y="4307"/>
                  <a:pt x="668446" y="613"/>
                </a:cubicBezTo>
                <a:close/>
                <a:moveTo>
                  <a:pt x="619415" y="0"/>
                </a:moveTo>
                <a:lnTo>
                  <a:pt x="648791" y="0"/>
                </a:lnTo>
                <a:lnTo>
                  <a:pt x="648537" y="613"/>
                </a:lnTo>
                <a:cubicBezTo>
                  <a:pt x="644843" y="4307"/>
                  <a:pt x="639740" y="6592"/>
                  <a:pt x="634103" y="6592"/>
                </a:cubicBezTo>
                <a:cubicBezTo>
                  <a:pt x="628466" y="6592"/>
                  <a:pt x="623363" y="4307"/>
                  <a:pt x="619669" y="613"/>
                </a:cubicBezTo>
                <a:close/>
                <a:moveTo>
                  <a:pt x="570638" y="0"/>
                </a:moveTo>
                <a:lnTo>
                  <a:pt x="600013" y="0"/>
                </a:lnTo>
                <a:lnTo>
                  <a:pt x="599760" y="613"/>
                </a:lnTo>
                <a:cubicBezTo>
                  <a:pt x="596066" y="4307"/>
                  <a:pt x="590963" y="6592"/>
                  <a:pt x="585326" y="6592"/>
                </a:cubicBezTo>
                <a:cubicBezTo>
                  <a:pt x="579689" y="6592"/>
                  <a:pt x="574586" y="4307"/>
                  <a:pt x="570892" y="613"/>
                </a:cubicBezTo>
                <a:close/>
                <a:moveTo>
                  <a:pt x="521861" y="0"/>
                </a:moveTo>
                <a:lnTo>
                  <a:pt x="551237" y="0"/>
                </a:lnTo>
                <a:lnTo>
                  <a:pt x="550983" y="613"/>
                </a:lnTo>
                <a:cubicBezTo>
                  <a:pt x="547289" y="4307"/>
                  <a:pt x="542185" y="6592"/>
                  <a:pt x="536549" y="6592"/>
                </a:cubicBezTo>
                <a:cubicBezTo>
                  <a:pt x="530912" y="6592"/>
                  <a:pt x="525808" y="4307"/>
                  <a:pt x="522114" y="613"/>
                </a:cubicBezTo>
                <a:close/>
                <a:moveTo>
                  <a:pt x="473084" y="0"/>
                </a:moveTo>
                <a:lnTo>
                  <a:pt x="502459" y="0"/>
                </a:lnTo>
                <a:lnTo>
                  <a:pt x="502206" y="613"/>
                </a:lnTo>
                <a:cubicBezTo>
                  <a:pt x="498512" y="4307"/>
                  <a:pt x="493408" y="6592"/>
                  <a:pt x="487772" y="6592"/>
                </a:cubicBezTo>
                <a:cubicBezTo>
                  <a:pt x="482135" y="6592"/>
                  <a:pt x="477031" y="4307"/>
                  <a:pt x="473337" y="613"/>
                </a:cubicBezTo>
                <a:close/>
                <a:moveTo>
                  <a:pt x="424307" y="0"/>
                </a:moveTo>
                <a:lnTo>
                  <a:pt x="453682" y="0"/>
                </a:lnTo>
                <a:lnTo>
                  <a:pt x="453429" y="613"/>
                </a:lnTo>
                <a:cubicBezTo>
                  <a:pt x="449735" y="4307"/>
                  <a:pt x="444631" y="6592"/>
                  <a:pt x="438994" y="6592"/>
                </a:cubicBezTo>
                <a:cubicBezTo>
                  <a:pt x="433358" y="6592"/>
                  <a:pt x="428254" y="4307"/>
                  <a:pt x="424560" y="613"/>
                </a:cubicBezTo>
                <a:close/>
                <a:moveTo>
                  <a:pt x="375529" y="0"/>
                </a:moveTo>
                <a:lnTo>
                  <a:pt x="404905" y="0"/>
                </a:lnTo>
                <a:lnTo>
                  <a:pt x="404651" y="613"/>
                </a:lnTo>
                <a:cubicBezTo>
                  <a:pt x="400957" y="4307"/>
                  <a:pt x="395854" y="6592"/>
                  <a:pt x="390217" y="6592"/>
                </a:cubicBezTo>
                <a:cubicBezTo>
                  <a:pt x="384580" y="6592"/>
                  <a:pt x="379477" y="4307"/>
                  <a:pt x="375783" y="613"/>
                </a:cubicBezTo>
                <a:close/>
                <a:moveTo>
                  <a:pt x="326752" y="0"/>
                </a:moveTo>
                <a:lnTo>
                  <a:pt x="356128" y="0"/>
                </a:lnTo>
                <a:lnTo>
                  <a:pt x="355874" y="613"/>
                </a:lnTo>
                <a:cubicBezTo>
                  <a:pt x="352180" y="4307"/>
                  <a:pt x="347077" y="6592"/>
                  <a:pt x="341440" y="6592"/>
                </a:cubicBezTo>
                <a:cubicBezTo>
                  <a:pt x="335803" y="6592"/>
                  <a:pt x="330700" y="4307"/>
                  <a:pt x="327006" y="613"/>
                </a:cubicBezTo>
                <a:close/>
                <a:moveTo>
                  <a:pt x="277975" y="0"/>
                </a:moveTo>
                <a:lnTo>
                  <a:pt x="307351" y="0"/>
                </a:lnTo>
                <a:lnTo>
                  <a:pt x="307097" y="613"/>
                </a:lnTo>
                <a:cubicBezTo>
                  <a:pt x="303403" y="4307"/>
                  <a:pt x="298300" y="6592"/>
                  <a:pt x="292663" y="6592"/>
                </a:cubicBezTo>
                <a:cubicBezTo>
                  <a:pt x="287026" y="6592"/>
                  <a:pt x="281923" y="4307"/>
                  <a:pt x="278229" y="613"/>
                </a:cubicBezTo>
                <a:close/>
                <a:moveTo>
                  <a:pt x="229198" y="0"/>
                </a:moveTo>
                <a:lnTo>
                  <a:pt x="258574" y="0"/>
                </a:lnTo>
                <a:lnTo>
                  <a:pt x="258320" y="613"/>
                </a:lnTo>
                <a:cubicBezTo>
                  <a:pt x="254626" y="4307"/>
                  <a:pt x="249523" y="6592"/>
                  <a:pt x="243886" y="6592"/>
                </a:cubicBezTo>
                <a:cubicBezTo>
                  <a:pt x="238249" y="6592"/>
                  <a:pt x="233146" y="4307"/>
                  <a:pt x="229452" y="613"/>
                </a:cubicBezTo>
                <a:close/>
                <a:moveTo>
                  <a:pt x="180421" y="0"/>
                </a:moveTo>
                <a:lnTo>
                  <a:pt x="209797" y="0"/>
                </a:lnTo>
                <a:lnTo>
                  <a:pt x="209543" y="613"/>
                </a:lnTo>
                <a:cubicBezTo>
                  <a:pt x="205849" y="4307"/>
                  <a:pt x="200746" y="6592"/>
                  <a:pt x="195109" y="6592"/>
                </a:cubicBezTo>
                <a:cubicBezTo>
                  <a:pt x="189472" y="6592"/>
                  <a:pt x="184369" y="4307"/>
                  <a:pt x="180675" y="613"/>
                </a:cubicBezTo>
                <a:close/>
                <a:moveTo>
                  <a:pt x="131644" y="0"/>
                </a:moveTo>
                <a:lnTo>
                  <a:pt x="161020" y="0"/>
                </a:lnTo>
                <a:lnTo>
                  <a:pt x="160766" y="613"/>
                </a:lnTo>
                <a:cubicBezTo>
                  <a:pt x="157072" y="4307"/>
                  <a:pt x="151969" y="6592"/>
                  <a:pt x="146332" y="6592"/>
                </a:cubicBezTo>
                <a:cubicBezTo>
                  <a:pt x="140695" y="6592"/>
                  <a:pt x="135592" y="4307"/>
                  <a:pt x="131898" y="613"/>
                </a:cubicBezTo>
                <a:close/>
                <a:moveTo>
                  <a:pt x="82867" y="0"/>
                </a:moveTo>
                <a:lnTo>
                  <a:pt x="112243" y="0"/>
                </a:lnTo>
                <a:lnTo>
                  <a:pt x="111989" y="613"/>
                </a:lnTo>
                <a:cubicBezTo>
                  <a:pt x="108295" y="4307"/>
                  <a:pt x="103192" y="6592"/>
                  <a:pt x="97555" y="6592"/>
                </a:cubicBezTo>
                <a:cubicBezTo>
                  <a:pt x="91918" y="6592"/>
                  <a:pt x="86815" y="4307"/>
                  <a:pt x="83121" y="613"/>
                </a:cubicBezTo>
                <a:close/>
                <a:moveTo>
                  <a:pt x="34090" y="0"/>
                </a:moveTo>
                <a:lnTo>
                  <a:pt x="63466" y="0"/>
                </a:lnTo>
                <a:lnTo>
                  <a:pt x="63212" y="613"/>
                </a:lnTo>
                <a:cubicBezTo>
                  <a:pt x="59518" y="4307"/>
                  <a:pt x="54415" y="6592"/>
                  <a:pt x="48778" y="6592"/>
                </a:cubicBezTo>
                <a:cubicBezTo>
                  <a:pt x="43141" y="6592"/>
                  <a:pt x="38038" y="4307"/>
                  <a:pt x="34344" y="613"/>
                </a:cubicBezTo>
                <a:close/>
                <a:moveTo>
                  <a:pt x="0" y="0"/>
                </a:moveTo>
                <a:lnTo>
                  <a:pt x="14689" y="0"/>
                </a:lnTo>
                <a:lnTo>
                  <a:pt x="14435" y="613"/>
                </a:lnTo>
                <a:cubicBezTo>
                  <a:pt x="10741" y="4307"/>
                  <a:pt x="5638" y="6592"/>
                  <a:pt x="2" y="6592"/>
                </a:cubicBezTo>
                <a:lnTo>
                  <a:pt x="0" y="65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15650" y="1557350"/>
            <a:ext cx="41586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5650" y="2695325"/>
            <a:ext cx="415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15650" y="3108200"/>
            <a:ext cx="1746600" cy="22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6255299" y="2254991"/>
            <a:ext cx="2888706" cy="2888509"/>
          </a:xfrm>
          <a:custGeom>
            <a:rect b="b" l="l" r="r" t="t"/>
            <a:pathLst>
              <a:path extrusionOk="0" h="3851345" w="3826101">
                <a:moveTo>
                  <a:pt x="3826101" y="0"/>
                </a:moveTo>
                <a:lnTo>
                  <a:pt x="3826101" y="584257"/>
                </a:lnTo>
                <a:lnTo>
                  <a:pt x="3672624" y="588138"/>
                </a:lnTo>
                <a:cubicBezTo>
                  <a:pt x="1952295" y="675341"/>
                  <a:pt x="584255" y="2097818"/>
                  <a:pt x="584255" y="3839818"/>
                </a:cubicBezTo>
                <a:lnTo>
                  <a:pt x="584819" y="3851345"/>
                </a:lnTo>
                <a:lnTo>
                  <a:pt x="564" y="3851345"/>
                </a:lnTo>
                <a:lnTo>
                  <a:pt x="0" y="3839817"/>
                </a:lnTo>
                <a:cubicBezTo>
                  <a:pt x="0" y="1785226"/>
                  <a:pt x="1613526" y="107493"/>
                  <a:pt x="3642558" y="4641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>
            <p:ph idx="3" type="subTitle"/>
          </p:nvPr>
        </p:nvSpPr>
        <p:spPr>
          <a:xfrm>
            <a:off x="2308944" y="4874750"/>
            <a:ext cx="103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subTitle"/>
          </p:nvPr>
        </p:nvSpPr>
        <p:spPr>
          <a:xfrm>
            <a:off x="3927616" y="4874750"/>
            <a:ext cx="642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5" type="subTitle"/>
          </p:nvPr>
        </p:nvSpPr>
        <p:spPr>
          <a:xfrm>
            <a:off x="5237692" y="4874750"/>
            <a:ext cx="55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/>
        </p:nvSpPr>
        <p:spPr>
          <a:xfrm>
            <a:off x="3726222" y="4874750"/>
            <a:ext cx="175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Date: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4948530" y="4874750"/>
            <a:ext cx="26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Author: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1843" y="473336"/>
            <a:ext cx="875203" cy="36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06">
          <p15:clr>
            <a:srgbClr val="FA7B17"/>
          </p15:clr>
        </p15:guide>
        <p15:guide id="3" pos="260">
          <p15:clr>
            <a:srgbClr val="FA7B17"/>
          </p15:clr>
        </p15:guide>
        <p15:guide id="4" pos="5498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 with Headings">
  <p:cSld name="Title Only 1_3_2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415625" y="1409550"/>
            <a:ext cx="83127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8" name="Google Shape;28;p3"/>
          <p:cNvSpPr txBox="1"/>
          <p:nvPr>
            <p:ph idx="2" type="subTitle"/>
          </p:nvPr>
        </p:nvSpPr>
        <p:spPr>
          <a:xfrm>
            <a:off x="415550" y="975400"/>
            <a:ext cx="8312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29" name="Google Shape;2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 showMasterSp="0">
  <p:cSld name="Title 1_1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3396050" y="1066800"/>
            <a:ext cx="46482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Font typeface="Poppins"/>
              <a:buNone/>
              <a:defRPr sz="64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32" name="Google Shape;32;p4"/>
          <p:cNvGrpSpPr/>
          <p:nvPr/>
        </p:nvGrpSpPr>
        <p:grpSpPr>
          <a:xfrm rot="10800000">
            <a:off x="8385726" y="4395376"/>
            <a:ext cx="758283" cy="760876"/>
            <a:chOff x="1" y="1"/>
            <a:chExt cx="758283" cy="760876"/>
          </a:xfrm>
        </p:grpSpPr>
        <p:sp>
          <p:nvSpPr>
            <p:cNvPr id="33" name="Google Shape;33;p4"/>
            <p:cNvSpPr/>
            <p:nvPr/>
          </p:nvSpPr>
          <p:spPr>
            <a:xfrm>
              <a:off x="1" y="1"/>
              <a:ext cx="758283" cy="760876"/>
            </a:xfrm>
            <a:custGeom>
              <a:rect b="b" l="l" r="r" t="t"/>
              <a:pathLst>
                <a:path extrusionOk="0" h="1014501" w="1011044">
                  <a:moveTo>
                    <a:pt x="195109" y="993405"/>
                  </a:moveTo>
                  <a:lnTo>
                    <a:pt x="200634" y="994520"/>
                  </a:lnTo>
                  <a:lnTo>
                    <a:pt x="183296" y="997616"/>
                  </a:lnTo>
                  <a:lnTo>
                    <a:pt x="187163" y="995009"/>
                  </a:lnTo>
                  <a:cubicBezTo>
                    <a:pt x="189606" y="993976"/>
                    <a:pt x="192291" y="993405"/>
                    <a:pt x="195109" y="993405"/>
                  </a:cubicBezTo>
                  <a:close/>
                  <a:moveTo>
                    <a:pt x="146332" y="993405"/>
                  </a:moveTo>
                  <a:cubicBezTo>
                    <a:pt x="151969" y="993405"/>
                    <a:pt x="157072" y="995690"/>
                    <a:pt x="160766" y="999383"/>
                  </a:cubicBezTo>
                  <a:lnTo>
                    <a:pt x="161636" y="1001484"/>
                  </a:lnTo>
                  <a:lnTo>
                    <a:pt x="153987" y="1002850"/>
                  </a:lnTo>
                  <a:lnTo>
                    <a:pt x="129155" y="1006006"/>
                  </a:lnTo>
                  <a:lnTo>
                    <a:pt x="131898" y="999383"/>
                  </a:lnTo>
                  <a:cubicBezTo>
                    <a:pt x="135592" y="995690"/>
                    <a:pt x="140695" y="993405"/>
                    <a:pt x="146332" y="993405"/>
                  </a:cubicBezTo>
                  <a:close/>
                  <a:moveTo>
                    <a:pt x="97555" y="993405"/>
                  </a:moveTo>
                  <a:cubicBezTo>
                    <a:pt x="103192" y="993405"/>
                    <a:pt x="108295" y="995690"/>
                    <a:pt x="111989" y="999383"/>
                  </a:cubicBezTo>
                  <a:lnTo>
                    <a:pt x="115453" y="1007747"/>
                  </a:lnTo>
                  <a:lnTo>
                    <a:pt x="103384" y="1009281"/>
                  </a:lnTo>
                  <a:lnTo>
                    <a:pt x="78229" y="1011193"/>
                  </a:lnTo>
                  <a:lnTo>
                    <a:pt x="83121" y="999383"/>
                  </a:lnTo>
                  <a:cubicBezTo>
                    <a:pt x="86815" y="995690"/>
                    <a:pt x="91918" y="993405"/>
                    <a:pt x="97555" y="993405"/>
                  </a:cubicBezTo>
                  <a:close/>
                  <a:moveTo>
                    <a:pt x="48778" y="993405"/>
                  </a:moveTo>
                  <a:cubicBezTo>
                    <a:pt x="54415" y="993405"/>
                    <a:pt x="59518" y="995690"/>
                    <a:pt x="63212" y="999383"/>
                  </a:cubicBezTo>
                  <a:lnTo>
                    <a:pt x="68413" y="1011940"/>
                  </a:lnTo>
                  <a:lnTo>
                    <a:pt x="52033" y="1013185"/>
                  </a:lnTo>
                  <a:lnTo>
                    <a:pt x="28379" y="1013783"/>
                  </a:lnTo>
                  <a:lnTo>
                    <a:pt x="34344" y="999383"/>
                  </a:lnTo>
                  <a:cubicBezTo>
                    <a:pt x="38038" y="995690"/>
                    <a:pt x="43141" y="993405"/>
                    <a:pt x="48778" y="993405"/>
                  </a:cubicBezTo>
                  <a:close/>
                  <a:moveTo>
                    <a:pt x="2" y="993405"/>
                  </a:moveTo>
                  <a:cubicBezTo>
                    <a:pt x="11275" y="993405"/>
                    <a:pt x="20414" y="1002544"/>
                    <a:pt x="20414" y="1013818"/>
                  </a:cubicBezTo>
                  <a:lnTo>
                    <a:pt x="20344" y="1013987"/>
                  </a:lnTo>
                  <a:lnTo>
                    <a:pt x="0" y="1014501"/>
                  </a:lnTo>
                  <a:lnTo>
                    <a:pt x="0" y="993406"/>
                  </a:lnTo>
                  <a:close/>
                  <a:moveTo>
                    <a:pt x="341440" y="939317"/>
                  </a:moveTo>
                  <a:cubicBezTo>
                    <a:pt x="347077" y="939317"/>
                    <a:pt x="352180" y="941602"/>
                    <a:pt x="355875" y="945296"/>
                  </a:cubicBezTo>
                  <a:lnTo>
                    <a:pt x="357150" y="948375"/>
                  </a:lnTo>
                  <a:lnTo>
                    <a:pt x="321699" y="961350"/>
                  </a:lnTo>
                  <a:lnTo>
                    <a:pt x="321028" y="959730"/>
                  </a:lnTo>
                  <a:cubicBezTo>
                    <a:pt x="321028" y="948456"/>
                    <a:pt x="330166" y="939317"/>
                    <a:pt x="341440" y="939317"/>
                  </a:cubicBezTo>
                  <a:close/>
                  <a:moveTo>
                    <a:pt x="292663" y="939317"/>
                  </a:moveTo>
                  <a:cubicBezTo>
                    <a:pt x="303937" y="939317"/>
                    <a:pt x="313076" y="948456"/>
                    <a:pt x="313076" y="959730"/>
                  </a:cubicBezTo>
                  <a:lnTo>
                    <a:pt x="310744" y="965360"/>
                  </a:lnTo>
                  <a:lnTo>
                    <a:pt x="300683" y="969042"/>
                  </a:lnTo>
                  <a:lnTo>
                    <a:pt x="279538" y="975046"/>
                  </a:lnTo>
                  <a:lnTo>
                    <a:pt x="278229" y="974164"/>
                  </a:lnTo>
                  <a:cubicBezTo>
                    <a:pt x="274535" y="970470"/>
                    <a:pt x="272251" y="965367"/>
                    <a:pt x="272251" y="959730"/>
                  </a:cubicBezTo>
                  <a:cubicBezTo>
                    <a:pt x="272251" y="948456"/>
                    <a:pt x="281389" y="939317"/>
                    <a:pt x="292663" y="939317"/>
                  </a:cubicBezTo>
                  <a:close/>
                  <a:moveTo>
                    <a:pt x="243886" y="939317"/>
                  </a:moveTo>
                  <a:cubicBezTo>
                    <a:pt x="255160" y="939317"/>
                    <a:pt x="264299" y="948456"/>
                    <a:pt x="264299" y="959730"/>
                  </a:cubicBezTo>
                  <a:cubicBezTo>
                    <a:pt x="264299" y="971004"/>
                    <a:pt x="255160" y="980143"/>
                    <a:pt x="243886" y="980143"/>
                  </a:cubicBezTo>
                  <a:cubicBezTo>
                    <a:pt x="232612" y="980143"/>
                    <a:pt x="223473" y="971004"/>
                    <a:pt x="223473" y="959730"/>
                  </a:cubicBezTo>
                  <a:cubicBezTo>
                    <a:pt x="223473" y="948456"/>
                    <a:pt x="232612" y="939317"/>
                    <a:pt x="243886" y="939317"/>
                  </a:cubicBezTo>
                  <a:close/>
                  <a:moveTo>
                    <a:pt x="195109" y="939317"/>
                  </a:moveTo>
                  <a:cubicBezTo>
                    <a:pt x="206383" y="939317"/>
                    <a:pt x="215522" y="948456"/>
                    <a:pt x="215522" y="959730"/>
                  </a:cubicBezTo>
                  <a:cubicBezTo>
                    <a:pt x="215522" y="971004"/>
                    <a:pt x="206383" y="980143"/>
                    <a:pt x="195109" y="980143"/>
                  </a:cubicBezTo>
                  <a:cubicBezTo>
                    <a:pt x="183835" y="980143"/>
                    <a:pt x="174696" y="971004"/>
                    <a:pt x="174696" y="959730"/>
                  </a:cubicBezTo>
                  <a:cubicBezTo>
                    <a:pt x="174696" y="948456"/>
                    <a:pt x="183835" y="939317"/>
                    <a:pt x="195109" y="939317"/>
                  </a:cubicBezTo>
                  <a:close/>
                  <a:moveTo>
                    <a:pt x="146332" y="939317"/>
                  </a:moveTo>
                  <a:cubicBezTo>
                    <a:pt x="157606" y="939317"/>
                    <a:pt x="166745" y="948456"/>
                    <a:pt x="166745" y="959730"/>
                  </a:cubicBezTo>
                  <a:cubicBezTo>
                    <a:pt x="166745" y="971004"/>
                    <a:pt x="157606" y="980143"/>
                    <a:pt x="146332" y="980143"/>
                  </a:cubicBezTo>
                  <a:cubicBezTo>
                    <a:pt x="135058" y="980143"/>
                    <a:pt x="125919" y="971004"/>
                    <a:pt x="125919" y="959730"/>
                  </a:cubicBezTo>
                  <a:cubicBezTo>
                    <a:pt x="125919" y="948456"/>
                    <a:pt x="135058" y="939317"/>
                    <a:pt x="146332" y="939317"/>
                  </a:cubicBezTo>
                  <a:close/>
                  <a:moveTo>
                    <a:pt x="97555" y="939317"/>
                  </a:moveTo>
                  <a:cubicBezTo>
                    <a:pt x="108829" y="939317"/>
                    <a:pt x="117968" y="948456"/>
                    <a:pt x="117968" y="959730"/>
                  </a:cubicBezTo>
                  <a:cubicBezTo>
                    <a:pt x="117968" y="971004"/>
                    <a:pt x="108829" y="980143"/>
                    <a:pt x="97555" y="980143"/>
                  </a:cubicBezTo>
                  <a:cubicBezTo>
                    <a:pt x="86281" y="980143"/>
                    <a:pt x="77142" y="971004"/>
                    <a:pt x="77142" y="959730"/>
                  </a:cubicBezTo>
                  <a:cubicBezTo>
                    <a:pt x="77142" y="948456"/>
                    <a:pt x="86281" y="939317"/>
                    <a:pt x="97555" y="939317"/>
                  </a:cubicBezTo>
                  <a:close/>
                  <a:moveTo>
                    <a:pt x="48778" y="939317"/>
                  </a:moveTo>
                  <a:cubicBezTo>
                    <a:pt x="60052" y="939317"/>
                    <a:pt x="69191" y="948456"/>
                    <a:pt x="69191" y="959730"/>
                  </a:cubicBezTo>
                  <a:cubicBezTo>
                    <a:pt x="69191" y="971004"/>
                    <a:pt x="60052" y="980143"/>
                    <a:pt x="48778" y="980143"/>
                  </a:cubicBezTo>
                  <a:cubicBezTo>
                    <a:pt x="37504" y="980143"/>
                    <a:pt x="28365" y="971004"/>
                    <a:pt x="28365" y="959730"/>
                  </a:cubicBezTo>
                  <a:cubicBezTo>
                    <a:pt x="28365" y="948456"/>
                    <a:pt x="37504" y="939317"/>
                    <a:pt x="48778" y="939317"/>
                  </a:cubicBezTo>
                  <a:close/>
                  <a:moveTo>
                    <a:pt x="2" y="939317"/>
                  </a:moveTo>
                  <a:cubicBezTo>
                    <a:pt x="11275" y="939317"/>
                    <a:pt x="20414" y="948456"/>
                    <a:pt x="20414" y="959730"/>
                  </a:cubicBezTo>
                  <a:cubicBezTo>
                    <a:pt x="20414" y="971004"/>
                    <a:pt x="11275" y="980143"/>
                    <a:pt x="2" y="980143"/>
                  </a:cubicBezTo>
                  <a:lnTo>
                    <a:pt x="0" y="980142"/>
                  </a:lnTo>
                  <a:lnTo>
                    <a:pt x="0" y="939318"/>
                  </a:lnTo>
                  <a:close/>
                  <a:moveTo>
                    <a:pt x="487772" y="885231"/>
                  </a:moveTo>
                  <a:lnTo>
                    <a:pt x="492351" y="886155"/>
                  </a:lnTo>
                  <a:lnTo>
                    <a:pt x="481971" y="892462"/>
                  </a:lnTo>
                  <a:lnTo>
                    <a:pt x="470537" y="897969"/>
                  </a:lnTo>
                  <a:lnTo>
                    <a:pt x="473337" y="891210"/>
                  </a:lnTo>
                  <a:cubicBezTo>
                    <a:pt x="477032" y="887516"/>
                    <a:pt x="482135" y="885231"/>
                    <a:pt x="487772" y="885231"/>
                  </a:cubicBezTo>
                  <a:close/>
                  <a:moveTo>
                    <a:pt x="438994" y="885231"/>
                  </a:moveTo>
                  <a:cubicBezTo>
                    <a:pt x="444631" y="885231"/>
                    <a:pt x="449734" y="887516"/>
                    <a:pt x="453429" y="891210"/>
                  </a:cubicBezTo>
                  <a:lnTo>
                    <a:pt x="458609" y="903716"/>
                  </a:lnTo>
                  <a:lnTo>
                    <a:pt x="424595" y="920101"/>
                  </a:lnTo>
                  <a:lnTo>
                    <a:pt x="424560" y="920078"/>
                  </a:lnTo>
                  <a:cubicBezTo>
                    <a:pt x="420867" y="916384"/>
                    <a:pt x="418582" y="911281"/>
                    <a:pt x="418582" y="905644"/>
                  </a:cubicBezTo>
                  <a:cubicBezTo>
                    <a:pt x="418582" y="894370"/>
                    <a:pt x="427721" y="885231"/>
                    <a:pt x="438994" y="885231"/>
                  </a:cubicBezTo>
                  <a:close/>
                  <a:moveTo>
                    <a:pt x="390217" y="885231"/>
                  </a:moveTo>
                  <a:cubicBezTo>
                    <a:pt x="401491" y="885231"/>
                    <a:pt x="410630" y="894370"/>
                    <a:pt x="410630" y="905644"/>
                  </a:cubicBezTo>
                  <a:cubicBezTo>
                    <a:pt x="410630" y="916917"/>
                    <a:pt x="401491" y="926056"/>
                    <a:pt x="390217" y="926056"/>
                  </a:cubicBezTo>
                  <a:cubicBezTo>
                    <a:pt x="378944" y="926056"/>
                    <a:pt x="369805" y="916917"/>
                    <a:pt x="369805" y="905644"/>
                  </a:cubicBezTo>
                  <a:cubicBezTo>
                    <a:pt x="369805" y="894370"/>
                    <a:pt x="378944" y="885231"/>
                    <a:pt x="390217" y="885231"/>
                  </a:cubicBezTo>
                  <a:close/>
                  <a:moveTo>
                    <a:pt x="341440" y="885231"/>
                  </a:moveTo>
                  <a:cubicBezTo>
                    <a:pt x="352714" y="885231"/>
                    <a:pt x="361853" y="894370"/>
                    <a:pt x="361853" y="905644"/>
                  </a:cubicBezTo>
                  <a:cubicBezTo>
                    <a:pt x="361853" y="916917"/>
                    <a:pt x="352714" y="926056"/>
                    <a:pt x="341440" y="926056"/>
                  </a:cubicBezTo>
                  <a:cubicBezTo>
                    <a:pt x="330166" y="926056"/>
                    <a:pt x="321028" y="916917"/>
                    <a:pt x="321028" y="905644"/>
                  </a:cubicBezTo>
                  <a:cubicBezTo>
                    <a:pt x="321028" y="894370"/>
                    <a:pt x="330166" y="885231"/>
                    <a:pt x="341440" y="885231"/>
                  </a:cubicBezTo>
                  <a:close/>
                  <a:moveTo>
                    <a:pt x="292663" y="885231"/>
                  </a:moveTo>
                  <a:cubicBezTo>
                    <a:pt x="303937" y="885231"/>
                    <a:pt x="313076" y="894370"/>
                    <a:pt x="313076" y="905644"/>
                  </a:cubicBezTo>
                  <a:cubicBezTo>
                    <a:pt x="313076" y="916917"/>
                    <a:pt x="303937" y="926056"/>
                    <a:pt x="292663" y="926056"/>
                  </a:cubicBezTo>
                  <a:cubicBezTo>
                    <a:pt x="281389" y="926056"/>
                    <a:pt x="272251" y="916917"/>
                    <a:pt x="272251" y="905644"/>
                  </a:cubicBezTo>
                  <a:cubicBezTo>
                    <a:pt x="272251" y="894370"/>
                    <a:pt x="281389" y="885231"/>
                    <a:pt x="292663" y="885231"/>
                  </a:cubicBezTo>
                  <a:close/>
                  <a:moveTo>
                    <a:pt x="243886" y="885231"/>
                  </a:moveTo>
                  <a:cubicBezTo>
                    <a:pt x="255160" y="885231"/>
                    <a:pt x="264299" y="894370"/>
                    <a:pt x="264299" y="905644"/>
                  </a:cubicBezTo>
                  <a:cubicBezTo>
                    <a:pt x="264299" y="916917"/>
                    <a:pt x="255160" y="926056"/>
                    <a:pt x="243886" y="926056"/>
                  </a:cubicBezTo>
                  <a:cubicBezTo>
                    <a:pt x="232612" y="926056"/>
                    <a:pt x="223473" y="916917"/>
                    <a:pt x="223473" y="905644"/>
                  </a:cubicBezTo>
                  <a:cubicBezTo>
                    <a:pt x="223473" y="894370"/>
                    <a:pt x="232612" y="885231"/>
                    <a:pt x="243886" y="885231"/>
                  </a:cubicBezTo>
                  <a:close/>
                  <a:moveTo>
                    <a:pt x="195109" y="885231"/>
                  </a:moveTo>
                  <a:cubicBezTo>
                    <a:pt x="206383" y="885231"/>
                    <a:pt x="215522" y="894370"/>
                    <a:pt x="215522" y="905644"/>
                  </a:cubicBezTo>
                  <a:cubicBezTo>
                    <a:pt x="215522" y="916917"/>
                    <a:pt x="206383" y="926056"/>
                    <a:pt x="195109" y="926056"/>
                  </a:cubicBezTo>
                  <a:cubicBezTo>
                    <a:pt x="183835" y="926056"/>
                    <a:pt x="174696" y="916917"/>
                    <a:pt x="174696" y="905644"/>
                  </a:cubicBezTo>
                  <a:cubicBezTo>
                    <a:pt x="174696" y="894370"/>
                    <a:pt x="183835" y="885231"/>
                    <a:pt x="195109" y="885231"/>
                  </a:cubicBezTo>
                  <a:close/>
                  <a:moveTo>
                    <a:pt x="146332" y="885231"/>
                  </a:moveTo>
                  <a:cubicBezTo>
                    <a:pt x="157606" y="885231"/>
                    <a:pt x="166745" y="894370"/>
                    <a:pt x="166745" y="905644"/>
                  </a:cubicBezTo>
                  <a:cubicBezTo>
                    <a:pt x="166745" y="916917"/>
                    <a:pt x="157606" y="926056"/>
                    <a:pt x="146332" y="926056"/>
                  </a:cubicBezTo>
                  <a:cubicBezTo>
                    <a:pt x="135058" y="926056"/>
                    <a:pt x="125919" y="916917"/>
                    <a:pt x="125919" y="905644"/>
                  </a:cubicBezTo>
                  <a:cubicBezTo>
                    <a:pt x="125919" y="894370"/>
                    <a:pt x="135058" y="885231"/>
                    <a:pt x="146332" y="885231"/>
                  </a:cubicBezTo>
                  <a:close/>
                  <a:moveTo>
                    <a:pt x="97555" y="885231"/>
                  </a:moveTo>
                  <a:cubicBezTo>
                    <a:pt x="108829" y="885231"/>
                    <a:pt x="117968" y="894370"/>
                    <a:pt x="117968" y="905644"/>
                  </a:cubicBezTo>
                  <a:cubicBezTo>
                    <a:pt x="117968" y="916917"/>
                    <a:pt x="108829" y="926056"/>
                    <a:pt x="97555" y="926056"/>
                  </a:cubicBezTo>
                  <a:cubicBezTo>
                    <a:pt x="86281" y="926056"/>
                    <a:pt x="77142" y="916917"/>
                    <a:pt x="77142" y="905644"/>
                  </a:cubicBezTo>
                  <a:cubicBezTo>
                    <a:pt x="77142" y="894370"/>
                    <a:pt x="86281" y="885231"/>
                    <a:pt x="97555" y="885231"/>
                  </a:cubicBezTo>
                  <a:close/>
                  <a:moveTo>
                    <a:pt x="48778" y="885231"/>
                  </a:moveTo>
                  <a:cubicBezTo>
                    <a:pt x="60052" y="885231"/>
                    <a:pt x="69191" y="894370"/>
                    <a:pt x="69191" y="905644"/>
                  </a:cubicBezTo>
                  <a:cubicBezTo>
                    <a:pt x="69191" y="916917"/>
                    <a:pt x="60052" y="926056"/>
                    <a:pt x="48778" y="926056"/>
                  </a:cubicBezTo>
                  <a:cubicBezTo>
                    <a:pt x="37504" y="926056"/>
                    <a:pt x="28365" y="916917"/>
                    <a:pt x="28365" y="905644"/>
                  </a:cubicBezTo>
                  <a:cubicBezTo>
                    <a:pt x="28365" y="894370"/>
                    <a:pt x="37504" y="885231"/>
                    <a:pt x="48778" y="885231"/>
                  </a:cubicBezTo>
                  <a:close/>
                  <a:moveTo>
                    <a:pt x="2" y="885231"/>
                  </a:moveTo>
                  <a:cubicBezTo>
                    <a:pt x="11275" y="885231"/>
                    <a:pt x="20414" y="894370"/>
                    <a:pt x="20414" y="905644"/>
                  </a:cubicBezTo>
                  <a:cubicBezTo>
                    <a:pt x="20414" y="916917"/>
                    <a:pt x="11275" y="926056"/>
                    <a:pt x="2" y="926056"/>
                  </a:cubicBezTo>
                  <a:lnTo>
                    <a:pt x="0" y="926055"/>
                  </a:lnTo>
                  <a:lnTo>
                    <a:pt x="0" y="885232"/>
                  </a:lnTo>
                  <a:close/>
                  <a:moveTo>
                    <a:pt x="577493" y="832726"/>
                  </a:moveTo>
                  <a:lnTo>
                    <a:pt x="570568" y="837904"/>
                  </a:lnTo>
                  <a:lnTo>
                    <a:pt x="570892" y="837123"/>
                  </a:lnTo>
                  <a:cubicBezTo>
                    <a:pt x="572738" y="835276"/>
                    <a:pt x="574938" y="833782"/>
                    <a:pt x="577380" y="832749"/>
                  </a:cubicBezTo>
                  <a:close/>
                  <a:moveTo>
                    <a:pt x="536549" y="831145"/>
                  </a:moveTo>
                  <a:cubicBezTo>
                    <a:pt x="542186" y="831145"/>
                    <a:pt x="547289" y="833430"/>
                    <a:pt x="550983" y="837123"/>
                  </a:cubicBezTo>
                  <a:lnTo>
                    <a:pt x="555421" y="847839"/>
                  </a:lnTo>
                  <a:lnTo>
                    <a:pt x="523739" y="867087"/>
                  </a:lnTo>
                  <a:lnTo>
                    <a:pt x="522114" y="865992"/>
                  </a:lnTo>
                  <a:cubicBezTo>
                    <a:pt x="518421" y="862298"/>
                    <a:pt x="516136" y="857194"/>
                    <a:pt x="516136" y="851558"/>
                  </a:cubicBezTo>
                  <a:cubicBezTo>
                    <a:pt x="516136" y="840284"/>
                    <a:pt x="525275" y="831145"/>
                    <a:pt x="536549" y="831145"/>
                  </a:cubicBezTo>
                  <a:close/>
                  <a:moveTo>
                    <a:pt x="487772" y="831145"/>
                  </a:moveTo>
                  <a:cubicBezTo>
                    <a:pt x="499045" y="831145"/>
                    <a:pt x="508184" y="840284"/>
                    <a:pt x="508184" y="851558"/>
                  </a:cubicBezTo>
                  <a:cubicBezTo>
                    <a:pt x="508184" y="862831"/>
                    <a:pt x="499045" y="871970"/>
                    <a:pt x="487772" y="871970"/>
                  </a:cubicBezTo>
                  <a:cubicBezTo>
                    <a:pt x="476498" y="871970"/>
                    <a:pt x="467359" y="862831"/>
                    <a:pt x="467359" y="851558"/>
                  </a:cubicBezTo>
                  <a:cubicBezTo>
                    <a:pt x="467359" y="840284"/>
                    <a:pt x="476498" y="831145"/>
                    <a:pt x="487772" y="831145"/>
                  </a:cubicBezTo>
                  <a:close/>
                  <a:moveTo>
                    <a:pt x="438994" y="831145"/>
                  </a:moveTo>
                  <a:cubicBezTo>
                    <a:pt x="450268" y="831145"/>
                    <a:pt x="459407" y="840284"/>
                    <a:pt x="459407" y="851558"/>
                  </a:cubicBezTo>
                  <a:cubicBezTo>
                    <a:pt x="459407" y="862831"/>
                    <a:pt x="450268" y="871970"/>
                    <a:pt x="438994" y="871970"/>
                  </a:cubicBezTo>
                  <a:cubicBezTo>
                    <a:pt x="427721" y="871970"/>
                    <a:pt x="418582" y="862831"/>
                    <a:pt x="418582" y="851558"/>
                  </a:cubicBezTo>
                  <a:cubicBezTo>
                    <a:pt x="418582" y="840284"/>
                    <a:pt x="427721" y="831145"/>
                    <a:pt x="438994" y="831145"/>
                  </a:cubicBezTo>
                  <a:close/>
                  <a:moveTo>
                    <a:pt x="390217" y="831145"/>
                  </a:moveTo>
                  <a:cubicBezTo>
                    <a:pt x="401491" y="831145"/>
                    <a:pt x="410630" y="840284"/>
                    <a:pt x="410630" y="851558"/>
                  </a:cubicBezTo>
                  <a:cubicBezTo>
                    <a:pt x="410630" y="862831"/>
                    <a:pt x="401491" y="871970"/>
                    <a:pt x="390217" y="871970"/>
                  </a:cubicBezTo>
                  <a:cubicBezTo>
                    <a:pt x="378944" y="871970"/>
                    <a:pt x="369805" y="862831"/>
                    <a:pt x="369805" y="851558"/>
                  </a:cubicBezTo>
                  <a:cubicBezTo>
                    <a:pt x="369805" y="840284"/>
                    <a:pt x="378944" y="831145"/>
                    <a:pt x="390217" y="831145"/>
                  </a:cubicBezTo>
                  <a:close/>
                  <a:moveTo>
                    <a:pt x="341440" y="831145"/>
                  </a:moveTo>
                  <a:cubicBezTo>
                    <a:pt x="352714" y="831145"/>
                    <a:pt x="361853" y="840284"/>
                    <a:pt x="361853" y="851558"/>
                  </a:cubicBezTo>
                  <a:cubicBezTo>
                    <a:pt x="361853" y="862831"/>
                    <a:pt x="352714" y="871970"/>
                    <a:pt x="341440" y="871970"/>
                  </a:cubicBezTo>
                  <a:cubicBezTo>
                    <a:pt x="330166" y="871970"/>
                    <a:pt x="321028" y="862831"/>
                    <a:pt x="321028" y="851558"/>
                  </a:cubicBezTo>
                  <a:cubicBezTo>
                    <a:pt x="321028" y="840284"/>
                    <a:pt x="330166" y="831145"/>
                    <a:pt x="341440" y="831145"/>
                  </a:cubicBezTo>
                  <a:close/>
                  <a:moveTo>
                    <a:pt x="292663" y="831145"/>
                  </a:moveTo>
                  <a:cubicBezTo>
                    <a:pt x="303937" y="831145"/>
                    <a:pt x="313076" y="840284"/>
                    <a:pt x="313076" y="851558"/>
                  </a:cubicBezTo>
                  <a:cubicBezTo>
                    <a:pt x="313076" y="862831"/>
                    <a:pt x="303937" y="871970"/>
                    <a:pt x="292663" y="871970"/>
                  </a:cubicBezTo>
                  <a:cubicBezTo>
                    <a:pt x="281389" y="871970"/>
                    <a:pt x="272251" y="862831"/>
                    <a:pt x="272251" y="851558"/>
                  </a:cubicBezTo>
                  <a:cubicBezTo>
                    <a:pt x="272251" y="840284"/>
                    <a:pt x="281389" y="831145"/>
                    <a:pt x="292663" y="831145"/>
                  </a:cubicBezTo>
                  <a:close/>
                  <a:moveTo>
                    <a:pt x="243886" y="831145"/>
                  </a:moveTo>
                  <a:cubicBezTo>
                    <a:pt x="255160" y="831145"/>
                    <a:pt x="264299" y="840284"/>
                    <a:pt x="264299" y="851558"/>
                  </a:cubicBezTo>
                  <a:cubicBezTo>
                    <a:pt x="264299" y="862831"/>
                    <a:pt x="255160" y="871970"/>
                    <a:pt x="243886" y="871970"/>
                  </a:cubicBezTo>
                  <a:cubicBezTo>
                    <a:pt x="232612" y="871970"/>
                    <a:pt x="223473" y="862831"/>
                    <a:pt x="223473" y="851558"/>
                  </a:cubicBezTo>
                  <a:cubicBezTo>
                    <a:pt x="223473" y="840284"/>
                    <a:pt x="232612" y="831145"/>
                    <a:pt x="243886" y="831145"/>
                  </a:cubicBezTo>
                  <a:close/>
                  <a:moveTo>
                    <a:pt x="195109" y="831145"/>
                  </a:moveTo>
                  <a:cubicBezTo>
                    <a:pt x="206383" y="831145"/>
                    <a:pt x="215522" y="840284"/>
                    <a:pt x="215522" y="851558"/>
                  </a:cubicBezTo>
                  <a:cubicBezTo>
                    <a:pt x="215522" y="862831"/>
                    <a:pt x="206383" y="871970"/>
                    <a:pt x="195109" y="871970"/>
                  </a:cubicBezTo>
                  <a:cubicBezTo>
                    <a:pt x="183835" y="871970"/>
                    <a:pt x="174696" y="862831"/>
                    <a:pt x="174696" y="851558"/>
                  </a:cubicBezTo>
                  <a:cubicBezTo>
                    <a:pt x="174696" y="840284"/>
                    <a:pt x="183835" y="831145"/>
                    <a:pt x="195109" y="831145"/>
                  </a:cubicBezTo>
                  <a:close/>
                  <a:moveTo>
                    <a:pt x="146332" y="831145"/>
                  </a:moveTo>
                  <a:cubicBezTo>
                    <a:pt x="157606" y="831145"/>
                    <a:pt x="166745" y="840284"/>
                    <a:pt x="166745" y="851558"/>
                  </a:cubicBezTo>
                  <a:cubicBezTo>
                    <a:pt x="166745" y="862831"/>
                    <a:pt x="157606" y="871970"/>
                    <a:pt x="146332" y="871970"/>
                  </a:cubicBezTo>
                  <a:cubicBezTo>
                    <a:pt x="135058" y="871970"/>
                    <a:pt x="125919" y="862831"/>
                    <a:pt x="125919" y="851558"/>
                  </a:cubicBezTo>
                  <a:cubicBezTo>
                    <a:pt x="125919" y="840284"/>
                    <a:pt x="135058" y="831145"/>
                    <a:pt x="146332" y="831145"/>
                  </a:cubicBezTo>
                  <a:close/>
                  <a:moveTo>
                    <a:pt x="97555" y="831145"/>
                  </a:moveTo>
                  <a:cubicBezTo>
                    <a:pt x="108829" y="831145"/>
                    <a:pt x="117968" y="840284"/>
                    <a:pt x="117968" y="851558"/>
                  </a:cubicBezTo>
                  <a:cubicBezTo>
                    <a:pt x="117968" y="862831"/>
                    <a:pt x="108829" y="871970"/>
                    <a:pt x="97555" y="871970"/>
                  </a:cubicBezTo>
                  <a:cubicBezTo>
                    <a:pt x="86281" y="871970"/>
                    <a:pt x="77142" y="862831"/>
                    <a:pt x="77142" y="851558"/>
                  </a:cubicBezTo>
                  <a:cubicBezTo>
                    <a:pt x="77142" y="840284"/>
                    <a:pt x="86281" y="831145"/>
                    <a:pt x="97555" y="831145"/>
                  </a:cubicBezTo>
                  <a:close/>
                  <a:moveTo>
                    <a:pt x="48778" y="831145"/>
                  </a:moveTo>
                  <a:cubicBezTo>
                    <a:pt x="60052" y="831145"/>
                    <a:pt x="69191" y="840284"/>
                    <a:pt x="69191" y="851558"/>
                  </a:cubicBezTo>
                  <a:cubicBezTo>
                    <a:pt x="69191" y="862831"/>
                    <a:pt x="60052" y="871970"/>
                    <a:pt x="48778" y="871970"/>
                  </a:cubicBezTo>
                  <a:cubicBezTo>
                    <a:pt x="37504" y="871970"/>
                    <a:pt x="28365" y="862831"/>
                    <a:pt x="28365" y="851558"/>
                  </a:cubicBezTo>
                  <a:cubicBezTo>
                    <a:pt x="28365" y="840284"/>
                    <a:pt x="37504" y="831145"/>
                    <a:pt x="48778" y="831145"/>
                  </a:cubicBezTo>
                  <a:close/>
                  <a:moveTo>
                    <a:pt x="2" y="831145"/>
                  </a:moveTo>
                  <a:cubicBezTo>
                    <a:pt x="11275" y="831145"/>
                    <a:pt x="20414" y="840284"/>
                    <a:pt x="20414" y="851558"/>
                  </a:cubicBezTo>
                  <a:cubicBezTo>
                    <a:pt x="20414" y="862831"/>
                    <a:pt x="11275" y="871970"/>
                    <a:pt x="2" y="871970"/>
                  </a:cubicBezTo>
                  <a:lnTo>
                    <a:pt x="0" y="871969"/>
                  </a:lnTo>
                  <a:lnTo>
                    <a:pt x="0" y="831146"/>
                  </a:lnTo>
                  <a:close/>
                  <a:moveTo>
                    <a:pt x="634103" y="777059"/>
                  </a:moveTo>
                  <a:cubicBezTo>
                    <a:pt x="636921" y="777059"/>
                    <a:pt x="639606" y="777630"/>
                    <a:pt x="642049" y="778663"/>
                  </a:cubicBezTo>
                  <a:lnTo>
                    <a:pt x="645821" y="781206"/>
                  </a:lnTo>
                  <a:lnTo>
                    <a:pt x="643181" y="783605"/>
                  </a:lnTo>
                  <a:lnTo>
                    <a:pt x="616279" y="803722"/>
                  </a:lnTo>
                  <a:lnTo>
                    <a:pt x="613690" y="797471"/>
                  </a:lnTo>
                  <a:cubicBezTo>
                    <a:pt x="613690" y="786198"/>
                    <a:pt x="622829" y="777059"/>
                    <a:pt x="634103" y="777059"/>
                  </a:cubicBezTo>
                  <a:close/>
                  <a:moveTo>
                    <a:pt x="585326" y="777059"/>
                  </a:moveTo>
                  <a:cubicBezTo>
                    <a:pt x="596599" y="777059"/>
                    <a:pt x="605738" y="786198"/>
                    <a:pt x="605738" y="797471"/>
                  </a:cubicBezTo>
                  <a:cubicBezTo>
                    <a:pt x="605738" y="808745"/>
                    <a:pt x="596599" y="817884"/>
                    <a:pt x="585326" y="817884"/>
                  </a:cubicBezTo>
                  <a:cubicBezTo>
                    <a:pt x="574052" y="817884"/>
                    <a:pt x="564913" y="808745"/>
                    <a:pt x="564913" y="797471"/>
                  </a:cubicBezTo>
                  <a:cubicBezTo>
                    <a:pt x="564913" y="786198"/>
                    <a:pt x="574052" y="777059"/>
                    <a:pt x="585326" y="777059"/>
                  </a:cubicBezTo>
                  <a:close/>
                  <a:moveTo>
                    <a:pt x="536549" y="777059"/>
                  </a:moveTo>
                  <a:cubicBezTo>
                    <a:pt x="547822" y="777059"/>
                    <a:pt x="556961" y="786198"/>
                    <a:pt x="556961" y="797471"/>
                  </a:cubicBezTo>
                  <a:cubicBezTo>
                    <a:pt x="556961" y="808745"/>
                    <a:pt x="547822" y="817884"/>
                    <a:pt x="536549" y="817884"/>
                  </a:cubicBezTo>
                  <a:cubicBezTo>
                    <a:pt x="525275" y="817884"/>
                    <a:pt x="516136" y="808745"/>
                    <a:pt x="516136" y="797471"/>
                  </a:cubicBezTo>
                  <a:cubicBezTo>
                    <a:pt x="516136" y="786198"/>
                    <a:pt x="525275" y="777059"/>
                    <a:pt x="536549" y="777059"/>
                  </a:cubicBezTo>
                  <a:close/>
                  <a:moveTo>
                    <a:pt x="487772" y="777059"/>
                  </a:moveTo>
                  <a:cubicBezTo>
                    <a:pt x="499045" y="777059"/>
                    <a:pt x="508184" y="786198"/>
                    <a:pt x="508184" y="797471"/>
                  </a:cubicBezTo>
                  <a:cubicBezTo>
                    <a:pt x="508184" y="808745"/>
                    <a:pt x="499045" y="817884"/>
                    <a:pt x="487772" y="817884"/>
                  </a:cubicBezTo>
                  <a:cubicBezTo>
                    <a:pt x="476498" y="817884"/>
                    <a:pt x="467359" y="808745"/>
                    <a:pt x="467359" y="797471"/>
                  </a:cubicBezTo>
                  <a:cubicBezTo>
                    <a:pt x="467359" y="786198"/>
                    <a:pt x="476498" y="777059"/>
                    <a:pt x="487772" y="777059"/>
                  </a:cubicBezTo>
                  <a:close/>
                  <a:moveTo>
                    <a:pt x="438994" y="777059"/>
                  </a:moveTo>
                  <a:cubicBezTo>
                    <a:pt x="450268" y="777059"/>
                    <a:pt x="459407" y="786198"/>
                    <a:pt x="459407" y="797471"/>
                  </a:cubicBezTo>
                  <a:cubicBezTo>
                    <a:pt x="459407" y="808745"/>
                    <a:pt x="450268" y="817884"/>
                    <a:pt x="438994" y="817884"/>
                  </a:cubicBezTo>
                  <a:cubicBezTo>
                    <a:pt x="427721" y="817884"/>
                    <a:pt x="418582" y="808745"/>
                    <a:pt x="418582" y="797471"/>
                  </a:cubicBezTo>
                  <a:cubicBezTo>
                    <a:pt x="418582" y="786198"/>
                    <a:pt x="427721" y="777059"/>
                    <a:pt x="438994" y="777059"/>
                  </a:cubicBezTo>
                  <a:close/>
                  <a:moveTo>
                    <a:pt x="390217" y="777059"/>
                  </a:moveTo>
                  <a:cubicBezTo>
                    <a:pt x="401491" y="777059"/>
                    <a:pt x="410630" y="786198"/>
                    <a:pt x="410630" y="797471"/>
                  </a:cubicBezTo>
                  <a:cubicBezTo>
                    <a:pt x="410630" y="808745"/>
                    <a:pt x="401491" y="817884"/>
                    <a:pt x="390217" y="817884"/>
                  </a:cubicBezTo>
                  <a:cubicBezTo>
                    <a:pt x="378944" y="817884"/>
                    <a:pt x="369805" y="808745"/>
                    <a:pt x="369805" y="797471"/>
                  </a:cubicBezTo>
                  <a:cubicBezTo>
                    <a:pt x="369805" y="786198"/>
                    <a:pt x="378944" y="777059"/>
                    <a:pt x="390217" y="777059"/>
                  </a:cubicBezTo>
                  <a:close/>
                  <a:moveTo>
                    <a:pt x="341440" y="777059"/>
                  </a:moveTo>
                  <a:cubicBezTo>
                    <a:pt x="352714" y="777059"/>
                    <a:pt x="361853" y="786198"/>
                    <a:pt x="361853" y="797471"/>
                  </a:cubicBezTo>
                  <a:cubicBezTo>
                    <a:pt x="361853" y="808745"/>
                    <a:pt x="352714" y="817884"/>
                    <a:pt x="341440" y="817884"/>
                  </a:cubicBezTo>
                  <a:cubicBezTo>
                    <a:pt x="330166" y="817884"/>
                    <a:pt x="321028" y="808745"/>
                    <a:pt x="321028" y="797471"/>
                  </a:cubicBezTo>
                  <a:cubicBezTo>
                    <a:pt x="321028" y="786198"/>
                    <a:pt x="330166" y="777059"/>
                    <a:pt x="341440" y="777059"/>
                  </a:cubicBezTo>
                  <a:close/>
                  <a:moveTo>
                    <a:pt x="292663" y="777059"/>
                  </a:moveTo>
                  <a:cubicBezTo>
                    <a:pt x="303937" y="777059"/>
                    <a:pt x="313076" y="786198"/>
                    <a:pt x="313076" y="797471"/>
                  </a:cubicBezTo>
                  <a:cubicBezTo>
                    <a:pt x="313076" y="808745"/>
                    <a:pt x="303937" y="817884"/>
                    <a:pt x="292663" y="817884"/>
                  </a:cubicBezTo>
                  <a:cubicBezTo>
                    <a:pt x="281389" y="817884"/>
                    <a:pt x="272251" y="808745"/>
                    <a:pt x="272251" y="797471"/>
                  </a:cubicBezTo>
                  <a:cubicBezTo>
                    <a:pt x="272251" y="786198"/>
                    <a:pt x="281389" y="777059"/>
                    <a:pt x="292663" y="777059"/>
                  </a:cubicBezTo>
                  <a:close/>
                  <a:moveTo>
                    <a:pt x="243886" y="777059"/>
                  </a:moveTo>
                  <a:cubicBezTo>
                    <a:pt x="255160" y="777059"/>
                    <a:pt x="264299" y="786198"/>
                    <a:pt x="264299" y="797471"/>
                  </a:cubicBezTo>
                  <a:cubicBezTo>
                    <a:pt x="264299" y="808745"/>
                    <a:pt x="255160" y="817884"/>
                    <a:pt x="243886" y="817884"/>
                  </a:cubicBezTo>
                  <a:cubicBezTo>
                    <a:pt x="232612" y="817884"/>
                    <a:pt x="223473" y="808745"/>
                    <a:pt x="223473" y="797471"/>
                  </a:cubicBezTo>
                  <a:cubicBezTo>
                    <a:pt x="223473" y="786198"/>
                    <a:pt x="232612" y="777059"/>
                    <a:pt x="243886" y="777059"/>
                  </a:cubicBezTo>
                  <a:close/>
                  <a:moveTo>
                    <a:pt x="195109" y="777059"/>
                  </a:moveTo>
                  <a:cubicBezTo>
                    <a:pt x="206383" y="777059"/>
                    <a:pt x="215522" y="786198"/>
                    <a:pt x="215522" y="797471"/>
                  </a:cubicBezTo>
                  <a:cubicBezTo>
                    <a:pt x="215522" y="808745"/>
                    <a:pt x="206383" y="817884"/>
                    <a:pt x="195109" y="817884"/>
                  </a:cubicBezTo>
                  <a:cubicBezTo>
                    <a:pt x="183835" y="817884"/>
                    <a:pt x="174696" y="808745"/>
                    <a:pt x="174696" y="797471"/>
                  </a:cubicBezTo>
                  <a:cubicBezTo>
                    <a:pt x="174696" y="786198"/>
                    <a:pt x="183835" y="777059"/>
                    <a:pt x="195109" y="777059"/>
                  </a:cubicBezTo>
                  <a:close/>
                  <a:moveTo>
                    <a:pt x="146332" y="777059"/>
                  </a:moveTo>
                  <a:cubicBezTo>
                    <a:pt x="157606" y="777059"/>
                    <a:pt x="166745" y="786198"/>
                    <a:pt x="166745" y="797471"/>
                  </a:cubicBezTo>
                  <a:cubicBezTo>
                    <a:pt x="166745" y="808745"/>
                    <a:pt x="157606" y="817884"/>
                    <a:pt x="146332" y="817884"/>
                  </a:cubicBezTo>
                  <a:cubicBezTo>
                    <a:pt x="135058" y="817884"/>
                    <a:pt x="125919" y="808745"/>
                    <a:pt x="125919" y="797471"/>
                  </a:cubicBezTo>
                  <a:cubicBezTo>
                    <a:pt x="125919" y="786198"/>
                    <a:pt x="135058" y="777059"/>
                    <a:pt x="146332" y="777059"/>
                  </a:cubicBezTo>
                  <a:close/>
                  <a:moveTo>
                    <a:pt x="97555" y="777059"/>
                  </a:moveTo>
                  <a:cubicBezTo>
                    <a:pt x="108829" y="777059"/>
                    <a:pt x="117968" y="786198"/>
                    <a:pt x="117968" y="797471"/>
                  </a:cubicBezTo>
                  <a:cubicBezTo>
                    <a:pt x="117968" y="808745"/>
                    <a:pt x="108829" y="817884"/>
                    <a:pt x="97555" y="817884"/>
                  </a:cubicBezTo>
                  <a:cubicBezTo>
                    <a:pt x="86281" y="817884"/>
                    <a:pt x="77142" y="808745"/>
                    <a:pt x="77142" y="797471"/>
                  </a:cubicBezTo>
                  <a:cubicBezTo>
                    <a:pt x="77142" y="786198"/>
                    <a:pt x="86281" y="777059"/>
                    <a:pt x="97555" y="777059"/>
                  </a:cubicBezTo>
                  <a:close/>
                  <a:moveTo>
                    <a:pt x="48778" y="777059"/>
                  </a:moveTo>
                  <a:cubicBezTo>
                    <a:pt x="60052" y="777059"/>
                    <a:pt x="69191" y="786198"/>
                    <a:pt x="69191" y="797471"/>
                  </a:cubicBezTo>
                  <a:cubicBezTo>
                    <a:pt x="69191" y="808745"/>
                    <a:pt x="60052" y="817884"/>
                    <a:pt x="48778" y="817884"/>
                  </a:cubicBezTo>
                  <a:cubicBezTo>
                    <a:pt x="37504" y="817884"/>
                    <a:pt x="28365" y="808745"/>
                    <a:pt x="28365" y="797471"/>
                  </a:cubicBezTo>
                  <a:cubicBezTo>
                    <a:pt x="28365" y="786198"/>
                    <a:pt x="37504" y="777059"/>
                    <a:pt x="48778" y="777059"/>
                  </a:cubicBezTo>
                  <a:close/>
                  <a:moveTo>
                    <a:pt x="2" y="777059"/>
                  </a:moveTo>
                  <a:cubicBezTo>
                    <a:pt x="11275" y="777059"/>
                    <a:pt x="20414" y="786198"/>
                    <a:pt x="20414" y="797471"/>
                  </a:cubicBezTo>
                  <a:cubicBezTo>
                    <a:pt x="20414" y="808745"/>
                    <a:pt x="11275" y="817884"/>
                    <a:pt x="2" y="817884"/>
                  </a:cubicBezTo>
                  <a:lnTo>
                    <a:pt x="0" y="817883"/>
                  </a:lnTo>
                  <a:lnTo>
                    <a:pt x="0" y="777060"/>
                  </a:lnTo>
                  <a:close/>
                  <a:moveTo>
                    <a:pt x="682880" y="722972"/>
                  </a:moveTo>
                  <a:cubicBezTo>
                    <a:pt x="688517" y="722972"/>
                    <a:pt x="693620" y="725257"/>
                    <a:pt x="697314" y="728951"/>
                  </a:cubicBezTo>
                  <a:lnTo>
                    <a:pt x="698955" y="732914"/>
                  </a:lnTo>
                  <a:lnTo>
                    <a:pt x="670229" y="759022"/>
                  </a:lnTo>
                  <a:lnTo>
                    <a:pt x="668446" y="757819"/>
                  </a:lnTo>
                  <a:cubicBezTo>
                    <a:pt x="664752" y="754125"/>
                    <a:pt x="662467" y="749022"/>
                    <a:pt x="662467" y="743385"/>
                  </a:cubicBezTo>
                  <a:cubicBezTo>
                    <a:pt x="662467" y="732111"/>
                    <a:pt x="671606" y="722972"/>
                    <a:pt x="682880" y="722972"/>
                  </a:cubicBezTo>
                  <a:close/>
                  <a:moveTo>
                    <a:pt x="634103" y="722972"/>
                  </a:moveTo>
                  <a:cubicBezTo>
                    <a:pt x="645377" y="722972"/>
                    <a:pt x="654516" y="732111"/>
                    <a:pt x="654516" y="743385"/>
                  </a:cubicBezTo>
                  <a:cubicBezTo>
                    <a:pt x="654516" y="754659"/>
                    <a:pt x="645377" y="763798"/>
                    <a:pt x="634103" y="763798"/>
                  </a:cubicBezTo>
                  <a:cubicBezTo>
                    <a:pt x="622829" y="763798"/>
                    <a:pt x="613690" y="754659"/>
                    <a:pt x="613690" y="743385"/>
                  </a:cubicBezTo>
                  <a:cubicBezTo>
                    <a:pt x="613690" y="732111"/>
                    <a:pt x="622829" y="722972"/>
                    <a:pt x="634103" y="722972"/>
                  </a:cubicBezTo>
                  <a:close/>
                  <a:moveTo>
                    <a:pt x="585326" y="722972"/>
                  </a:moveTo>
                  <a:cubicBezTo>
                    <a:pt x="596599" y="722972"/>
                    <a:pt x="605738" y="732111"/>
                    <a:pt x="605738" y="743385"/>
                  </a:cubicBezTo>
                  <a:cubicBezTo>
                    <a:pt x="605738" y="754659"/>
                    <a:pt x="596599" y="763798"/>
                    <a:pt x="585326" y="763798"/>
                  </a:cubicBezTo>
                  <a:cubicBezTo>
                    <a:pt x="574052" y="763798"/>
                    <a:pt x="564913" y="754659"/>
                    <a:pt x="564913" y="743385"/>
                  </a:cubicBezTo>
                  <a:cubicBezTo>
                    <a:pt x="564913" y="732111"/>
                    <a:pt x="574052" y="722972"/>
                    <a:pt x="585326" y="722972"/>
                  </a:cubicBezTo>
                  <a:close/>
                  <a:moveTo>
                    <a:pt x="536549" y="722972"/>
                  </a:moveTo>
                  <a:cubicBezTo>
                    <a:pt x="547822" y="722972"/>
                    <a:pt x="556961" y="732111"/>
                    <a:pt x="556961" y="743385"/>
                  </a:cubicBezTo>
                  <a:cubicBezTo>
                    <a:pt x="556961" y="754659"/>
                    <a:pt x="547822" y="763798"/>
                    <a:pt x="536549" y="763798"/>
                  </a:cubicBezTo>
                  <a:cubicBezTo>
                    <a:pt x="525275" y="763798"/>
                    <a:pt x="516136" y="754659"/>
                    <a:pt x="516136" y="743385"/>
                  </a:cubicBezTo>
                  <a:cubicBezTo>
                    <a:pt x="516136" y="732111"/>
                    <a:pt x="525275" y="722972"/>
                    <a:pt x="536549" y="722972"/>
                  </a:cubicBezTo>
                  <a:close/>
                  <a:moveTo>
                    <a:pt x="487772" y="722972"/>
                  </a:moveTo>
                  <a:cubicBezTo>
                    <a:pt x="499045" y="722972"/>
                    <a:pt x="508184" y="732111"/>
                    <a:pt x="508184" y="743385"/>
                  </a:cubicBezTo>
                  <a:cubicBezTo>
                    <a:pt x="508184" y="754659"/>
                    <a:pt x="499045" y="763798"/>
                    <a:pt x="487772" y="763798"/>
                  </a:cubicBezTo>
                  <a:cubicBezTo>
                    <a:pt x="476498" y="763798"/>
                    <a:pt x="467359" y="754659"/>
                    <a:pt x="467359" y="743385"/>
                  </a:cubicBezTo>
                  <a:cubicBezTo>
                    <a:pt x="467359" y="732111"/>
                    <a:pt x="476498" y="722972"/>
                    <a:pt x="487772" y="722972"/>
                  </a:cubicBezTo>
                  <a:close/>
                  <a:moveTo>
                    <a:pt x="438994" y="722972"/>
                  </a:moveTo>
                  <a:cubicBezTo>
                    <a:pt x="450268" y="722972"/>
                    <a:pt x="459407" y="732111"/>
                    <a:pt x="459407" y="743385"/>
                  </a:cubicBezTo>
                  <a:cubicBezTo>
                    <a:pt x="459407" y="754659"/>
                    <a:pt x="450268" y="763798"/>
                    <a:pt x="438994" y="763798"/>
                  </a:cubicBezTo>
                  <a:cubicBezTo>
                    <a:pt x="427721" y="763798"/>
                    <a:pt x="418582" y="754659"/>
                    <a:pt x="418582" y="743385"/>
                  </a:cubicBezTo>
                  <a:cubicBezTo>
                    <a:pt x="418582" y="732111"/>
                    <a:pt x="427721" y="722972"/>
                    <a:pt x="438994" y="722972"/>
                  </a:cubicBezTo>
                  <a:close/>
                  <a:moveTo>
                    <a:pt x="390217" y="722972"/>
                  </a:moveTo>
                  <a:cubicBezTo>
                    <a:pt x="401491" y="722972"/>
                    <a:pt x="410630" y="732111"/>
                    <a:pt x="410630" y="743385"/>
                  </a:cubicBezTo>
                  <a:cubicBezTo>
                    <a:pt x="410630" y="754659"/>
                    <a:pt x="401491" y="763798"/>
                    <a:pt x="390217" y="763798"/>
                  </a:cubicBezTo>
                  <a:cubicBezTo>
                    <a:pt x="378944" y="763798"/>
                    <a:pt x="369805" y="754659"/>
                    <a:pt x="369805" y="743385"/>
                  </a:cubicBezTo>
                  <a:cubicBezTo>
                    <a:pt x="369805" y="732111"/>
                    <a:pt x="378944" y="722972"/>
                    <a:pt x="390217" y="722972"/>
                  </a:cubicBezTo>
                  <a:close/>
                  <a:moveTo>
                    <a:pt x="341440" y="722972"/>
                  </a:moveTo>
                  <a:cubicBezTo>
                    <a:pt x="352714" y="722972"/>
                    <a:pt x="361853" y="732111"/>
                    <a:pt x="361853" y="743385"/>
                  </a:cubicBezTo>
                  <a:cubicBezTo>
                    <a:pt x="361853" y="754659"/>
                    <a:pt x="352714" y="763798"/>
                    <a:pt x="341440" y="763798"/>
                  </a:cubicBezTo>
                  <a:cubicBezTo>
                    <a:pt x="330166" y="763798"/>
                    <a:pt x="321028" y="754659"/>
                    <a:pt x="321028" y="743385"/>
                  </a:cubicBezTo>
                  <a:cubicBezTo>
                    <a:pt x="321028" y="732111"/>
                    <a:pt x="330166" y="722972"/>
                    <a:pt x="341440" y="722972"/>
                  </a:cubicBezTo>
                  <a:close/>
                  <a:moveTo>
                    <a:pt x="292663" y="722972"/>
                  </a:moveTo>
                  <a:cubicBezTo>
                    <a:pt x="303937" y="722972"/>
                    <a:pt x="313076" y="732111"/>
                    <a:pt x="313076" y="743385"/>
                  </a:cubicBezTo>
                  <a:cubicBezTo>
                    <a:pt x="313076" y="754659"/>
                    <a:pt x="303937" y="763798"/>
                    <a:pt x="292663" y="763798"/>
                  </a:cubicBezTo>
                  <a:cubicBezTo>
                    <a:pt x="281389" y="763798"/>
                    <a:pt x="272251" y="754659"/>
                    <a:pt x="272251" y="743385"/>
                  </a:cubicBezTo>
                  <a:cubicBezTo>
                    <a:pt x="272251" y="732111"/>
                    <a:pt x="281389" y="722972"/>
                    <a:pt x="292663" y="722972"/>
                  </a:cubicBezTo>
                  <a:close/>
                  <a:moveTo>
                    <a:pt x="243886" y="722972"/>
                  </a:moveTo>
                  <a:cubicBezTo>
                    <a:pt x="255160" y="722972"/>
                    <a:pt x="264299" y="732111"/>
                    <a:pt x="264299" y="743385"/>
                  </a:cubicBezTo>
                  <a:cubicBezTo>
                    <a:pt x="264299" y="754659"/>
                    <a:pt x="255160" y="763798"/>
                    <a:pt x="243886" y="763798"/>
                  </a:cubicBezTo>
                  <a:cubicBezTo>
                    <a:pt x="232612" y="763798"/>
                    <a:pt x="223473" y="754659"/>
                    <a:pt x="223473" y="743385"/>
                  </a:cubicBezTo>
                  <a:cubicBezTo>
                    <a:pt x="223473" y="732111"/>
                    <a:pt x="232612" y="722972"/>
                    <a:pt x="243886" y="722972"/>
                  </a:cubicBezTo>
                  <a:close/>
                  <a:moveTo>
                    <a:pt x="195109" y="722972"/>
                  </a:moveTo>
                  <a:cubicBezTo>
                    <a:pt x="206383" y="722972"/>
                    <a:pt x="215522" y="732111"/>
                    <a:pt x="215522" y="743385"/>
                  </a:cubicBezTo>
                  <a:cubicBezTo>
                    <a:pt x="215522" y="754659"/>
                    <a:pt x="206383" y="763798"/>
                    <a:pt x="195109" y="763798"/>
                  </a:cubicBezTo>
                  <a:cubicBezTo>
                    <a:pt x="183835" y="763798"/>
                    <a:pt x="174696" y="754659"/>
                    <a:pt x="174696" y="743385"/>
                  </a:cubicBezTo>
                  <a:cubicBezTo>
                    <a:pt x="174696" y="732111"/>
                    <a:pt x="183835" y="722972"/>
                    <a:pt x="195109" y="722972"/>
                  </a:cubicBezTo>
                  <a:close/>
                  <a:moveTo>
                    <a:pt x="146332" y="722972"/>
                  </a:moveTo>
                  <a:cubicBezTo>
                    <a:pt x="157606" y="722972"/>
                    <a:pt x="166745" y="732111"/>
                    <a:pt x="166745" y="743385"/>
                  </a:cubicBezTo>
                  <a:cubicBezTo>
                    <a:pt x="166745" y="754659"/>
                    <a:pt x="157606" y="763798"/>
                    <a:pt x="146332" y="763798"/>
                  </a:cubicBezTo>
                  <a:cubicBezTo>
                    <a:pt x="135058" y="763798"/>
                    <a:pt x="125919" y="754659"/>
                    <a:pt x="125919" y="743385"/>
                  </a:cubicBezTo>
                  <a:cubicBezTo>
                    <a:pt x="125919" y="732111"/>
                    <a:pt x="135058" y="722972"/>
                    <a:pt x="146332" y="722972"/>
                  </a:cubicBezTo>
                  <a:close/>
                  <a:moveTo>
                    <a:pt x="97555" y="722972"/>
                  </a:moveTo>
                  <a:cubicBezTo>
                    <a:pt x="108829" y="722972"/>
                    <a:pt x="117968" y="732111"/>
                    <a:pt x="117968" y="743385"/>
                  </a:cubicBezTo>
                  <a:cubicBezTo>
                    <a:pt x="117968" y="754659"/>
                    <a:pt x="108829" y="763798"/>
                    <a:pt x="97555" y="763798"/>
                  </a:cubicBezTo>
                  <a:cubicBezTo>
                    <a:pt x="86281" y="763798"/>
                    <a:pt x="77142" y="754659"/>
                    <a:pt x="77142" y="743385"/>
                  </a:cubicBezTo>
                  <a:cubicBezTo>
                    <a:pt x="77142" y="732111"/>
                    <a:pt x="86281" y="722972"/>
                    <a:pt x="97555" y="722972"/>
                  </a:cubicBezTo>
                  <a:close/>
                  <a:moveTo>
                    <a:pt x="48778" y="722972"/>
                  </a:moveTo>
                  <a:cubicBezTo>
                    <a:pt x="60052" y="722972"/>
                    <a:pt x="69191" y="732111"/>
                    <a:pt x="69191" y="743385"/>
                  </a:cubicBezTo>
                  <a:cubicBezTo>
                    <a:pt x="69191" y="754659"/>
                    <a:pt x="60052" y="763798"/>
                    <a:pt x="48778" y="763798"/>
                  </a:cubicBezTo>
                  <a:cubicBezTo>
                    <a:pt x="37504" y="763798"/>
                    <a:pt x="28365" y="754659"/>
                    <a:pt x="28365" y="743385"/>
                  </a:cubicBezTo>
                  <a:cubicBezTo>
                    <a:pt x="28365" y="732111"/>
                    <a:pt x="37504" y="722972"/>
                    <a:pt x="48778" y="722972"/>
                  </a:cubicBezTo>
                  <a:close/>
                  <a:moveTo>
                    <a:pt x="2" y="722972"/>
                  </a:moveTo>
                  <a:cubicBezTo>
                    <a:pt x="11275" y="722972"/>
                    <a:pt x="20414" y="732111"/>
                    <a:pt x="20414" y="743385"/>
                  </a:cubicBezTo>
                  <a:cubicBezTo>
                    <a:pt x="20414" y="754659"/>
                    <a:pt x="11275" y="763798"/>
                    <a:pt x="2" y="763798"/>
                  </a:cubicBezTo>
                  <a:lnTo>
                    <a:pt x="0" y="763797"/>
                  </a:lnTo>
                  <a:lnTo>
                    <a:pt x="0" y="722973"/>
                  </a:lnTo>
                  <a:close/>
                  <a:moveTo>
                    <a:pt x="731657" y="668886"/>
                  </a:moveTo>
                  <a:cubicBezTo>
                    <a:pt x="737294" y="668886"/>
                    <a:pt x="742397" y="671171"/>
                    <a:pt x="746091" y="674865"/>
                  </a:cubicBezTo>
                  <a:lnTo>
                    <a:pt x="748725" y="681223"/>
                  </a:lnTo>
                  <a:lnTo>
                    <a:pt x="724200" y="708206"/>
                  </a:lnTo>
                  <a:lnTo>
                    <a:pt x="723711" y="708108"/>
                  </a:lnTo>
                  <a:cubicBezTo>
                    <a:pt x="716385" y="705009"/>
                    <a:pt x="711244" y="697754"/>
                    <a:pt x="711244" y="689299"/>
                  </a:cubicBezTo>
                  <a:cubicBezTo>
                    <a:pt x="711244" y="678025"/>
                    <a:pt x="720383" y="668886"/>
                    <a:pt x="731657" y="668886"/>
                  </a:cubicBezTo>
                  <a:close/>
                  <a:moveTo>
                    <a:pt x="682880" y="668886"/>
                  </a:moveTo>
                  <a:cubicBezTo>
                    <a:pt x="694153" y="668886"/>
                    <a:pt x="703293" y="678025"/>
                    <a:pt x="703293" y="689299"/>
                  </a:cubicBezTo>
                  <a:cubicBezTo>
                    <a:pt x="703293" y="700573"/>
                    <a:pt x="694153" y="709712"/>
                    <a:pt x="682880" y="709712"/>
                  </a:cubicBezTo>
                  <a:cubicBezTo>
                    <a:pt x="671606" y="709712"/>
                    <a:pt x="662467" y="700573"/>
                    <a:pt x="662467" y="689299"/>
                  </a:cubicBezTo>
                  <a:cubicBezTo>
                    <a:pt x="662467" y="678025"/>
                    <a:pt x="671606" y="668886"/>
                    <a:pt x="682880" y="668886"/>
                  </a:cubicBezTo>
                  <a:close/>
                  <a:moveTo>
                    <a:pt x="634103" y="668886"/>
                  </a:moveTo>
                  <a:cubicBezTo>
                    <a:pt x="645377" y="668886"/>
                    <a:pt x="654516" y="678025"/>
                    <a:pt x="654516" y="689299"/>
                  </a:cubicBezTo>
                  <a:cubicBezTo>
                    <a:pt x="654516" y="700573"/>
                    <a:pt x="645377" y="709712"/>
                    <a:pt x="634103" y="709712"/>
                  </a:cubicBezTo>
                  <a:cubicBezTo>
                    <a:pt x="622829" y="709712"/>
                    <a:pt x="613690" y="700573"/>
                    <a:pt x="613690" y="689299"/>
                  </a:cubicBezTo>
                  <a:cubicBezTo>
                    <a:pt x="613690" y="678025"/>
                    <a:pt x="622829" y="668886"/>
                    <a:pt x="634103" y="668886"/>
                  </a:cubicBezTo>
                  <a:close/>
                  <a:moveTo>
                    <a:pt x="585326" y="668886"/>
                  </a:moveTo>
                  <a:cubicBezTo>
                    <a:pt x="596599" y="668886"/>
                    <a:pt x="605738" y="678025"/>
                    <a:pt x="605738" y="689299"/>
                  </a:cubicBezTo>
                  <a:cubicBezTo>
                    <a:pt x="605738" y="700573"/>
                    <a:pt x="596599" y="709712"/>
                    <a:pt x="585326" y="709712"/>
                  </a:cubicBezTo>
                  <a:cubicBezTo>
                    <a:pt x="574052" y="709712"/>
                    <a:pt x="564913" y="700573"/>
                    <a:pt x="564913" y="689299"/>
                  </a:cubicBezTo>
                  <a:cubicBezTo>
                    <a:pt x="564913" y="678025"/>
                    <a:pt x="574052" y="668886"/>
                    <a:pt x="585326" y="668886"/>
                  </a:cubicBezTo>
                  <a:close/>
                  <a:moveTo>
                    <a:pt x="536549" y="668886"/>
                  </a:moveTo>
                  <a:cubicBezTo>
                    <a:pt x="547822" y="668886"/>
                    <a:pt x="556961" y="678025"/>
                    <a:pt x="556961" y="689299"/>
                  </a:cubicBezTo>
                  <a:cubicBezTo>
                    <a:pt x="556961" y="700573"/>
                    <a:pt x="547822" y="709712"/>
                    <a:pt x="536549" y="709712"/>
                  </a:cubicBezTo>
                  <a:cubicBezTo>
                    <a:pt x="525275" y="709712"/>
                    <a:pt x="516136" y="700573"/>
                    <a:pt x="516136" y="689299"/>
                  </a:cubicBezTo>
                  <a:cubicBezTo>
                    <a:pt x="516136" y="678025"/>
                    <a:pt x="525275" y="668886"/>
                    <a:pt x="536549" y="668886"/>
                  </a:cubicBezTo>
                  <a:close/>
                  <a:moveTo>
                    <a:pt x="487772" y="668886"/>
                  </a:moveTo>
                  <a:cubicBezTo>
                    <a:pt x="499045" y="668886"/>
                    <a:pt x="508184" y="678025"/>
                    <a:pt x="508184" y="689299"/>
                  </a:cubicBezTo>
                  <a:cubicBezTo>
                    <a:pt x="508184" y="700573"/>
                    <a:pt x="499045" y="709712"/>
                    <a:pt x="487772" y="709712"/>
                  </a:cubicBezTo>
                  <a:cubicBezTo>
                    <a:pt x="476498" y="709712"/>
                    <a:pt x="467359" y="700573"/>
                    <a:pt x="467359" y="689299"/>
                  </a:cubicBezTo>
                  <a:cubicBezTo>
                    <a:pt x="467359" y="678025"/>
                    <a:pt x="476498" y="668886"/>
                    <a:pt x="487772" y="668886"/>
                  </a:cubicBezTo>
                  <a:close/>
                  <a:moveTo>
                    <a:pt x="438994" y="668886"/>
                  </a:moveTo>
                  <a:cubicBezTo>
                    <a:pt x="450268" y="668886"/>
                    <a:pt x="459407" y="678025"/>
                    <a:pt x="459407" y="689299"/>
                  </a:cubicBezTo>
                  <a:cubicBezTo>
                    <a:pt x="459407" y="700573"/>
                    <a:pt x="450268" y="709712"/>
                    <a:pt x="438994" y="709712"/>
                  </a:cubicBezTo>
                  <a:cubicBezTo>
                    <a:pt x="427721" y="709712"/>
                    <a:pt x="418582" y="700573"/>
                    <a:pt x="418582" y="689299"/>
                  </a:cubicBezTo>
                  <a:cubicBezTo>
                    <a:pt x="418582" y="678025"/>
                    <a:pt x="427721" y="668886"/>
                    <a:pt x="438994" y="668886"/>
                  </a:cubicBezTo>
                  <a:close/>
                  <a:moveTo>
                    <a:pt x="390217" y="668886"/>
                  </a:moveTo>
                  <a:cubicBezTo>
                    <a:pt x="401491" y="668886"/>
                    <a:pt x="410630" y="678025"/>
                    <a:pt x="410630" y="689299"/>
                  </a:cubicBezTo>
                  <a:cubicBezTo>
                    <a:pt x="410630" y="700573"/>
                    <a:pt x="401491" y="709712"/>
                    <a:pt x="390217" y="709712"/>
                  </a:cubicBezTo>
                  <a:cubicBezTo>
                    <a:pt x="378944" y="709712"/>
                    <a:pt x="369805" y="700573"/>
                    <a:pt x="369805" y="689299"/>
                  </a:cubicBezTo>
                  <a:cubicBezTo>
                    <a:pt x="369805" y="678025"/>
                    <a:pt x="378944" y="668886"/>
                    <a:pt x="390217" y="668886"/>
                  </a:cubicBezTo>
                  <a:close/>
                  <a:moveTo>
                    <a:pt x="341440" y="668886"/>
                  </a:moveTo>
                  <a:cubicBezTo>
                    <a:pt x="352714" y="668886"/>
                    <a:pt x="361853" y="678025"/>
                    <a:pt x="361853" y="689299"/>
                  </a:cubicBezTo>
                  <a:cubicBezTo>
                    <a:pt x="361853" y="700573"/>
                    <a:pt x="352714" y="709712"/>
                    <a:pt x="341440" y="709712"/>
                  </a:cubicBezTo>
                  <a:cubicBezTo>
                    <a:pt x="330166" y="709712"/>
                    <a:pt x="321028" y="700573"/>
                    <a:pt x="321028" y="689299"/>
                  </a:cubicBezTo>
                  <a:cubicBezTo>
                    <a:pt x="321028" y="678025"/>
                    <a:pt x="330166" y="668886"/>
                    <a:pt x="341440" y="668886"/>
                  </a:cubicBezTo>
                  <a:close/>
                  <a:moveTo>
                    <a:pt x="292663" y="668886"/>
                  </a:moveTo>
                  <a:cubicBezTo>
                    <a:pt x="303937" y="668886"/>
                    <a:pt x="313076" y="678025"/>
                    <a:pt x="313076" y="689299"/>
                  </a:cubicBezTo>
                  <a:cubicBezTo>
                    <a:pt x="313076" y="700573"/>
                    <a:pt x="303937" y="709712"/>
                    <a:pt x="292663" y="709712"/>
                  </a:cubicBezTo>
                  <a:cubicBezTo>
                    <a:pt x="281389" y="709712"/>
                    <a:pt x="272251" y="700573"/>
                    <a:pt x="272251" y="689299"/>
                  </a:cubicBezTo>
                  <a:cubicBezTo>
                    <a:pt x="272251" y="678025"/>
                    <a:pt x="281389" y="668886"/>
                    <a:pt x="292663" y="668886"/>
                  </a:cubicBezTo>
                  <a:close/>
                  <a:moveTo>
                    <a:pt x="243886" y="668886"/>
                  </a:moveTo>
                  <a:cubicBezTo>
                    <a:pt x="255160" y="668886"/>
                    <a:pt x="264299" y="678025"/>
                    <a:pt x="264299" y="689299"/>
                  </a:cubicBezTo>
                  <a:cubicBezTo>
                    <a:pt x="264299" y="700573"/>
                    <a:pt x="255160" y="709712"/>
                    <a:pt x="243886" y="709712"/>
                  </a:cubicBezTo>
                  <a:cubicBezTo>
                    <a:pt x="232612" y="709712"/>
                    <a:pt x="223473" y="700573"/>
                    <a:pt x="223473" y="689299"/>
                  </a:cubicBezTo>
                  <a:cubicBezTo>
                    <a:pt x="223473" y="678025"/>
                    <a:pt x="232612" y="668886"/>
                    <a:pt x="243886" y="668886"/>
                  </a:cubicBezTo>
                  <a:close/>
                  <a:moveTo>
                    <a:pt x="195109" y="668886"/>
                  </a:moveTo>
                  <a:cubicBezTo>
                    <a:pt x="206383" y="668886"/>
                    <a:pt x="215522" y="678025"/>
                    <a:pt x="215522" y="689299"/>
                  </a:cubicBezTo>
                  <a:cubicBezTo>
                    <a:pt x="215522" y="700573"/>
                    <a:pt x="206383" y="709712"/>
                    <a:pt x="195109" y="709712"/>
                  </a:cubicBezTo>
                  <a:cubicBezTo>
                    <a:pt x="183835" y="709712"/>
                    <a:pt x="174696" y="700573"/>
                    <a:pt x="174696" y="689299"/>
                  </a:cubicBezTo>
                  <a:cubicBezTo>
                    <a:pt x="174696" y="678025"/>
                    <a:pt x="183835" y="668886"/>
                    <a:pt x="195109" y="668886"/>
                  </a:cubicBezTo>
                  <a:close/>
                  <a:moveTo>
                    <a:pt x="146332" y="668886"/>
                  </a:moveTo>
                  <a:cubicBezTo>
                    <a:pt x="157606" y="668886"/>
                    <a:pt x="166745" y="678025"/>
                    <a:pt x="166745" y="689299"/>
                  </a:cubicBezTo>
                  <a:cubicBezTo>
                    <a:pt x="166745" y="700573"/>
                    <a:pt x="157606" y="709712"/>
                    <a:pt x="146332" y="709712"/>
                  </a:cubicBezTo>
                  <a:cubicBezTo>
                    <a:pt x="135058" y="709712"/>
                    <a:pt x="125919" y="700573"/>
                    <a:pt x="125919" y="689299"/>
                  </a:cubicBezTo>
                  <a:cubicBezTo>
                    <a:pt x="125919" y="678025"/>
                    <a:pt x="135058" y="668886"/>
                    <a:pt x="146332" y="668886"/>
                  </a:cubicBezTo>
                  <a:close/>
                  <a:moveTo>
                    <a:pt x="97555" y="668886"/>
                  </a:moveTo>
                  <a:cubicBezTo>
                    <a:pt x="108829" y="668886"/>
                    <a:pt x="117968" y="678025"/>
                    <a:pt x="117968" y="689299"/>
                  </a:cubicBezTo>
                  <a:cubicBezTo>
                    <a:pt x="117968" y="700573"/>
                    <a:pt x="108829" y="709712"/>
                    <a:pt x="97555" y="709712"/>
                  </a:cubicBezTo>
                  <a:cubicBezTo>
                    <a:pt x="86281" y="709712"/>
                    <a:pt x="77142" y="700573"/>
                    <a:pt x="77142" y="689299"/>
                  </a:cubicBezTo>
                  <a:cubicBezTo>
                    <a:pt x="77142" y="678025"/>
                    <a:pt x="86281" y="668886"/>
                    <a:pt x="97555" y="668886"/>
                  </a:cubicBezTo>
                  <a:close/>
                  <a:moveTo>
                    <a:pt x="48778" y="668886"/>
                  </a:moveTo>
                  <a:cubicBezTo>
                    <a:pt x="60052" y="668886"/>
                    <a:pt x="69191" y="678025"/>
                    <a:pt x="69191" y="689299"/>
                  </a:cubicBezTo>
                  <a:cubicBezTo>
                    <a:pt x="69191" y="700573"/>
                    <a:pt x="60052" y="709712"/>
                    <a:pt x="48778" y="709712"/>
                  </a:cubicBezTo>
                  <a:cubicBezTo>
                    <a:pt x="37504" y="709712"/>
                    <a:pt x="28365" y="700573"/>
                    <a:pt x="28365" y="689299"/>
                  </a:cubicBezTo>
                  <a:cubicBezTo>
                    <a:pt x="28365" y="678025"/>
                    <a:pt x="37504" y="668886"/>
                    <a:pt x="48778" y="668886"/>
                  </a:cubicBezTo>
                  <a:close/>
                  <a:moveTo>
                    <a:pt x="2" y="668886"/>
                  </a:moveTo>
                  <a:cubicBezTo>
                    <a:pt x="11275" y="668886"/>
                    <a:pt x="20414" y="678025"/>
                    <a:pt x="20414" y="689299"/>
                  </a:cubicBezTo>
                  <a:cubicBezTo>
                    <a:pt x="20414" y="700573"/>
                    <a:pt x="11275" y="709712"/>
                    <a:pt x="2" y="709712"/>
                  </a:cubicBezTo>
                  <a:lnTo>
                    <a:pt x="0" y="709711"/>
                  </a:lnTo>
                  <a:lnTo>
                    <a:pt x="0" y="668887"/>
                  </a:lnTo>
                  <a:close/>
                  <a:moveTo>
                    <a:pt x="780434" y="614800"/>
                  </a:moveTo>
                  <a:cubicBezTo>
                    <a:pt x="786071" y="614800"/>
                    <a:pt x="791174" y="617085"/>
                    <a:pt x="794868" y="620779"/>
                  </a:cubicBezTo>
                  <a:lnTo>
                    <a:pt x="796523" y="624774"/>
                  </a:lnTo>
                  <a:lnTo>
                    <a:pt x="780248" y="646539"/>
                  </a:lnTo>
                  <a:lnTo>
                    <a:pt x="773298" y="654185"/>
                  </a:lnTo>
                  <a:lnTo>
                    <a:pt x="772488" y="654021"/>
                  </a:lnTo>
                  <a:cubicBezTo>
                    <a:pt x="765162" y="650923"/>
                    <a:pt x="760021" y="643668"/>
                    <a:pt x="760021" y="635213"/>
                  </a:cubicBezTo>
                  <a:cubicBezTo>
                    <a:pt x="760021" y="623939"/>
                    <a:pt x="769160" y="614800"/>
                    <a:pt x="780434" y="614800"/>
                  </a:cubicBezTo>
                  <a:close/>
                  <a:moveTo>
                    <a:pt x="731657" y="614800"/>
                  </a:moveTo>
                  <a:cubicBezTo>
                    <a:pt x="742931" y="614800"/>
                    <a:pt x="752070" y="623939"/>
                    <a:pt x="752070" y="635213"/>
                  </a:cubicBezTo>
                  <a:cubicBezTo>
                    <a:pt x="752070" y="646487"/>
                    <a:pt x="742931" y="655626"/>
                    <a:pt x="731657" y="655626"/>
                  </a:cubicBezTo>
                  <a:cubicBezTo>
                    <a:pt x="720383" y="655626"/>
                    <a:pt x="711244" y="646487"/>
                    <a:pt x="711244" y="635213"/>
                  </a:cubicBezTo>
                  <a:cubicBezTo>
                    <a:pt x="711244" y="623939"/>
                    <a:pt x="720383" y="614800"/>
                    <a:pt x="731657" y="614800"/>
                  </a:cubicBezTo>
                  <a:close/>
                  <a:moveTo>
                    <a:pt x="682880" y="614800"/>
                  </a:moveTo>
                  <a:cubicBezTo>
                    <a:pt x="694153" y="614800"/>
                    <a:pt x="703293" y="623939"/>
                    <a:pt x="703293" y="635213"/>
                  </a:cubicBezTo>
                  <a:cubicBezTo>
                    <a:pt x="703293" y="646487"/>
                    <a:pt x="694153" y="655626"/>
                    <a:pt x="682880" y="655626"/>
                  </a:cubicBezTo>
                  <a:cubicBezTo>
                    <a:pt x="671606" y="655626"/>
                    <a:pt x="662467" y="646487"/>
                    <a:pt x="662467" y="635213"/>
                  </a:cubicBezTo>
                  <a:cubicBezTo>
                    <a:pt x="662467" y="623939"/>
                    <a:pt x="671606" y="614800"/>
                    <a:pt x="682880" y="614800"/>
                  </a:cubicBezTo>
                  <a:close/>
                  <a:moveTo>
                    <a:pt x="634103" y="614800"/>
                  </a:moveTo>
                  <a:cubicBezTo>
                    <a:pt x="645377" y="614800"/>
                    <a:pt x="654516" y="623939"/>
                    <a:pt x="654516" y="635213"/>
                  </a:cubicBezTo>
                  <a:cubicBezTo>
                    <a:pt x="654516" y="646487"/>
                    <a:pt x="645377" y="655626"/>
                    <a:pt x="634103" y="655626"/>
                  </a:cubicBezTo>
                  <a:cubicBezTo>
                    <a:pt x="622829" y="655626"/>
                    <a:pt x="613690" y="646487"/>
                    <a:pt x="613690" y="635213"/>
                  </a:cubicBezTo>
                  <a:cubicBezTo>
                    <a:pt x="613690" y="623939"/>
                    <a:pt x="622829" y="614800"/>
                    <a:pt x="634103" y="614800"/>
                  </a:cubicBezTo>
                  <a:close/>
                  <a:moveTo>
                    <a:pt x="585326" y="614800"/>
                  </a:moveTo>
                  <a:cubicBezTo>
                    <a:pt x="596599" y="614800"/>
                    <a:pt x="605738" y="623939"/>
                    <a:pt x="605738" y="635213"/>
                  </a:cubicBezTo>
                  <a:cubicBezTo>
                    <a:pt x="605738" y="646487"/>
                    <a:pt x="596599" y="655626"/>
                    <a:pt x="585326" y="655626"/>
                  </a:cubicBezTo>
                  <a:cubicBezTo>
                    <a:pt x="574052" y="655626"/>
                    <a:pt x="564913" y="646487"/>
                    <a:pt x="564913" y="635213"/>
                  </a:cubicBezTo>
                  <a:cubicBezTo>
                    <a:pt x="564913" y="623939"/>
                    <a:pt x="574052" y="614800"/>
                    <a:pt x="585326" y="614800"/>
                  </a:cubicBezTo>
                  <a:close/>
                  <a:moveTo>
                    <a:pt x="536549" y="614800"/>
                  </a:moveTo>
                  <a:cubicBezTo>
                    <a:pt x="547822" y="614800"/>
                    <a:pt x="556961" y="623939"/>
                    <a:pt x="556961" y="635213"/>
                  </a:cubicBezTo>
                  <a:cubicBezTo>
                    <a:pt x="556961" y="646487"/>
                    <a:pt x="547822" y="655626"/>
                    <a:pt x="536549" y="655626"/>
                  </a:cubicBezTo>
                  <a:cubicBezTo>
                    <a:pt x="525275" y="655626"/>
                    <a:pt x="516136" y="646487"/>
                    <a:pt x="516136" y="635213"/>
                  </a:cubicBezTo>
                  <a:cubicBezTo>
                    <a:pt x="516136" y="623939"/>
                    <a:pt x="525275" y="614800"/>
                    <a:pt x="536549" y="614800"/>
                  </a:cubicBezTo>
                  <a:close/>
                  <a:moveTo>
                    <a:pt x="487772" y="614800"/>
                  </a:moveTo>
                  <a:cubicBezTo>
                    <a:pt x="499045" y="614800"/>
                    <a:pt x="508184" y="623939"/>
                    <a:pt x="508184" y="635213"/>
                  </a:cubicBezTo>
                  <a:cubicBezTo>
                    <a:pt x="508184" y="646487"/>
                    <a:pt x="499045" y="655626"/>
                    <a:pt x="487772" y="655626"/>
                  </a:cubicBezTo>
                  <a:cubicBezTo>
                    <a:pt x="476498" y="655626"/>
                    <a:pt x="467359" y="646487"/>
                    <a:pt x="467359" y="635213"/>
                  </a:cubicBezTo>
                  <a:cubicBezTo>
                    <a:pt x="467359" y="623939"/>
                    <a:pt x="476498" y="614800"/>
                    <a:pt x="487772" y="614800"/>
                  </a:cubicBezTo>
                  <a:close/>
                  <a:moveTo>
                    <a:pt x="438994" y="614800"/>
                  </a:moveTo>
                  <a:cubicBezTo>
                    <a:pt x="450268" y="614800"/>
                    <a:pt x="459407" y="623939"/>
                    <a:pt x="459407" y="635213"/>
                  </a:cubicBezTo>
                  <a:cubicBezTo>
                    <a:pt x="459407" y="646487"/>
                    <a:pt x="450268" y="655626"/>
                    <a:pt x="438994" y="655626"/>
                  </a:cubicBezTo>
                  <a:cubicBezTo>
                    <a:pt x="427721" y="655626"/>
                    <a:pt x="418582" y="646487"/>
                    <a:pt x="418582" y="635213"/>
                  </a:cubicBezTo>
                  <a:cubicBezTo>
                    <a:pt x="418582" y="623939"/>
                    <a:pt x="427721" y="614800"/>
                    <a:pt x="438994" y="614800"/>
                  </a:cubicBezTo>
                  <a:close/>
                  <a:moveTo>
                    <a:pt x="390217" y="614800"/>
                  </a:moveTo>
                  <a:cubicBezTo>
                    <a:pt x="401491" y="614800"/>
                    <a:pt x="410630" y="623939"/>
                    <a:pt x="410630" y="635213"/>
                  </a:cubicBezTo>
                  <a:cubicBezTo>
                    <a:pt x="410630" y="646487"/>
                    <a:pt x="401491" y="655626"/>
                    <a:pt x="390217" y="655626"/>
                  </a:cubicBezTo>
                  <a:cubicBezTo>
                    <a:pt x="378944" y="655626"/>
                    <a:pt x="369805" y="646487"/>
                    <a:pt x="369805" y="635213"/>
                  </a:cubicBezTo>
                  <a:cubicBezTo>
                    <a:pt x="369805" y="623939"/>
                    <a:pt x="378944" y="614800"/>
                    <a:pt x="390217" y="614800"/>
                  </a:cubicBezTo>
                  <a:close/>
                  <a:moveTo>
                    <a:pt x="341440" y="614800"/>
                  </a:moveTo>
                  <a:cubicBezTo>
                    <a:pt x="352714" y="614800"/>
                    <a:pt x="361853" y="623939"/>
                    <a:pt x="361853" y="635213"/>
                  </a:cubicBezTo>
                  <a:cubicBezTo>
                    <a:pt x="361853" y="646487"/>
                    <a:pt x="352714" y="655626"/>
                    <a:pt x="341440" y="655626"/>
                  </a:cubicBezTo>
                  <a:cubicBezTo>
                    <a:pt x="330166" y="655626"/>
                    <a:pt x="321028" y="646487"/>
                    <a:pt x="321028" y="635213"/>
                  </a:cubicBezTo>
                  <a:cubicBezTo>
                    <a:pt x="321028" y="623939"/>
                    <a:pt x="330166" y="614800"/>
                    <a:pt x="341440" y="614800"/>
                  </a:cubicBezTo>
                  <a:close/>
                  <a:moveTo>
                    <a:pt x="292663" y="614800"/>
                  </a:moveTo>
                  <a:cubicBezTo>
                    <a:pt x="303937" y="614800"/>
                    <a:pt x="313076" y="623939"/>
                    <a:pt x="313076" y="635213"/>
                  </a:cubicBezTo>
                  <a:cubicBezTo>
                    <a:pt x="313076" y="646487"/>
                    <a:pt x="303937" y="655626"/>
                    <a:pt x="292663" y="655626"/>
                  </a:cubicBezTo>
                  <a:cubicBezTo>
                    <a:pt x="281389" y="655626"/>
                    <a:pt x="272251" y="646487"/>
                    <a:pt x="272251" y="635213"/>
                  </a:cubicBezTo>
                  <a:cubicBezTo>
                    <a:pt x="272251" y="623939"/>
                    <a:pt x="281389" y="614800"/>
                    <a:pt x="292663" y="614800"/>
                  </a:cubicBezTo>
                  <a:close/>
                  <a:moveTo>
                    <a:pt x="243886" y="614800"/>
                  </a:moveTo>
                  <a:cubicBezTo>
                    <a:pt x="255160" y="614800"/>
                    <a:pt x="264299" y="623939"/>
                    <a:pt x="264299" y="635213"/>
                  </a:cubicBezTo>
                  <a:cubicBezTo>
                    <a:pt x="264299" y="646487"/>
                    <a:pt x="255160" y="655626"/>
                    <a:pt x="243886" y="655626"/>
                  </a:cubicBezTo>
                  <a:cubicBezTo>
                    <a:pt x="232612" y="655626"/>
                    <a:pt x="223473" y="646487"/>
                    <a:pt x="223473" y="635213"/>
                  </a:cubicBezTo>
                  <a:cubicBezTo>
                    <a:pt x="223473" y="623939"/>
                    <a:pt x="232612" y="614800"/>
                    <a:pt x="243886" y="614800"/>
                  </a:cubicBezTo>
                  <a:close/>
                  <a:moveTo>
                    <a:pt x="195109" y="614800"/>
                  </a:moveTo>
                  <a:cubicBezTo>
                    <a:pt x="206383" y="614800"/>
                    <a:pt x="215522" y="623939"/>
                    <a:pt x="215522" y="635213"/>
                  </a:cubicBezTo>
                  <a:cubicBezTo>
                    <a:pt x="215522" y="646487"/>
                    <a:pt x="206383" y="655626"/>
                    <a:pt x="195109" y="655626"/>
                  </a:cubicBezTo>
                  <a:cubicBezTo>
                    <a:pt x="183835" y="655626"/>
                    <a:pt x="174696" y="646487"/>
                    <a:pt x="174696" y="635213"/>
                  </a:cubicBezTo>
                  <a:cubicBezTo>
                    <a:pt x="174696" y="623939"/>
                    <a:pt x="183835" y="614800"/>
                    <a:pt x="195109" y="614800"/>
                  </a:cubicBezTo>
                  <a:close/>
                  <a:moveTo>
                    <a:pt x="146332" y="614800"/>
                  </a:moveTo>
                  <a:cubicBezTo>
                    <a:pt x="157606" y="614800"/>
                    <a:pt x="166745" y="623939"/>
                    <a:pt x="166745" y="635213"/>
                  </a:cubicBezTo>
                  <a:cubicBezTo>
                    <a:pt x="166745" y="646487"/>
                    <a:pt x="157606" y="655626"/>
                    <a:pt x="146332" y="655626"/>
                  </a:cubicBezTo>
                  <a:cubicBezTo>
                    <a:pt x="135058" y="655626"/>
                    <a:pt x="125919" y="646487"/>
                    <a:pt x="125919" y="635213"/>
                  </a:cubicBezTo>
                  <a:cubicBezTo>
                    <a:pt x="125919" y="623939"/>
                    <a:pt x="135058" y="614800"/>
                    <a:pt x="146332" y="614800"/>
                  </a:cubicBezTo>
                  <a:close/>
                  <a:moveTo>
                    <a:pt x="97555" y="614800"/>
                  </a:moveTo>
                  <a:cubicBezTo>
                    <a:pt x="108829" y="614800"/>
                    <a:pt x="117968" y="623939"/>
                    <a:pt x="117968" y="635213"/>
                  </a:cubicBezTo>
                  <a:cubicBezTo>
                    <a:pt x="117968" y="646487"/>
                    <a:pt x="108829" y="655626"/>
                    <a:pt x="97555" y="655626"/>
                  </a:cubicBezTo>
                  <a:cubicBezTo>
                    <a:pt x="86281" y="655626"/>
                    <a:pt x="77142" y="646487"/>
                    <a:pt x="77142" y="635213"/>
                  </a:cubicBezTo>
                  <a:cubicBezTo>
                    <a:pt x="77142" y="623939"/>
                    <a:pt x="86281" y="614800"/>
                    <a:pt x="97555" y="614800"/>
                  </a:cubicBezTo>
                  <a:close/>
                  <a:moveTo>
                    <a:pt x="48778" y="614800"/>
                  </a:moveTo>
                  <a:cubicBezTo>
                    <a:pt x="60052" y="614800"/>
                    <a:pt x="69191" y="623939"/>
                    <a:pt x="69191" y="635213"/>
                  </a:cubicBezTo>
                  <a:cubicBezTo>
                    <a:pt x="69191" y="646487"/>
                    <a:pt x="60052" y="655626"/>
                    <a:pt x="48778" y="655626"/>
                  </a:cubicBezTo>
                  <a:cubicBezTo>
                    <a:pt x="37504" y="655626"/>
                    <a:pt x="28365" y="646487"/>
                    <a:pt x="28365" y="635213"/>
                  </a:cubicBezTo>
                  <a:cubicBezTo>
                    <a:pt x="28365" y="623939"/>
                    <a:pt x="37504" y="614800"/>
                    <a:pt x="48778" y="614800"/>
                  </a:cubicBezTo>
                  <a:close/>
                  <a:moveTo>
                    <a:pt x="2" y="614800"/>
                  </a:moveTo>
                  <a:cubicBezTo>
                    <a:pt x="11275" y="614800"/>
                    <a:pt x="20414" y="623939"/>
                    <a:pt x="20414" y="635213"/>
                  </a:cubicBezTo>
                  <a:cubicBezTo>
                    <a:pt x="20414" y="646487"/>
                    <a:pt x="11275" y="655626"/>
                    <a:pt x="2" y="655626"/>
                  </a:cubicBezTo>
                  <a:lnTo>
                    <a:pt x="0" y="655625"/>
                  </a:lnTo>
                  <a:lnTo>
                    <a:pt x="0" y="614801"/>
                  </a:lnTo>
                  <a:close/>
                  <a:moveTo>
                    <a:pt x="829211" y="560714"/>
                  </a:moveTo>
                  <a:cubicBezTo>
                    <a:pt x="832029" y="560714"/>
                    <a:pt x="834714" y="561285"/>
                    <a:pt x="837157" y="562318"/>
                  </a:cubicBezTo>
                  <a:lnTo>
                    <a:pt x="840828" y="564793"/>
                  </a:lnTo>
                  <a:lnTo>
                    <a:pt x="838456" y="568698"/>
                  </a:lnTo>
                  <a:lnTo>
                    <a:pt x="817164" y="597170"/>
                  </a:lnTo>
                  <a:lnTo>
                    <a:pt x="814777" y="595561"/>
                  </a:lnTo>
                  <a:cubicBezTo>
                    <a:pt x="811083" y="591867"/>
                    <a:pt x="808798" y="586764"/>
                    <a:pt x="808798" y="581127"/>
                  </a:cubicBezTo>
                  <a:cubicBezTo>
                    <a:pt x="808798" y="569853"/>
                    <a:pt x="817937" y="560714"/>
                    <a:pt x="829211" y="560714"/>
                  </a:cubicBezTo>
                  <a:close/>
                  <a:moveTo>
                    <a:pt x="780434" y="560714"/>
                  </a:moveTo>
                  <a:cubicBezTo>
                    <a:pt x="791708" y="560714"/>
                    <a:pt x="800847" y="569853"/>
                    <a:pt x="800847" y="581127"/>
                  </a:cubicBezTo>
                  <a:cubicBezTo>
                    <a:pt x="800847" y="592400"/>
                    <a:pt x="791708" y="601539"/>
                    <a:pt x="780434" y="601539"/>
                  </a:cubicBezTo>
                  <a:cubicBezTo>
                    <a:pt x="769160" y="601539"/>
                    <a:pt x="760021" y="592400"/>
                    <a:pt x="760021" y="581127"/>
                  </a:cubicBezTo>
                  <a:cubicBezTo>
                    <a:pt x="760021" y="569853"/>
                    <a:pt x="769160" y="560714"/>
                    <a:pt x="780434" y="560714"/>
                  </a:cubicBezTo>
                  <a:close/>
                  <a:moveTo>
                    <a:pt x="731657" y="560714"/>
                  </a:moveTo>
                  <a:cubicBezTo>
                    <a:pt x="742931" y="560714"/>
                    <a:pt x="752070" y="569853"/>
                    <a:pt x="752070" y="581127"/>
                  </a:cubicBezTo>
                  <a:cubicBezTo>
                    <a:pt x="752070" y="592400"/>
                    <a:pt x="742931" y="601539"/>
                    <a:pt x="731657" y="601539"/>
                  </a:cubicBezTo>
                  <a:cubicBezTo>
                    <a:pt x="720383" y="601539"/>
                    <a:pt x="711244" y="592400"/>
                    <a:pt x="711244" y="581127"/>
                  </a:cubicBezTo>
                  <a:cubicBezTo>
                    <a:pt x="711244" y="569853"/>
                    <a:pt x="720383" y="560714"/>
                    <a:pt x="731657" y="560714"/>
                  </a:cubicBezTo>
                  <a:close/>
                  <a:moveTo>
                    <a:pt x="682880" y="560714"/>
                  </a:moveTo>
                  <a:cubicBezTo>
                    <a:pt x="694153" y="560714"/>
                    <a:pt x="703293" y="569853"/>
                    <a:pt x="703293" y="581127"/>
                  </a:cubicBezTo>
                  <a:cubicBezTo>
                    <a:pt x="703293" y="592400"/>
                    <a:pt x="694153" y="601539"/>
                    <a:pt x="682880" y="601539"/>
                  </a:cubicBezTo>
                  <a:cubicBezTo>
                    <a:pt x="671606" y="601539"/>
                    <a:pt x="662467" y="592400"/>
                    <a:pt x="662467" y="581127"/>
                  </a:cubicBezTo>
                  <a:cubicBezTo>
                    <a:pt x="662467" y="569853"/>
                    <a:pt x="671606" y="560714"/>
                    <a:pt x="682880" y="560714"/>
                  </a:cubicBezTo>
                  <a:close/>
                  <a:moveTo>
                    <a:pt x="634103" y="560714"/>
                  </a:moveTo>
                  <a:cubicBezTo>
                    <a:pt x="645377" y="560714"/>
                    <a:pt x="654516" y="569853"/>
                    <a:pt x="654516" y="581127"/>
                  </a:cubicBezTo>
                  <a:cubicBezTo>
                    <a:pt x="654516" y="592400"/>
                    <a:pt x="645377" y="601539"/>
                    <a:pt x="634103" y="601539"/>
                  </a:cubicBezTo>
                  <a:cubicBezTo>
                    <a:pt x="622829" y="601539"/>
                    <a:pt x="613690" y="592400"/>
                    <a:pt x="613690" y="581127"/>
                  </a:cubicBezTo>
                  <a:cubicBezTo>
                    <a:pt x="613690" y="569853"/>
                    <a:pt x="622829" y="560714"/>
                    <a:pt x="634103" y="560714"/>
                  </a:cubicBezTo>
                  <a:close/>
                  <a:moveTo>
                    <a:pt x="585326" y="560714"/>
                  </a:moveTo>
                  <a:cubicBezTo>
                    <a:pt x="596599" y="560714"/>
                    <a:pt x="605738" y="569853"/>
                    <a:pt x="605738" y="581127"/>
                  </a:cubicBezTo>
                  <a:cubicBezTo>
                    <a:pt x="605738" y="592400"/>
                    <a:pt x="596599" y="601539"/>
                    <a:pt x="585326" y="601539"/>
                  </a:cubicBezTo>
                  <a:cubicBezTo>
                    <a:pt x="574052" y="601539"/>
                    <a:pt x="564913" y="592400"/>
                    <a:pt x="564913" y="581127"/>
                  </a:cubicBezTo>
                  <a:cubicBezTo>
                    <a:pt x="564913" y="569853"/>
                    <a:pt x="574052" y="560714"/>
                    <a:pt x="585326" y="560714"/>
                  </a:cubicBezTo>
                  <a:close/>
                  <a:moveTo>
                    <a:pt x="536549" y="560714"/>
                  </a:moveTo>
                  <a:cubicBezTo>
                    <a:pt x="547822" y="560714"/>
                    <a:pt x="556961" y="569853"/>
                    <a:pt x="556961" y="581127"/>
                  </a:cubicBezTo>
                  <a:cubicBezTo>
                    <a:pt x="556961" y="592400"/>
                    <a:pt x="547822" y="601539"/>
                    <a:pt x="536549" y="601539"/>
                  </a:cubicBezTo>
                  <a:cubicBezTo>
                    <a:pt x="525275" y="601539"/>
                    <a:pt x="516136" y="592400"/>
                    <a:pt x="516136" y="581127"/>
                  </a:cubicBezTo>
                  <a:cubicBezTo>
                    <a:pt x="516136" y="569853"/>
                    <a:pt x="525275" y="560714"/>
                    <a:pt x="536549" y="560714"/>
                  </a:cubicBezTo>
                  <a:close/>
                  <a:moveTo>
                    <a:pt x="487772" y="560714"/>
                  </a:moveTo>
                  <a:cubicBezTo>
                    <a:pt x="499045" y="560714"/>
                    <a:pt x="508184" y="569853"/>
                    <a:pt x="508184" y="581127"/>
                  </a:cubicBezTo>
                  <a:cubicBezTo>
                    <a:pt x="508184" y="592400"/>
                    <a:pt x="499045" y="601539"/>
                    <a:pt x="487772" y="601539"/>
                  </a:cubicBezTo>
                  <a:cubicBezTo>
                    <a:pt x="476498" y="601539"/>
                    <a:pt x="467359" y="592400"/>
                    <a:pt x="467359" y="581127"/>
                  </a:cubicBezTo>
                  <a:cubicBezTo>
                    <a:pt x="467359" y="569853"/>
                    <a:pt x="476498" y="560714"/>
                    <a:pt x="487772" y="560714"/>
                  </a:cubicBezTo>
                  <a:close/>
                  <a:moveTo>
                    <a:pt x="438994" y="560714"/>
                  </a:moveTo>
                  <a:cubicBezTo>
                    <a:pt x="450268" y="560714"/>
                    <a:pt x="459407" y="569853"/>
                    <a:pt x="459407" y="581127"/>
                  </a:cubicBezTo>
                  <a:cubicBezTo>
                    <a:pt x="459407" y="592400"/>
                    <a:pt x="450268" y="601539"/>
                    <a:pt x="438994" y="601539"/>
                  </a:cubicBezTo>
                  <a:cubicBezTo>
                    <a:pt x="427721" y="601539"/>
                    <a:pt x="418582" y="592400"/>
                    <a:pt x="418582" y="581127"/>
                  </a:cubicBezTo>
                  <a:cubicBezTo>
                    <a:pt x="418582" y="569853"/>
                    <a:pt x="427721" y="560714"/>
                    <a:pt x="438994" y="560714"/>
                  </a:cubicBezTo>
                  <a:close/>
                  <a:moveTo>
                    <a:pt x="390217" y="560714"/>
                  </a:moveTo>
                  <a:cubicBezTo>
                    <a:pt x="401491" y="560714"/>
                    <a:pt x="410630" y="569853"/>
                    <a:pt x="410630" y="581127"/>
                  </a:cubicBezTo>
                  <a:cubicBezTo>
                    <a:pt x="410630" y="592400"/>
                    <a:pt x="401491" y="601539"/>
                    <a:pt x="390217" y="601539"/>
                  </a:cubicBezTo>
                  <a:cubicBezTo>
                    <a:pt x="378944" y="601539"/>
                    <a:pt x="369805" y="592400"/>
                    <a:pt x="369805" y="581127"/>
                  </a:cubicBezTo>
                  <a:cubicBezTo>
                    <a:pt x="369805" y="569853"/>
                    <a:pt x="378944" y="560714"/>
                    <a:pt x="390217" y="560714"/>
                  </a:cubicBezTo>
                  <a:close/>
                  <a:moveTo>
                    <a:pt x="341440" y="560714"/>
                  </a:moveTo>
                  <a:cubicBezTo>
                    <a:pt x="352714" y="560714"/>
                    <a:pt x="361853" y="569853"/>
                    <a:pt x="361853" y="581127"/>
                  </a:cubicBezTo>
                  <a:cubicBezTo>
                    <a:pt x="361853" y="592400"/>
                    <a:pt x="352714" y="601539"/>
                    <a:pt x="341440" y="601539"/>
                  </a:cubicBezTo>
                  <a:cubicBezTo>
                    <a:pt x="330166" y="601539"/>
                    <a:pt x="321028" y="592400"/>
                    <a:pt x="321028" y="581127"/>
                  </a:cubicBezTo>
                  <a:cubicBezTo>
                    <a:pt x="321028" y="569853"/>
                    <a:pt x="330166" y="560714"/>
                    <a:pt x="341440" y="560714"/>
                  </a:cubicBezTo>
                  <a:close/>
                  <a:moveTo>
                    <a:pt x="292663" y="560714"/>
                  </a:moveTo>
                  <a:cubicBezTo>
                    <a:pt x="303937" y="560714"/>
                    <a:pt x="313076" y="569853"/>
                    <a:pt x="313076" y="581127"/>
                  </a:cubicBezTo>
                  <a:cubicBezTo>
                    <a:pt x="313076" y="592400"/>
                    <a:pt x="303937" y="601539"/>
                    <a:pt x="292663" y="601539"/>
                  </a:cubicBezTo>
                  <a:cubicBezTo>
                    <a:pt x="281389" y="601539"/>
                    <a:pt x="272251" y="592400"/>
                    <a:pt x="272251" y="581127"/>
                  </a:cubicBezTo>
                  <a:cubicBezTo>
                    <a:pt x="272251" y="569853"/>
                    <a:pt x="281389" y="560714"/>
                    <a:pt x="292663" y="560714"/>
                  </a:cubicBezTo>
                  <a:close/>
                  <a:moveTo>
                    <a:pt x="243886" y="560714"/>
                  </a:moveTo>
                  <a:cubicBezTo>
                    <a:pt x="255160" y="560714"/>
                    <a:pt x="264299" y="569853"/>
                    <a:pt x="264299" y="581127"/>
                  </a:cubicBezTo>
                  <a:cubicBezTo>
                    <a:pt x="264299" y="592400"/>
                    <a:pt x="255160" y="601539"/>
                    <a:pt x="243886" y="601539"/>
                  </a:cubicBezTo>
                  <a:cubicBezTo>
                    <a:pt x="232612" y="601539"/>
                    <a:pt x="223473" y="592400"/>
                    <a:pt x="223473" y="581127"/>
                  </a:cubicBezTo>
                  <a:cubicBezTo>
                    <a:pt x="223473" y="569853"/>
                    <a:pt x="232612" y="560714"/>
                    <a:pt x="243886" y="560714"/>
                  </a:cubicBezTo>
                  <a:close/>
                  <a:moveTo>
                    <a:pt x="195109" y="560714"/>
                  </a:moveTo>
                  <a:cubicBezTo>
                    <a:pt x="206383" y="560714"/>
                    <a:pt x="215522" y="569853"/>
                    <a:pt x="215522" y="581127"/>
                  </a:cubicBezTo>
                  <a:cubicBezTo>
                    <a:pt x="215522" y="592400"/>
                    <a:pt x="206383" y="601539"/>
                    <a:pt x="195109" y="601539"/>
                  </a:cubicBezTo>
                  <a:cubicBezTo>
                    <a:pt x="183835" y="601539"/>
                    <a:pt x="174696" y="592400"/>
                    <a:pt x="174696" y="581127"/>
                  </a:cubicBezTo>
                  <a:cubicBezTo>
                    <a:pt x="174696" y="569853"/>
                    <a:pt x="183835" y="560714"/>
                    <a:pt x="195109" y="560714"/>
                  </a:cubicBezTo>
                  <a:close/>
                  <a:moveTo>
                    <a:pt x="146332" y="560714"/>
                  </a:moveTo>
                  <a:cubicBezTo>
                    <a:pt x="157606" y="560714"/>
                    <a:pt x="166745" y="569853"/>
                    <a:pt x="166745" y="581127"/>
                  </a:cubicBezTo>
                  <a:cubicBezTo>
                    <a:pt x="166745" y="592400"/>
                    <a:pt x="157606" y="601539"/>
                    <a:pt x="146332" y="601539"/>
                  </a:cubicBezTo>
                  <a:cubicBezTo>
                    <a:pt x="135058" y="601539"/>
                    <a:pt x="125919" y="592400"/>
                    <a:pt x="125919" y="581127"/>
                  </a:cubicBezTo>
                  <a:cubicBezTo>
                    <a:pt x="125919" y="569853"/>
                    <a:pt x="135058" y="560714"/>
                    <a:pt x="146332" y="560714"/>
                  </a:cubicBezTo>
                  <a:close/>
                  <a:moveTo>
                    <a:pt x="97555" y="560714"/>
                  </a:moveTo>
                  <a:cubicBezTo>
                    <a:pt x="108829" y="560714"/>
                    <a:pt x="117968" y="569853"/>
                    <a:pt x="117968" y="581127"/>
                  </a:cubicBezTo>
                  <a:cubicBezTo>
                    <a:pt x="117968" y="592400"/>
                    <a:pt x="108829" y="601539"/>
                    <a:pt x="97555" y="601539"/>
                  </a:cubicBezTo>
                  <a:cubicBezTo>
                    <a:pt x="86281" y="601539"/>
                    <a:pt x="77142" y="592400"/>
                    <a:pt x="77142" y="581127"/>
                  </a:cubicBezTo>
                  <a:cubicBezTo>
                    <a:pt x="77142" y="569853"/>
                    <a:pt x="86281" y="560714"/>
                    <a:pt x="97555" y="560714"/>
                  </a:cubicBezTo>
                  <a:close/>
                  <a:moveTo>
                    <a:pt x="48778" y="560714"/>
                  </a:moveTo>
                  <a:cubicBezTo>
                    <a:pt x="60052" y="560714"/>
                    <a:pt x="69191" y="569853"/>
                    <a:pt x="69191" y="581127"/>
                  </a:cubicBezTo>
                  <a:cubicBezTo>
                    <a:pt x="69191" y="592400"/>
                    <a:pt x="60052" y="601539"/>
                    <a:pt x="48778" y="601539"/>
                  </a:cubicBezTo>
                  <a:cubicBezTo>
                    <a:pt x="37504" y="601539"/>
                    <a:pt x="28365" y="592400"/>
                    <a:pt x="28365" y="581127"/>
                  </a:cubicBezTo>
                  <a:cubicBezTo>
                    <a:pt x="28365" y="569853"/>
                    <a:pt x="37504" y="560714"/>
                    <a:pt x="48778" y="560714"/>
                  </a:cubicBezTo>
                  <a:close/>
                  <a:moveTo>
                    <a:pt x="2" y="560714"/>
                  </a:moveTo>
                  <a:cubicBezTo>
                    <a:pt x="11275" y="560714"/>
                    <a:pt x="20414" y="569853"/>
                    <a:pt x="20414" y="581127"/>
                  </a:cubicBezTo>
                  <a:cubicBezTo>
                    <a:pt x="20414" y="592400"/>
                    <a:pt x="11275" y="601539"/>
                    <a:pt x="2" y="601539"/>
                  </a:cubicBezTo>
                  <a:lnTo>
                    <a:pt x="0" y="601538"/>
                  </a:lnTo>
                  <a:lnTo>
                    <a:pt x="0" y="560715"/>
                  </a:lnTo>
                  <a:close/>
                  <a:moveTo>
                    <a:pt x="875909" y="507047"/>
                  </a:moveTo>
                  <a:lnTo>
                    <a:pt x="860084" y="533097"/>
                  </a:lnTo>
                  <a:lnTo>
                    <a:pt x="857575" y="527040"/>
                  </a:lnTo>
                  <a:cubicBezTo>
                    <a:pt x="857575" y="518585"/>
                    <a:pt x="862716" y="511331"/>
                    <a:pt x="870042" y="508232"/>
                  </a:cubicBezTo>
                  <a:close/>
                  <a:moveTo>
                    <a:pt x="829211" y="506628"/>
                  </a:moveTo>
                  <a:cubicBezTo>
                    <a:pt x="840485" y="506628"/>
                    <a:pt x="849624" y="515767"/>
                    <a:pt x="849624" y="527040"/>
                  </a:cubicBezTo>
                  <a:cubicBezTo>
                    <a:pt x="849624" y="538314"/>
                    <a:pt x="840485" y="547453"/>
                    <a:pt x="829211" y="547453"/>
                  </a:cubicBezTo>
                  <a:cubicBezTo>
                    <a:pt x="817937" y="547453"/>
                    <a:pt x="808798" y="538314"/>
                    <a:pt x="808798" y="527040"/>
                  </a:cubicBezTo>
                  <a:cubicBezTo>
                    <a:pt x="808798" y="515767"/>
                    <a:pt x="817937" y="506628"/>
                    <a:pt x="829211" y="506628"/>
                  </a:cubicBezTo>
                  <a:close/>
                  <a:moveTo>
                    <a:pt x="780434" y="506628"/>
                  </a:moveTo>
                  <a:cubicBezTo>
                    <a:pt x="791708" y="506628"/>
                    <a:pt x="800847" y="515767"/>
                    <a:pt x="800847" y="527040"/>
                  </a:cubicBezTo>
                  <a:cubicBezTo>
                    <a:pt x="800847" y="538314"/>
                    <a:pt x="791708" y="547453"/>
                    <a:pt x="780434" y="547453"/>
                  </a:cubicBezTo>
                  <a:cubicBezTo>
                    <a:pt x="769160" y="547453"/>
                    <a:pt x="760021" y="538314"/>
                    <a:pt x="760021" y="527040"/>
                  </a:cubicBezTo>
                  <a:cubicBezTo>
                    <a:pt x="760021" y="515767"/>
                    <a:pt x="769160" y="506628"/>
                    <a:pt x="780434" y="506628"/>
                  </a:cubicBezTo>
                  <a:close/>
                  <a:moveTo>
                    <a:pt x="731657" y="506628"/>
                  </a:moveTo>
                  <a:cubicBezTo>
                    <a:pt x="742931" y="506628"/>
                    <a:pt x="752070" y="515767"/>
                    <a:pt x="752070" y="527040"/>
                  </a:cubicBezTo>
                  <a:cubicBezTo>
                    <a:pt x="752070" y="538314"/>
                    <a:pt x="742931" y="547453"/>
                    <a:pt x="731657" y="547453"/>
                  </a:cubicBezTo>
                  <a:cubicBezTo>
                    <a:pt x="720383" y="547453"/>
                    <a:pt x="711244" y="538314"/>
                    <a:pt x="711244" y="527040"/>
                  </a:cubicBezTo>
                  <a:cubicBezTo>
                    <a:pt x="711244" y="515767"/>
                    <a:pt x="720383" y="506628"/>
                    <a:pt x="731657" y="506628"/>
                  </a:cubicBezTo>
                  <a:close/>
                  <a:moveTo>
                    <a:pt x="682880" y="506628"/>
                  </a:moveTo>
                  <a:cubicBezTo>
                    <a:pt x="694153" y="506628"/>
                    <a:pt x="703293" y="515767"/>
                    <a:pt x="703293" y="527040"/>
                  </a:cubicBezTo>
                  <a:cubicBezTo>
                    <a:pt x="703293" y="538314"/>
                    <a:pt x="694153" y="547453"/>
                    <a:pt x="682880" y="547453"/>
                  </a:cubicBezTo>
                  <a:cubicBezTo>
                    <a:pt x="671606" y="547453"/>
                    <a:pt x="662467" y="538314"/>
                    <a:pt x="662467" y="527040"/>
                  </a:cubicBezTo>
                  <a:cubicBezTo>
                    <a:pt x="662467" y="515767"/>
                    <a:pt x="671606" y="506628"/>
                    <a:pt x="682880" y="506628"/>
                  </a:cubicBezTo>
                  <a:close/>
                  <a:moveTo>
                    <a:pt x="634103" y="506628"/>
                  </a:moveTo>
                  <a:cubicBezTo>
                    <a:pt x="645377" y="506628"/>
                    <a:pt x="654516" y="515767"/>
                    <a:pt x="654516" y="527040"/>
                  </a:cubicBezTo>
                  <a:cubicBezTo>
                    <a:pt x="654516" y="538314"/>
                    <a:pt x="645377" y="547453"/>
                    <a:pt x="634103" y="547453"/>
                  </a:cubicBezTo>
                  <a:cubicBezTo>
                    <a:pt x="622829" y="547453"/>
                    <a:pt x="613690" y="538314"/>
                    <a:pt x="613690" y="527040"/>
                  </a:cubicBezTo>
                  <a:cubicBezTo>
                    <a:pt x="613690" y="515767"/>
                    <a:pt x="622829" y="506628"/>
                    <a:pt x="634103" y="506628"/>
                  </a:cubicBezTo>
                  <a:close/>
                  <a:moveTo>
                    <a:pt x="585326" y="506628"/>
                  </a:moveTo>
                  <a:cubicBezTo>
                    <a:pt x="596599" y="506628"/>
                    <a:pt x="605738" y="515767"/>
                    <a:pt x="605738" y="527040"/>
                  </a:cubicBezTo>
                  <a:cubicBezTo>
                    <a:pt x="605738" y="538314"/>
                    <a:pt x="596599" y="547453"/>
                    <a:pt x="585326" y="547453"/>
                  </a:cubicBezTo>
                  <a:cubicBezTo>
                    <a:pt x="574052" y="547453"/>
                    <a:pt x="564913" y="538314"/>
                    <a:pt x="564913" y="527040"/>
                  </a:cubicBezTo>
                  <a:cubicBezTo>
                    <a:pt x="564913" y="515767"/>
                    <a:pt x="574052" y="506628"/>
                    <a:pt x="585326" y="506628"/>
                  </a:cubicBezTo>
                  <a:close/>
                  <a:moveTo>
                    <a:pt x="536549" y="506628"/>
                  </a:moveTo>
                  <a:cubicBezTo>
                    <a:pt x="547822" y="506628"/>
                    <a:pt x="556961" y="515767"/>
                    <a:pt x="556961" y="527040"/>
                  </a:cubicBezTo>
                  <a:cubicBezTo>
                    <a:pt x="556961" y="538314"/>
                    <a:pt x="547822" y="547453"/>
                    <a:pt x="536549" y="547453"/>
                  </a:cubicBezTo>
                  <a:cubicBezTo>
                    <a:pt x="525275" y="547453"/>
                    <a:pt x="516136" y="538314"/>
                    <a:pt x="516136" y="527040"/>
                  </a:cubicBezTo>
                  <a:cubicBezTo>
                    <a:pt x="516136" y="515767"/>
                    <a:pt x="525275" y="506628"/>
                    <a:pt x="536549" y="506628"/>
                  </a:cubicBezTo>
                  <a:close/>
                  <a:moveTo>
                    <a:pt x="487772" y="506628"/>
                  </a:moveTo>
                  <a:cubicBezTo>
                    <a:pt x="499045" y="506628"/>
                    <a:pt x="508184" y="515767"/>
                    <a:pt x="508184" y="527040"/>
                  </a:cubicBezTo>
                  <a:cubicBezTo>
                    <a:pt x="508184" y="538314"/>
                    <a:pt x="499045" y="547453"/>
                    <a:pt x="487772" y="547453"/>
                  </a:cubicBezTo>
                  <a:cubicBezTo>
                    <a:pt x="476498" y="547453"/>
                    <a:pt x="467359" y="538314"/>
                    <a:pt x="467359" y="527040"/>
                  </a:cubicBezTo>
                  <a:cubicBezTo>
                    <a:pt x="467359" y="515767"/>
                    <a:pt x="476498" y="506628"/>
                    <a:pt x="487772" y="506628"/>
                  </a:cubicBezTo>
                  <a:close/>
                  <a:moveTo>
                    <a:pt x="438994" y="506628"/>
                  </a:moveTo>
                  <a:cubicBezTo>
                    <a:pt x="450268" y="506628"/>
                    <a:pt x="459407" y="515767"/>
                    <a:pt x="459407" y="527040"/>
                  </a:cubicBezTo>
                  <a:cubicBezTo>
                    <a:pt x="459407" y="538314"/>
                    <a:pt x="450268" y="547453"/>
                    <a:pt x="438994" y="547453"/>
                  </a:cubicBezTo>
                  <a:cubicBezTo>
                    <a:pt x="427721" y="547453"/>
                    <a:pt x="418582" y="538314"/>
                    <a:pt x="418582" y="527040"/>
                  </a:cubicBezTo>
                  <a:cubicBezTo>
                    <a:pt x="418582" y="515767"/>
                    <a:pt x="427721" y="506628"/>
                    <a:pt x="438994" y="506628"/>
                  </a:cubicBezTo>
                  <a:close/>
                  <a:moveTo>
                    <a:pt x="390217" y="506628"/>
                  </a:moveTo>
                  <a:cubicBezTo>
                    <a:pt x="401491" y="506628"/>
                    <a:pt x="410630" y="515767"/>
                    <a:pt x="410630" y="527040"/>
                  </a:cubicBezTo>
                  <a:cubicBezTo>
                    <a:pt x="410630" y="538314"/>
                    <a:pt x="401491" y="547453"/>
                    <a:pt x="390217" y="547453"/>
                  </a:cubicBezTo>
                  <a:cubicBezTo>
                    <a:pt x="378944" y="547453"/>
                    <a:pt x="369805" y="538314"/>
                    <a:pt x="369805" y="527040"/>
                  </a:cubicBezTo>
                  <a:cubicBezTo>
                    <a:pt x="369805" y="515767"/>
                    <a:pt x="378944" y="506628"/>
                    <a:pt x="390217" y="506628"/>
                  </a:cubicBezTo>
                  <a:close/>
                  <a:moveTo>
                    <a:pt x="341440" y="506628"/>
                  </a:moveTo>
                  <a:cubicBezTo>
                    <a:pt x="352714" y="506628"/>
                    <a:pt x="361853" y="515767"/>
                    <a:pt x="361853" y="527040"/>
                  </a:cubicBezTo>
                  <a:cubicBezTo>
                    <a:pt x="361853" y="538314"/>
                    <a:pt x="352714" y="547453"/>
                    <a:pt x="341440" y="547453"/>
                  </a:cubicBezTo>
                  <a:cubicBezTo>
                    <a:pt x="330166" y="547453"/>
                    <a:pt x="321028" y="538314"/>
                    <a:pt x="321028" y="527040"/>
                  </a:cubicBezTo>
                  <a:cubicBezTo>
                    <a:pt x="321028" y="515767"/>
                    <a:pt x="330166" y="506628"/>
                    <a:pt x="341440" y="506628"/>
                  </a:cubicBezTo>
                  <a:close/>
                  <a:moveTo>
                    <a:pt x="292663" y="506628"/>
                  </a:moveTo>
                  <a:cubicBezTo>
                    <a:pt x="303937" y="506628"/>
                    <a:pt x="313076" y="515767"/>
                    <a:pt x="313076" y="527040"/>
                  </a:cubicBezTo>
                  <a:cubicBezTo>
                    <a:pt x="313076" y="538314"/>
                    <a:pt x="303937" y="547453"/>
                    <a:pt x="292663" y="547453"/>
                  </a:cubicBezTo>
                  <a:cubicBezTo>
                    <a:pt x="281389" y="547453"/>
                    <a:pt x="272251" y="538314"/>
                    <a:pt x="272251" y="527040"/>
                  </a:cubicBezTo>
                  <a:cubicBezTo>
                    <a:pt x="272251" y="515767"/>
                    <a:pt x="281389" y="506628"/>
                    <a:pt x="292663" y="506628"/>
                  </a:cubicBezTo>
                  <a:close/>
                  <a:moveTo>
                    <a:pt x="243886" y="506628"/>
                  </a:moveTo>
                  <a:cubicBezTo>
                    <a:pt x="255160" y="506628"/>
                    <a:pt x="264299" y="515767"/>
                    <a:pt x="264299" y="527040"/>
                  </a:cubicBezTo>
                  <a:cubicBezTo>
                    <a:pt x="264299" y="538314"/>
                    <a:pt x="255160" y="547453"/>
                    <a:pt x="243886" y="547453"/>
                  </a:cubicBezTo>
                  <a:cubicBezTo>
                    <a:pt x="232612" y="547453"/>
                    <a:pt x="223473" y="538314"/>
                    <a:pt x="223473" y="527040"/>
                  </a:cubicBezTo>
                  <a:cubicBezTo>
                    <a:pt x="223473" y="515767"/>
                    <a:pt x="232612" y="506628"/>
                    <a:pt x="243886" y="506628"/>
                  </a:cubicBezTo>
                  <a:close/>
                  <a:moveTo>
                    <a:pt x="195109" y="506628"/>
                  </a:moveTo>
                  <a:cubicBezTo>
                    <a:pt x="206383" y="506628"/>
                    <a:pt x="215522" y="515767"/>
                    <a:pt x="215522" y="527040"/>
                  </a:cubicBezTo>
                  <a:cubicBezTo>
                    <a:pt x="215522" y="538314"/>
                    <a:pt x="206383" y="547453"/>
                    <a:pt x="195109" y="547453"/>
                  </a:cubicBezTo>
                  <a:cubicBezTo>
                    <a:pt x="183835" y="547453"/>
                    <a:pt x="174696" y="538314"/>
                    <a:pt x="174696" y="527040"/>
                  </a:cubicBezTo>
                  <a:cubicBezTo>
                    <a:pt x="174696" y="515767"/>
                    <a:pt x="183835" y="506628"/>
                    <a:pt x="195109" y="506628"/>
                  </a:cubicBezTo>
                  <a:close/>
                  <a:moveTo>
                    <a:pt x="146332" y="506628"/>
                  </a:moveTo>
                  <a:cubicBezTo>
                    <a:pt x="157606" y="506628"/>
                    <a:pt x="166745" y="515767"/>
                    <a:pt x="166745" y="527040"/>
                  </a:cubicBezTo>
                  <a:cubicBezTo>
                    <a:pt x="166745" y="538314"/>
                    <a:pt x="157606" y="547453"/>
                    <a:pt x="146332" y="547453"/>
                  </a:cubicBezTo>
                  <a:cubicBezTo>
                    <a:pt x="135058" y="547453"/>
                    <a:pt x="125919" y="538314"/>
                    <a:pt x="125919" y="527040"/>
                  </a:cubicBezTo>
                  <a:cubicBezTo>
                    <a:pt x="125919" y="515767"/>
                    <a:pt x="135058" y="506628"/>
                    <a:pt x="146332" y="506628"/>
                  </a:cubicBezTo>
                  <a:close/>
                  <a:moveTo>
                    <a:pt x="97555" y="506628"/>
                  </a:moveTo>
                  <a:cubicBezTo>
                    <a:pt x="108829" y="506628"/>
                    <a:pt x="117968" y="515767"/>
                    <a:pt x="117968" y="527040"/>
                  </a:cubicBezTo>
                  <a:cubicBezTo>
                    <a:pt x="117968" y="538314"/>
                    <a:pt x="108829" y="547453"/>
                    <a:pt x="97555" y="547453"/>
                  </a:cubicBezTo>
                  <a:cubicBezTo>
                    <a:pt x="86281" y="547453"/>
                    <a:pt x="77142" y="538314"/>
                    <a:pt x="77142" y="527040"/>
                  </a:cubicBezTo>
                  <a:cubicBezTo>
                    <a:pt x="77142" y="515767"/>
                    <a:pt x="86281" y="506628"/>
                    <a:pt x="97555" y="506628"/>
                  </a:cubicBezTo>
                  <a:close/>
                  <a:moveTo>
                    <a:pt x="48778" y="506628"/>
                  </a:moveTo>
                  <a:cubicBezTo>
                    <a:pt x="60052" y="506628"/>
                    <a:pt x="69191" y="515767"/>
                    <a:pt x="69191" y="527040"/>
                  </a:cubicBezTo>
                  <a:cubicBezTo>
                    <a:pt x="69191" y="538314"/>
                    <a:pt x="60052" y="547453"/>
                    <a:pt x="48778" y="547453"/>
                  </a:cubicBezTo>
                  <a:cubicBezTo>
                    <a:pt x="37504" y="547453"/>
                    <a:pt x="28365" y="538314"/>
                    <a:pt x="28365" y="527040"/>
                  </a:cubicBezTo>
                  <a:cubicBezTo>
                    <a:pt x="28365" y="515767"/>
                    <a:pt x="37504" y="506628"/>
                    <a:pt x="48778" y="506628"/>
                  </a:cubicBezTo>
                  <a:close/>
                  <a:moveTo>
                    <a:pt x="2" y="506628"/>
                  </a:moveTo>
                  <a:cubicBezTo>
                    <a:pt x="11275" y="506628"/>
                    <a:pt x="20414" y="515767"/>
                    <a:pt x="20414" y="527040"/>
                  </a:cubicBezTo>
                  <a:cubicBezTo>
                    <a:pt x="20414" y="538314"/>
                    <a:pt x="11275" y="547453"/>
                    <a:pt x="2" y="547453"/>
                  </a:cubicBezTo>
                  <a:lnTo>
                    <a:pt x="0" y="547452"/>
                  </a:lnTo>
                  <a:lnTo>
                    <a:pt x="0" y="506629"/>
                  </a:lnTo>
                  <a:close/>
                  <a:moveTo>
                    <a:pt x="877988" y="452541"/>
                  </a:moveTo>
                  <a:cubicBezTo>
                    <a:pt x="883625" y="452541"/>
                    <a:pt x="888728" y="454826"/>
                    <a:pt x="892422" y="458520"/>
                  </a:cubicBezTo>
                  <a:lnTo>
                    <a:pt x="896859" y="469231"/>
                  </a:lnTo>
                  <a:lnTo>
                    <a:pt x="889104" y="485329"/>
                  </a:lnTo>
                  <a:lnTo>
                    <a:pt x="885092" y="491933"/>
                  </a:lnTo>
                  <a:lnTo>
                    <a:pt x="877988" y="493367"/>
                  </a:lnTo>
                  <a:cubicBezTo>
                    <a:pt x="866714" y="493367"/>
                    <a:pt x="857575" y="484228"/>
                    <a:pt x="857575" y="472954"/>
                  </a:cubicBezTo>
                  <a:cubicBezTo>
                    <a:pt x="857575" y="461680"/>
                    <a:pt x="866714" y="452541"/>
                    <a:pt x="877988" y="452541"/>
                  </a:cubicBezTo>
                  <a:close/>
                  <a:moveTo>
                    <a:pt x="829211" y="452541"/>
                  </a:moveTo>
                  <a:cubicBezTo>
                    <a:pt x="840485" y="452541"/>
                    <a:pt x="849624" y="461680"/>
                    <a:pt x="849624" y="472954"/>
                  </a:cubicBezTo>
                  <a:cubicBezTo>
                    <a:pt x="849624" y="484228"/>
                    <a:pt x="840485" y="493367"/>
                    <a:pt x="829211" y="493367"/>
                  </a:cubicBezTo>
                  <a:cubicBezTo>
                    <a:pt x="817937" y="493367"/>
                    <a:pt x="808798" y="484228"/>
                    <a:pt x="808798" y="472954"/>
                  </a:cubicBezTo>
                  <a:cubicBezTo>
                    <a:pt x="808798" y="461680"/>
                    <a:pt x="817937" y="452541"/>
                    <a:pt x="829211" y="452541"/>
                  </a:cubicBezTo>
                  <a:close/>
                  <a:moveTo>
                    <a:pt x="780434" y="452541"/>
                  </a:moveTo>
                  <a:cubicBezTo>
                    <a:pt x="791708" y="452541"/>
                    <a:pt x="800847" y="461680"/>
                    <a:pt x="800847" y="472954"/>
                  </a:cubicBezTo>
                  <a:cubicBezTo>
                    <a:pt x="800847" y="484228"/>
                    <a:pt x="791708" y="493367"/>
                    <a:pt x="780434" y="493367"/>
                  </a:cubicBezTo>
                  <a:cubicBezTo>
                    <a:pt x="769160" y="493367"/>
                    <a:pt x="760021" y="484228"/>
                    <a:pt x="760021" y="472954"/>
                  </a:cubicBezTo>
                  <a:cubicBezTo>
                    <a:pt x="760021" y="461680"/>
                    <a:pt x="769160" y="452541"/>
                    <a:pt x="780434" y="452541"/>
                  </a:cubicBezTo>
                  <a:close/>
                  <a:moveTo>
                    <a:pt x="731657" y="452541"/>
                  </a:moveTo>
                  <a:cubicBezTo>
                    <a:pt x="742931" y="452541"/>
                    <a:pt x="752070" y="461680"/>
                    <a:pt x="752070" y="472954"/>
                  </a:cubicBezTo>
                  <a:cubicBezTo>
                    <a:pt x="752070" y="484228"/>
                    <a:pt x="742931" y="493367"/>
                    <a:pt x="731657" y="493367"/>
                  </a:cubicBezTo>
                  <a:cubicBezTo>
                    <a:pt x="720383" y="493367"/>
                    <a:pt x="711244" y="484228"/>
                    <a:pt x="711244" y="472954"/>
                  </a:cubicBezTo>
                  <a:cubicBezTo>
                    <a:pt x="711244" y="461680"/>
                    <a:pt x="720383" y="452541"/>
                    <a:pt x="731657" y="452541"/>
                  </a:cubicBezTo>
                  <a:close/>
                  <a:moveTo>
                    <a:pt x="682880" y="452541"/>
                  </a:moveTo>
                  <a:cubicBezTo>
                    <a:pt x="694153" y="452541"/>
                    <a:pt x="703293" y="461680"/>
                    <a:pt x="703293" y="472954"/>
                  </a:cubicBezTo>
                  <a:cubicBezTo>
                    <a:pt x="703293" y="484228"/>
                    <a:pt x="694153" y="493367"/>
                    <a:pt x="682880" y="493367"/>
                  </a:cubicBezTo>
                  <a:cubicBezTo>
                    <a:pt x="671606" y="493367"/>
                    <a:pt x="662467" y="484228"/>
                    <a:pt x="662467" y="472954"/>
                  </a:cubicBezTo>
                  <a:cubicBezTo>
                    <a:pt x="662467" y="461680"/>
                    <a:pt x="671606" y="452541"/>
                    <a:pt x="682880" y="452541"/>
                  </a:cubicBezTo>
                  <a:close/>
                  <a:moveTo>
                    <a:pt x="634103" y="452541"/>
                  </a:moveTo>
                  <a:cubicBezTo>
                    <a:pt x="645377" y="452541"/>
                    <a:pt x="654516" y="461680"/>
                    <a:pt x="654516" y="472954"/>
                  </a:cubicBezTo>
                  <a:cubicBezTo>
                    <a:pt x="654516" y="484228"/>
                    <a:pt x="645377" y="493367"/>
                    <a:pt x="634103" y="493367"/>
                  </a:cubicBezTo>
                  <a:cubicBezTo>
                    <a:pt x="622829" y="493367"/>
                    <a:pt x="613690" y="484228"/>
                    <a:pt x="613690" y="472954"/>
                  </a:cubicBezTo>
                  <a:cubicBezTo>
                    <a:pt x="613690" y="461680"/>
                    <a:pt x="622829" y="452541"/>
                    <a:pt x="634103" y="452541"/>
                  </a:cubicBezTo>
                  <a:close/>
                  <a:moveTo>
                    <a:pt x="585326" y="452541"/>
                  </a:moveTo>
                  <a:cubicBezTo>
                    <a:pt x="596599" y="452541"/>
                    <a:pt x="605738" y="461680"/>
                    <a:pt x="605738" y="472954"/>
                  </a:cubicBezTo>
                  <a:cubicBezTo>
                    <a:pt x="605738" y="484228"/>
                    <a:pt x="596599" y="493367"/>
                    <a:pt x="585326" y="493367"/>
                  </a:cubicBezTo>
                  <a:cubicBezTo>
                    <a:pt x="574052" y="493367"/>
                    <a:pt x="564913" y="484228"/>
                    <a:pt x="564913" y="472954"/>
                  </a:cubicBezTo>
                  <a:cubicBezTo>
                    <a:pt x="564913" y="461680"/>
                    <a:pt x="574052" y="452541"/>
                    <a:pt x="585326" y="452541"/>
                  </a:cubicBezTo>
                  <a:close/>
                  <a:moveTo>
                    <a:pt x="536549" y="452541"/>
                  </a:moveTo>
                  <a:cubicBezTo>
                    <a:pt x="547822" y="452541"/>
                    <a:pt x="556961" y="461680"/>
                    <a:pt x="556961" y="472954"/>
                  </a:cubicBezTo>
                  <a:cubicBezTo>
                    <a:pt x="556961" y="484228"/>
                    <a:pt x="547822" y="493367"/>
                    <a:pt x="536549" y="493367"/>
                  </a:cubicBezTo>
                  <a:cubicBezTo>
                    <a:pt x="525275" y="493367"/>
                    <a:pt x="516136" y="484228"/>
                    <a:pt x="516136" y="472954"/>
                  </a:cubicBezTo>
                  <a:cubicBezTo>
                    <a:pt x="516136" y="461680"/>
                    <a:pt x="525275" y="452541"/>
                    <a:pt x="536549" y="452541"/>
                  </a:cubicBezTo>
                  <a:close/>
                  <a:moveTo>
                    <a:pt x="487772" y="452541"/>
                  </a:moveTo>
                  <a:cubicBezTo>
                    <a:pt x="499045" y="452541"/>
                    <a:pt x="508184" y="461680"/>
                    <a:pt x="508184" y="472954"/>
                  </a:cubicBezTo>
                  <a:cubicBezTo>
                    <a:pt x="508184" y="484228"/>
                    <a:pt x="499045" y="493367"/>
                    <a:pt x="487772" y="493367"/>
                  </a:cubicBezTo>
                  <a:cubicBezTo>
                    <a:pt x="476498" y="493367"/>
                    <a:pt x="467359" y="484228"/>
                    <a:pt x="467359" y="472954"/>
                  </a:cubicBezTo>
                  <a:cubicBezTo>
                    <a:pt x="467359" y="461680"/>
                    <a:pt x="476498" y="452541"/>
                    <a:pt x="487772" y="452541"/>
                  </a:cubicBezTo>
                  <a:close/>
                  <a:moveTo>
                    <a:pt x="438994" y="452541"/>
                  </a:moveTo>
                  <a:cubicBezTo>
                    <a:pt x="450268" y="452541"/>
                    <a:pt x="459407" y="461680"/>
                    <a:pt x="459407" y="472954"/>
                  </a:cubicBezTo>
                  <a:cubicBezTo>
                    <a:pt x="459407" y="484228"/>
                    <a:pt x="450268" y="493367"/>
                    <a:pt x="438994" y="493367"/>
                  </a:cubicBezTo>
                  <a:cubicBezTo>
                    <a:pt x="427721" y="493367"/>
                    <a:pt x="418582" y="484228"/>
                    <a:pt x="418582" y="472954"/>
                  </a:cubicBezTo>
                  <a:cubicBezTo>
                    <a:pt x="418582" y="461680"/>
                    <a:pt x="427721" y="452541"/>
                    <a:pt x="438994" y="452541"/>
                  </a:cubicBezTo>
                  <a:close/>
                  <a:moveTo>
                    <a:pt x="390217" y="452541"/>
                  </a:moveTo>
                  <a:cubicBezTo>
                    <a:pt x="401491" y="452541"/>
                    <a:pt x="410630" y="461680"/>
                    <a:pt x="410630" y="472954"/>
                  </a:cubicBezTo>
                  <a:cubicBezTo>
                    <a:pt x="410630" y="484228"/>
                    <a:pt x="401491" y="493367"/>
                    <a:pt x="390217" y="493367"/>
                  </a:cubicBezTo>
                  <a:cubicBezTo>
                    <a:pt x="378944" y="493367"/>
                    <a:pt x="369805" y="484228"/>
                    <a:pt x="369805" y="472954"/>
                  </a:cubicBezTo>
                  <a:cubicBezTo>
                    <a:pt x="369805" y="461680"/>
                    <a:pt x="378944" y="452541"/>
                    <a:pt x="390217" y="452541"/>
                  </a:cubicBezTo>
                  <a:close/>
                  <a:moveTo>
                    <a:pt x="341440" y="452541"/>
                  </a:moveTo>
                  <a:cubicBezTo>
                    <a:pt x="352714" y="452541"/>
                    <a:pt x="361853" y="461680"/>
                    <a:pt x="361853" y="472954"/>
                  </a:cubicBezTo>
                  <a:cubicBezTo>
                    <a:pt x="361853" y="484228"/>
                    <a:pt x="352714" y="493367"/>
                    <a:pt x="341440" y="493367"/>
                  </a:cubicBezTo>
                  <a:cubicBezTo>
                    <a:pt x="330166" y="493367"/>
                    <a:pt x="321028" y="484228"/>
                    <a:pt x="321028" y="472954"/>
                  </a:cubicBezTo>
                  <a:cubicBezTo>
                    <a:pt x="321028" y="461680"/>
                    <a:pt x="330166" y="452541"/>
                    <a:pt x="341440" y="452541"/>
                  </a:cubicBezTo>
                  <a:close/>
                  <a:moveTo>
                    <a:pt x="292663" y="452541"/>
                  </a:moveTo>
                  <a:cubicBezTo>
                    <a:pt x="303937" y="452541"/>
                    <a:pt x="313076" y="461680"/>
                    <a:pt x="313076" y="472954"/>
                  </a:cubicBezTo>
                  <a:cubicBezTo>
                    <a:pt x="313076" y="484228"/>
                    <a:pt x="303937" y="493367"/>
                    <a:pt x="292663" y="493367"/>
                  </a:cubicBezTo>
                  <a:cubicBezTo>
                    <a:pt x="281389" y="493367"/>
                    <a:pt x="272251" y="484228"/>
                    <a:pt x="272251" y="472954"/>
                  </a:cubicBezTo>
                  <a:cubicBezTo>
                    <a:pt x="272251" y="461680"/>
                    <a:pt x="281389" y="452541"/>
                    <a:pt x="292663" y="452541"/>
                  </a:cubicBezTo>
                  <a:close/>
                  <a:moveTo>
                    <a:pt x="243886" y="452541"/>
                  </a:moveTo>
                  <a:cubicBezTo>
                    <a:pt x="255160" y="452541"/>
                    <a:pt x="264299" y="461680"/>
                    <a:pt x="264299" y="472954"/>
                  </a:cubicBezTo>
                  <a:cubicBezTo>
                    <a:pt x="264299" y="484228"/>
                    <a:pt x="255160" y="493367"/>
                    <a:pt x="243886" y="493367"/>
                  </a:cubicBezTo>
                  <a:cubicBezTo>
                    <a:pt x="232612" y="493367"/>
                    <a:pt x="223473" y="484228"/>
                    <a:pt x="223473" y="472954"/>
                  </a:cubicBezTo>
                  <a:cubicBezTo>
                    <a:pt x="223473" y="461680"/>
                    <a:pt x="232612" y="452541"/>
                    <a:pt x="243886" y="452541"/>
                  </a:cubicBezTo>
                  <a:close/>
                  <a:moveTo>
                    <a:pt x="195109" y="452541"/>
                  </a:moveTo>
                  <a:cubicBezTo>
                    <a:pt x="206383" y="452541"/>
                    <a:pt x="215522" y="461680"/>
                    <a:pt x="215522" y="472954"/>
                  </a:cubicBezTo>
                  <a:cubicBezTo>
                    <a:pt x="215522" y="484228"/>
                    <a:pt x="206383" y="493367"/>
                    <a:pt x="195109" y="493367"/>
                  </a:cubicBezTo>
                  <a:cubicBezTo>
                    <a:pt x="183835" y="493367"/>
                    <a:pt x="174696" y="484228"/>
                    <a:pt x="174696" y="472954"/>
                  </a:cubicBezTo>
                  <a:cubicBezTo>
                    <a:pt x="174696" y="461680"/>
                    <a:pt x="183835" y="452541"/>
                    <a:pt x="195109" y="452541"/>
                  </a:cubicBezTo>
                  <a:close/>
                  <a:moveTo>
                    <a:pt x="146332" y="452541"/>
                  </a:moveTo>
                  <a:cubicBezTo>
                    <a:pt x="157606" y="452541"/>
                    <a:pt x="166745" y="461680"/>
                    <a:pt x="166745" y="472954"/>
                  </a:cubicBezTo>
                  <a:cubicBezTo>
                    <a:pt x="166745" y="484228"/>
                    <a:pt x="157606" y="493367"/>
                    <a:pt x="146332" y="493367"/>
                  </a:cubicBezTo>
                  <a:cubicBezTo>
                    <a:pt x="135058" y="493367"/>
                    <a:pt x="125919" y="484228"/>
                    <a:pt x="125919" y="472954"/>
                  </a:cubicBezTo>
                  <a:cubicBezTo>
                    <a:pt x="125919" y="461680"/>
                    <a:pt x="135058" y="452541"/>
                    <a:pt x="146332" y="452541"/>
                  </a:cubicBezTo>
                  <a:close/>
                  <a:moveTo>
                    <a:pt x="97555" y="452541"/>
                  </a:moveTo>
                  <a:cubicBezTo>
                    <a:pt x="108829" y="452541"/>
                    <a:pt x="117968" y="461680"/>
                    <a:pt x="117968" y="472954"/>
                  </a:cubicBezTo>
                  <a:cubicBezTo>
                    <a:pt x="117968" y="484228"/>
                    <a:pt x="108829" y="493367"/>
                    <a:pt x="97555" y="493367"/>
                  </a:cubicBezTo>
                  <a:cubicBezTo>
                    <a:pt x="86281" y="493367"/>
                    <a:pt x="77142" y="484228"/>
                    <a:pt x="77142" y="472954"/>
                  </a:cubicBezTo>
                  <a:cubicBezTo>
                    <a:pt x="77142" y="461680"/>
                    <a:pt x="86281" y="452541"/>
                    <a:pt x="97555" y="452541"/>
                  </a:cubicBezTo>
                  <a:close/>
                  <a:moveTo>
                    <a:pt x="48778" y="452541"/>
                  </a:moveTo>
                  <a:cubicBezTo>
                    <a:pt x="60052" y="452541"/>
                    <a:pt x="69191" y="461680"/>
                    <a:pt x="69191" y="472954"/>
                  </a:cubicBezTo>
                  <a:cubicBezTo>
                    <a:pt x="69191" y="484228"/>
                    <a:pt x="60052" y="493367"/>
                    <a:pt x="48778" y="493367"/>
                  </a:cubicBezTo>
                  <a:cubicBezTo>
                    <a:pt x="37504" y="493367"/>
                    <a:pt x="28365" y="484228"/>
                    <a:pt x="28365" y="472954"/>
                  </a:cubicBezTo>
                  <a:cubicBezTo>
                    <a:pt x="28365" y="461680"/>
                    <a:pt x="37504" y="452541"/>
                    <a:pt x="48778" y="452541"/>
                  </a:cubicBezTo>
                  <a:close/>
                  <a:moveTo>
                    <a:pt x="2" y="452541"/>
                  </a:moveTo>
                  <a:cubicBezTo>
                    <a:pt x="11275" y="452541"/>
                    <a:pt x="20414" y="461680"/>
                    <a:pt x="20414" y="472954"/>
                  </a:cubicBezTo>
                  <a:cubicBezTo>
                    <a:pt x="20414" y="484228"/>
                    <a:pt x="11275" y="493367"/>
                    <a:pt x="2" y="493367"/>
                  </a:cubicBezTo>
                  <a:lnTo>
                    <a:pt x="0" y="493366"/>
                  </a:lnTo>
                  <a:lnTo>
                    <a:pt x="0" y="452542"/>
                  </a:lnTo>
                  <a:close/>
                  <a:moveTo>
                    <a:pt x="926765" y="398455"/>
                  </a:moveTo>
                  <a:lnTo>
                    <a:pt x="930582" y="399226"/>
                  </a:lnTo>
                  <a:lnTo>
                    <a:pt x="913716" y="434236"/>
                  </a:lnTo>
                  <a:lnTo>
                    <a:pt x="912331" y="433302"/>
                  </a:lnTo>
                  <a:cubicBezTo>
                    <a:pt x="908637" y="429608"/>
                    <a:pt x="906352" y="424505"/>
                    <a:pt x="906352" y="418868"/>
                  </a:cubicBezTo>
                  <a:cubicBezTo>
                    <a:pt x="906352" y="407594"/>
                    <a:pt x="915491" y="398455"/>
                    <a:pt x="926765" y="398455"/>
                  </a:cubicBezTo>
                  <a:close/>
                  <a:moveTo>
                    <a:pt x="877988" y="398455"/>
                  </a:moveTo>
                  <a:cubicBezTo>
                    <a:pt x="889262" y="398455"/>
                    <a:pt x="898401" y="407594"/>
                    <a:pt x="898401" y="418868"/>
                  </a:cubicBezTo>
                  <a:cubicBezTo>
                    <a:pt x="898401" y="430142"/>
                    <a:pt x="889262" y="439281"/>
                    <a:pt x="877988" y="439281"/>
                  </a:cubicBezTo>
                  <a:cubicBezTo>
                    <a:pt x="866714" y="439281"/>
                    <a:pt x="857575" y="430142"/>
                    <a:pt x="857575" y="418868"/>
                  </a:cubicBezTo>
                  <a:cubicBezTo>
                    <a:pt x="857575" y="407594"/>
                    <a:pt x="866714" y="398455"/>
                    <a:pt x="877988" y="398455"/>
                  </a:cubicBezTo>
                  <a:close/>
                  <a:moveTo>
                    <a:pt x="829211" y="398455"/>
                  </a:moveTo>
                  <a:cubicBezTo>
                    <a:pt x="840485" y="398455"/>
                    <a:pt x="849624" y="407594"/>
                    <a:pt x="849624" y="418868"/>
                  </a:cubicBezTo>
                  <a:cubicBezTo>
                    <a:pt x="849624" y="430142"/>
                    <a:pt x="840485" y="439281"/>
                    <a:pt x="829211" y="439281"/>
                  </a:cubicBezTo>
                  <a:cubicBezTo>
                    <a:pt x="817937" y="439281"/>
                    <a:pt x="808798" y="430142"/>
                    <a:pt x="808798" y="418868"/>
                  </a:cubicBezTo>
                  <a:cubicBezTo>
                    <a:pt x="808798" y="407594"/>
                    <a:pt x="817937" y="398455"/>
                    <a:pt x="829211" y="398455"/>
                  </a:cubicBezTo>
                  <a:close/>
                  <a:moveTo>
                    <a:pt x="780434" y="398455"/>
                  </a:moveTo>
                  <a:cubicBezTo>
                    <a:pt x="791708" y="398455"/>
                    <a:pt x="800847" y="407594"/>
                    <a:pt x="800847" y="418868"/>
                  </a:cubicBezTo>
                  <a:cubicBezTo>
                    <a:pt x="800847" y="430142"/>
                    <a:pt x="791708" y="439281"/>
                    <a:pt x="780434" y="439281"/>
                  </a:cubicBezTo>
                  <a:cubicBezTo>
                    <a:pt x="769160" y="439281"/>
                    <a:pt x="760021" y="430142"/>
                    <a:pt x="760021" y="418868"/>
                  </a:cubicBezTo>
                  <a:cubicBezTo>
                    <a:pt x="760021" y="407594"/>
                    <a:pt x="769160" y="398455"/>
                    <a:pt x="780434" y="398455"/>
                  </a:cubicBezTo>
                  <a:close/>
                  <a:moveTo>
                    <a:pt x="731657" y="398455"/>
                  </a:moveTo>
                  <a:cubicBezTo>
                    <a:pt x="742931" y="398455"/>
                    <a:pt x="752070" y="407594"/>
                    <a:pt x="752070" y="418868"/>
                  </a:cubicBezTo>
                  <a:cubicBezTo>
                    <a:pt x="752070" y="430142"/>
                    <a:pt x="742931" y="439281"/>
                    <a:pt x="731657" y="439281"/>
                  </a:cubicBezTo>
                  <a:cubicBezTo>
                    <a:pt x="720383" y="439281"/>
                    <a:pt x="711244" y="430142"/>
                    <a:pt x="711244" y="418868"/>
                  </a:cubicBezTo>
                  <a:cubicBezTo>
                    <a:pt x="711244" y="407594"/>
                    <a:pt x="720383" y="398455"/>
                    <a:pt x="731657" y="398455"/>
                  </a:cubicBezTo>
                  <a:close/>
                  <a:moveTo>
                    <a:pt x="682880" y="398455"/>
                  </a:moveTo>
                  <a:cubicBezTo>
                    <a:pt x="694153" y="398455"/>
                    <a:pt x="703293" y="407594"/>
                    <a:pt x="703293" y="418868"/>
                  </a:cubicBezTo>
                  <a:cubicBezTo>
                    <a:pt x="703293" y="430142"/>
                    <a:pt x="694153" y="439281"/>
                    <a:pt x="682880" y="439281"/>
                  </a:cubicBezTo>
                  <a:cubicBezTo>
                    <a:pt x="671606" y="439281"/>
                    <a:pt x="662467" y="430142"/>
                    <a:pt x="662467" y="418868"/>
                  </a:cubicBezTo>
                  <a:cubicBezTo>
                    <a:pt x="662467" y="407594"/>
                    <a:pt x="671606" y="398455"/>
                    <a:pt x="682880" y="398455"/>
                  </a:cubicBezTo>
                  <a:close/>
                  <a:moveTo>
                    <a:pt x="634103" y="398455"/>
                  </a:moveTo>
                  <a:cubicBezTo>
                    <a:pt x="645377" y="398455"/>
                    <a:pt x="654516" y="407594"/>
                    <a:pt x="654516" y="418868"/>
                  </a:cubicBezTo>
                  <a:cubicBezTo>
                    <a:pt x="654516" y="430142"/>
                    <a:pt x="645377" y="439281"/>
                    <a:pt x="634103" y="439281"/>
                  </a:cubicBezTo>
                  <a:cubicBezTo>
                    <a:pt x="622829" y="439281"/>
                    <a:pt x="613690" y="430142"/>
                    <a:pt x="613690" y="418868"/>
                  </a:cubicBezTo>
                  <a:cubicBezTo>
                    <a:pt x="613690" y="407594"/>
                    <a:pt x="622829" y="398455"/>
                    <a:pt x="634103" y="398455"/>
                  </a:cubicBezTo>
                  <a:close/>
                  <a:moveTo>
                    <a:pt x="585326" y="398455"/>
                  </a:moveTo>
                  <a:cubicBezTo>
                    <a:pt x="596599" y="398455"/>
                    <a:pt x="605738" y="407594"/>
                    <a:pt x="605738" y="418868"/>
                  </a:cubicBezTo>
                  <a:cubicBezTo>
                    <a:pt x="605738" y="430142"/>
                    <a:pt x="596599" y="439281"/>
                    <a:pt x="585326" y="439281"/>
                  </a:cubicBezTo>
                  <a:cubicBezTo>
                    <a:pt x="574052" y="439281"/>
                    <a:pt x="564913" y="430142"/>
                    <a:pt x="564913" y="418868"/>
                  </a:cubicBezTo>
                  <a:cubicBezTo>
                    <a:pt x="564913" y="407594"/>
                    <a:pt x="574052" y="398455"/>
                    <a:pt x="585326" y="398455"/>
                  </a:cubicBezTo>
                  <a:close/>
                  <a:moveTo>
                    <a:pt x="536549" y="398455"/>
                  </a:moveTo>
                  <a:cubicBezTo>
                    <a:pt x="547822" y="398455"/>
                    <a:pt x="556961" y="407594"/>
                    <a:pt x="556961" y="418868"/>
                  </a:cubicBezTo>
                  <a:cubicBezTo>
                    <a:pt x="556961" y="430142"/>
                    <a:pt x="547822" y="439281"/>
                    <a:pt x="536549" y="439281"/>
                  </a:cubicBezTo>
                  <a:cubicBezTo>
                    <a:pt x="525275" y="439281"/>
                    <a:pt x="516136" y="430142"/>
                    <a:pt x="516136" y="418868"/>
                  </a:cubicBezTo>
                  <a:cubicBezTo>
                    <a:pt x="516136" y="407594"/>
                    <a:pt x="525275" y="398455"/>
                    <a:pt x="536549" y="398455"/>
                  </a:cubicBezTo>
                  <a:close/>
                  <a:moveTo>
                    <a:pt x="487772" y="398455"/>
                  </a:moveTo>
                  <a:cubicBezTo>
                    <a:pt x="499045" y="398455"/>
                    <a:pt x="508184" y="407594"/>
                    <a:pt x="508184" y="418868"/>
                  </a:cubicBezTo>
                  <a:cubicBezTo>
                    <a:pt x="508184" y="430142"/>
                    <a:pt x="499045" y="439281"/>
                    <a:pt x="487772" y="439281"/>
                  </a:cubicBezTo>
                  <a:cubicBezTo>
                    <a:pt x="476498" y="439281"/>
                    <a:pt x="467359" y="430142"/>
                    <a:pt x="467359" y="418868"/>
                  </a:cubicBezTo>
                  <a:cubicBezTo>
                    <a:pt x="467359" y="407594"/>
                    <a:pt x="476498" y="398455"/>
                    <a:pt x="487772" y="398455"/>
                  </a:cubicBezTo>
                  <a:close/>
                  <a:moveTo>
                    <a:pt x="438994" y="398455"/>
                  </a:moveTo>
                  <a:cubicBezTo>
                    <a:pt x="450268" y="398455"/>
                    <a:pt x="459407" y="407594"/>
                    <a:pt x="459407" y="418868"/>
                  </a:cubicBezTo>
                  <a:cubicBezTo>
                    <a:pt x="459407" y="430142"/>
                    <a:pt x="450268" y="439281"/>
                    <a:pt x="438994" y="439281"/>
                  </a:cubicBezTo>
                  <a:cubicBezTo>
                    <a:pt x="427721" y="439281"/>
                    <a:pt x="418582" y="430142"/>
                    <a:pt x="418582" y="418868"/>
                  </a:cubicBezTo>
                  <a:cubicBezTo>
                    <a:pt x="418582" y="407594"/>
                    <a:pt x="427721" y="398455"/>
                    <a:pt x="438994" y="398455"/>
                  </a:cubicBezTo>
                  <a:close/>
                  <a:moveTo>
                    <a:pt x="390217" y="398455"/>
                  </a:moveTo>
                  <a:cubicBezTo>
                    <a:pt x="401491" y="398455"/>
                    <a:pt x="410630" y="407594"/>
                    <a:pt x="410630" y="418868"/>
                  </a:cubicBezTo>
                  <a:cubicBezTo>
                    <a:pt x="410630" y="430142"/>
                    <a:pt x="401491" y="439281"/>
                    <a:pt x="390217" y="439281"/>
                  </a:cubicBezTo>
                  <a:cubicBezTo>
                    <a:pt x="378944" y="439281"/>
                    <a:pt x="369805" y="430142"/>
                    <a:pt x="369805" y="418868"/>
                  </a:cubicBezTo>
                  <a:cubicBezTo>
                    <a:pt x="369805" y="407594"/>
                    <a:pt x="378944" y="398455"/>
                    <a:pt x="390217" y="398455"/>
                  </a:cubicBezTo>
                  <a:close/>
                  <a:moveTo>
                    <a:pt x="341440" y="398455"/>
                  </a:moveTo>
                  <a:cubicBezTo>
                    <a:pt x="352714" y="398455"/>
                    <a:pt x="361853" y="407594"/>
                    <a:pt x="361853" y="418868"/>
                  </a:cubicBezTo>
                  <a:cubicBezTo>
                    <a:pt x="361853" y="430142"/>
                    <a:pt x="352714" y="439281"/>
                    <a:pt x="341440" y="439281"/>
                  </a:cubicBezTo>
                  <a:cubicBezTo>
                    <a:pt x="330166" y="439281"/>
                    <a:pt x="321028" y="430142"/>
                    <a:pt x="321028" y="418868"/>
                  </a:cubicBezTo>
                  <a:cubicBezTo>
                    <a:pt x="321028" y="407594"/>
                    <a:pt x="330166" y="398455"/>
                    <a:pt x="341440" y="398455"/>
                  </a:cubicBezTo>
                  <a:close/>
                  <a:moveTo>
                    <a:pt x="292663" y="398455"/>
                  </a:moveTo>
                  <a:cubicBezTo>
                    <a:pt x="303937" y="398455"/>
                    <a:pt x="313076" y="407594"/>
                    <a:pt x="313076" y="418868"/>
                  </a:cubicBezTo>
                  <a:cubicBezTo>
                    <a:pt x="313076" y="430142"/>
                    <a:pt x="303937" y="439281"/>
                    <a:pt x="292663" y="439281"/>
                  </a:cubicBezTo>
                  <a:cubicBezTo>
                    <a:pt x="281389" y="439281"/>
                    <a:pt x="272251" y="430142"/>
                    <a:pt x="272251" y="418868"/>
                  </a:cubicBezTo>
                  <a:cubicBezTo>
                    <a:pt x="272251" y="407594"/>
                    <a:pt x="281389" y="398455"/>
                    <a:pt x="292663" y="398455"/>
                  </a:cubicBezTo>
                  <a:close/>
                  <a:moveTo>
                    <a:pt x="243886" y="398455"/>
                  </a:moveTo>
                  <a:cubicBezTo>
                    <a:pt x="255160" y="398455"/>
                    <a:pt x="264299" y="407594"/>
                    <a:pt x="264299" y="418868"/>
                  </a:cubicBezTo>
                  <a:cubicBezTo>
                    <a:pt x="264299" y="430142"/>
                    <a:pt x="255160" y="439281"/>
                    <a:pt x="243886" y="439281"/>
                  </a:cubicBezTo>
                  <a:cubicBezTo>
                    <a:pt x="232612" y="439281"/>
                    <a:pt x="223473" y="430142"/>
                    <a:pt x="223473" y="418868"/>
                  </a:cubicBezTo>
                  <a:cubicBezTo>
                    <a:pt x="223473" y="407594"/>
                    <a:pt x="232612" y="398455"/>
                    <a:pt x="243886" y="398455"/>
                  </a:cubicBezTo>
                  <a:close/>
                  <a:moveTo>
                    <a:pt x="195109" y="398455"/>
                  </a:moveTo>
                  <a:cubicBezTo>
                    <a:pt x="206383" y="398455"/>
                    <a:pt x="215522" y="407594"/>
                    <a:pt x="215522" y="418868"/>
                  </a:cubicBezTo>
                  <a:cubicBezTo>
                    <a:pt x="215522" y="430142"/>
                    <a:pt x="206383" y="439281"/>
                    <a:pt x="195109" y="439281"/>
                  </a:cubicBezTo>
                  <a:cubicBezTo>
                    <a:pt x="183835" y="439281"/>
                    <a:pt x="174696" y="430142"/>
                    <a:pt x="174696" y="418868"/>
                  </a:cubicBezTo>
                  <a:cubicBezTo>
                    <a:pt x="174696" y="407594"/>
                    <a:pt x="183835" y="398455"/>
                    <a:pt x="195109" y="398455"/>
                  </a:cubicBezTo>
                  <a:close/>
                  <a:moveTo>
                    <a:pt x="146332" y="398455"/>
                  </a:moveTo>
                  <a:cubicBezTo>
                    <a:pt x="157606" y="398455"/>
                    <a:pt x="166745" y="407594"/>
                    <a:pt x="166745" y="418868"/>
                  </a:cubicBezTo>
                  <a:cubicBezTo>
                    <a:pt x="166745" y="430142"/>
                    <a:pt x="157606" y="439281"/>
                    <a:pt x="146332" y="439281"/>
                  </a:cubicBezTo>
                  <a:cubicBezTo>
                    <a:pt x="135058" y="439281"/>
                    <a:pt x="125919" y="430142"/>
                    <a:pt x="125919" y="418868"/>
                  </a:cubicBezTo>
                  <a:cubicBezTo>
                    <a:pt x="125919" y="407594"/>
                    <a:pt x="135058" y="398455"/>
                    <a:pt x="146332" y="398455"/>
                  </a:cubicBezTo>
                  <a:close/>
                  <a:moveTo>
                    <a:pt x="97555" y="398455"/>
                  </a:moveTo>
                  <a:cubicBezTo>
                    <a:pt x="108829" y="398455"/>
                    <a:pt x="117968" y="407594"/>
                    <a:pt x="117968" y="418868"/>
                  </a:cubicBezTo>
                  <a:cubicBezTo>
                    <a:pt x="117968" y="430142"/>
                    <a:pt x="108829" y="439281"/>
                    <a:pt x="97555" y="439281"/>
                  </a:cubicBezTo>
                  <a:cubicBezTo>
                    <a:pt x="86281" y="439281"/>
                    <a:pt x="77142" y="430142"/>
                    <a:pt x="77142" y="418868"/>
                  </a:cubicBezTo>
                  <a:cubicBezTo>
                    <a:pt x="77142" y="407594"/>
                    <a:pt x="86281" y="398455"/>
                    <a:pt x="97555" y="398455"/>
                  </a:cubicBezTo>
                  <a:close/>
                  <a:moveTo>
                    <a:pt x="48778" y="398455"/>
                  </a:moveTo>
                  <a:cubicBezTo>
                    <a:pt x="60052" y="398455"/>
                    <a:pt x="69191" y="407594"/>
                    <a:pt x="69191" y="418868"/>
                  </a:cubicBezTo>
                  <a:cubicBezTo>
                    <a:pt x="69191" y="430142"/>
                    <a:pt x="60052" y="439281"/>
                    <a:pt x="48778" y="439281"/>
                  </a:cubicBezTo>
                  <a:cubicBezTo>
                    <a:pt x="37504" y="439281"/>
                    <a:pt x="28365" y="430142"/>
                    <a:pt x="28365" y="418868"/>
                  </a:cubicBezTo>
                  <a:cubicBezTo>
                    <a:pt x="28365" y="407594"/>
                    <a:pt x="37504" y="398455"/>
                    <a:pt x="48778" y="398455"/>
                  </a:cubicBezTo>
                  <a:close/>
                  <a:moveTo>
                    <a:pt x="2" y="398455"/>
                  </a:moveTo>
                  <a:cubicBezTo>
                    <a:pt x="11275" y="398455"/>
                    <a:pt x="20414" y="407594"/>
                    <a:pt x="20414" y="418868"/>
                  </a:cubicBezTo>
                  <a:cubicBezTo>
                    <a:pt x="20414" y="430142"/>
                    <a:pt x="11275" y="439281"/>
                    <a:pt x="2" y="439281"/>
                  </a:cubicBezTo>
                  <a:lnTo>
                    <a:pt x="0" y="439280"/>
                  </a:lnTo>
                  <a:lnTo>
                    <a:pt x="0" y="398456"/>
                  </a:lnTo>
                  <a:close/>
                  <a:moveTo>
                    <a:pt x="926765" y="344369"/>
                  </a:moveTo>
                  <a:cubicBezTo>
                    <a:pt x="932402" y="344369"/>
                    <a:pt x="937505" y="346654"/>
                    <a:pt x="941199" y="350348"/>
                  </a:cubicBezTo>
                  <a:lnTo>
                    <a:pt x="945200" y="360008"/>
                  </a:lnTo>
                  <a:lnTo>
                    <a:pt x="937178" y="381927"/>
                  </a:lnTo>
                  <a:lnTo>
                    <a:pt x="934711" y="383591"/>
                  </a:lnTo>
                  <a:cubicBezTo>
                    <a:pt x="932268" y="384624"/>
                    <a:pt x="929583" y="385195"/>
                    <a:pt x="926765" y="385195"/>
                  </a:cubicBezTo>
                  <a:cubicBezTo>
                    <a:pt x="915491" y="385195"/>
                    <a:pt x="906352" y="376056"/>
                    <a:pt x="906352" y="364782"/>
                  </a:cubicBezTo>
                  <a:cubicBezTo>
                    <a:pt x="906352" y="353508"/>
                    <a:pt x="915491" y="344369"/>
                    <a:pt x="926765" y="344369"/>
                  </a:cubicBezTo>
                  <a:close/>
                  <a:moveTo>
                    <a:pt x="877988" y="344369"/>
                  </a:moveTo>
                  <a:cubicBezTo>
                    <a:pt x="889262" y="344369"/>
                    <a:pt x="898401" y="353508"/>
                    <a:pt x="898401" y="364782"/>
                  </a:cubicBezTo>
                  <a:cubicBezTo>
                    <a:pt x="898401" y="376056"/>
                    <a:pt x="889262" y="385195"/>
                    <a:pt x="877988" y="385195"/>
                  </a:cubicBezTo>
                  <a:cubicBezTo>
                    <a:pt x="866714" y="385195"/>
                    <a:pt x="857575" y="376056"/>
                    <a:pt x="857575" y="364782"/>
                  </a:cubicBezTo>
                  <a:cubicBezTo>
                    <a:pt x="857575" y="353508"/>
                    <a:pt x="866714" y="344369"/>
                    <a:pt x="877988" y="344369"/>
                  </a:cubicBezTo>
                  <a:close/>
                  <a:moveTo>
                    <a:pt x="829211" y="344369"/>
                  </a:moveTo>
                  <a:cubicBezTo>
                    <a:pt x="840485" y="344369"/>
                    <a:pt x="849624" y="353508"/>
                    <a:pt x="849624" y="364782"/>
                  </a:cubicBezTo>
                  <a:cubicBezTo>
                    <a:pt x="849624" y="376056"/>
                    <a:pt x="840485" y="385195"/>
                    <a:pt x="829211" y="385195"/>
                  </a:cubicBezTo>
                  <a:cubicBezTo>
                    <a:pt x="817937" y="385195"/>
                    <a:pt x="808798" y="376056"/>
                    <a:pt x="808798" y="364782"/>
                  </a:cubicBezTo>
                  <a:cubicBezTo>
                    <a:pt x="808798" y="353508"/>
                    <a:pt x="817937" y="344369"/>
                    <a:pt x="829211" y="344369"/>
                  </a:cubicBezTo>
                  <a:close/>
                  <a:moveTo>
                    <a:pt x="780434" y="344369"/>
                  </a:moveTo>
                  <a:cubicBezTo>
                    <a:pt x="791708" y="344369"/>
                    <a:pt x="800847" y="353508"/>
                    <a:pt x="800847" y="364782"/>
                  </a:cubicBezTo>
                  <a:cubicBezTo>
                    <a:pt x="800847" y="376056"/>
                    <a:pt x="791708" y="385195"/>
                    <a:pt x="780434" y="385195"/>
                  </a:cubicBezTo>
                  <a:cubicBezTo>
                    <a:pt x="769160" y="385195"/>
                    <a:pt x="760021" y="376056"/>
                    <a:pt x="760021" y="364782"/>
                  </a:cubicBezTo>
                  <a:cubicBezTo>
                    <a:pt x="760021" y="353508"/>
                    <a:pt x="769160" y="344369"/>
                    <a:pt x="780434" y="344369"/>
                  </a:cubicBezTo>
                  <a:close/>
                  <a:moveTo>
                    <a:pt x="731657" y="344369"/>
                  </a:moveTo>
                  <a:cubicBezTo>
                    <a:pt x="742931" y="344369"/>
                    <a:pt x="752070" y="353508"/>
                    <a:pt x="752070" y="364782"/>
                  </a:cubicBezTo>
                  <a:cubicBezTo>
                    <a:pt x="752070" y="376056"/>
                    <a:pt x="742931" y="385195"/>
                    <a:pt x="731657" y="385195"/>
                  </a:cubicBezTo>
                  <a:cubicBezTo>
                    <a:pt x="720383" y="385195"/>
                    <a:pt x="711244" y="376056"/>
                    <a:pt x="711244" y="364782"/>
                  </a:cubicBezTo>
                  <a:cubicBezTo>
                    <a:pt x="711244" y="353508"/>
                    <a:pt x="720383" y="344369"/>
                    <a:pt x="731657" y="344369"/>
                  </a:cubicBezTo>
                  <a:close/>
                  <a:moveTo>
                    <a:pt x="682880" y="344369"/>
                  </a:moveTo>
                  <a:cubicBezTo>
                    <a:pt x="694153" y="344369"/>
                    <a:pt x="703293" y="353508"/>
                    <a:pt x="703293" y="364782"/>
                  </a:cubicBezTo>
                  <a:cubicBezTo>
                    <a:pt x="703293" y="376056"/>
                    <a:pt x="694153" y="385195"/>
                    <a:pt x="682880" y="385195"/>
                  </a:cubicBezTo>
                  <a:cubicBezTo>
                    <a:pt x="671606" y="385195"/>
                    <a:pt x="662467" y="376056"/>
                    <a:pt x="662467" y="364782"/>
                  </a:cubicBezTo>
                  <a:cubicBezTo>
                    <a:pt x="662467" y="353508"/>
                    <a:pt x="671606" y="344369"/>
                    <a:pt x="682880" y="344369"/>
                  </a:cubicBezTo>
                  <a:close/>
                  <a:moveTo>
                    <a:pt x="634103" y="344369"/>
                  </a:moveTo>
                  <a:cubicBezTo>
                    <a:pt x="645377" y="344369"/>
                    <a:pt x="654516" y="353508"/>
                    <a:pt x="654516" y="364782"/>
                  </a:cubicBezTo>
                  <a:cubicBezTo>
                    <a:pt x="654516" y="376056"/>
                    <a:pt x="645377" y="385195"/>
                    <a:pt x="634103" y="385195"/>
                  </a:cubicBezTo>
                  <a:cubicBezTo>
                    <a:pt x="622829" y="385195"/>
                    <a:pt x="613690" y="376056"/>
                    <a:pt x="613690" y="364782"/>
                  </a:cubicBezTo>
                  <a:cubicBezTo>
                    <a:pt x="613690" y="353508"/>
                    <a:pt x="622829" y="344369"/>
                    <a:pt x="634103" y="344369"/>
                  </a:cubicBezTo>
                  <a:close/>
                  <a:moveTo>
                    <a:pt x="585326" y="344369"/>
                  </a:moveTo>
                  <a:cubicBezTo>
                    <a:pt x="596599" y="344369"/>
                    <a:pt x="605738" y="353508"/>
                    <a:pt x="605738" y="364782"/>
                  </a:cubicBezTo>
                  <a:cubicBezTo>
                    <a:pt x="605738" y="376056"/>
                    <a:pt x="596599" y="385195"/>
                    <a:pt x="585326" y="385195"/>
                  </a:cubicBezTo>
                  <a:cubicBezTo>
                    <a:pt x="574052" y="385195"/>
                    <a:pt x="564913" y="376056"/>
                    <a:pt x="564913" y="364782"/>
                  </a:cubicBezTo>
                  <a:cubicBezTo>
                    <a:pt x="564913" y="353508"/>
                    <a:pt x="574052" y="344369"/>
                    <a:pt x="585326" y="344369"/>
                  </a:cubicBezTo>
                  <a:close/>
                  <a:moveTo>
                    <a:pt x="536549" y="344369"/>
                  </a:moveTo>
                  <a:cubicBezTo>
                    <a:pt x="547822" y="344369"/>
                    <a:pt x="556961" y="353508"/>
                    <a:pt x="556961" y="364782"/>
                  </a:cubicBezTo>
                  <a:cubicBezTo>
                    <a:pt x="556961" y="376056"/>
                    <a:pt x="547822" y="385195"/>
                    <a:pt x="536549" y="385195"/>
                  </a:cubicBezTo>
                  <a:cubicBezTo>
                    <a:pt x="525275" y="385195"/>
                    <a:pt x="516136" y="376056"/>
                    <a:pt x="516136" y="364782"/>
                  </a:cubicBezTo>
                  <a:cubicBezTo>
                    <a:pt x="516136" y="353508"/>
                    <a:pt x="525275" y="344369"/>
                    <a:pt x="536549" y="344369"/>
                  </a:cubicBezTo>
                  <a:close/>
                  <a:moveTo>
                    <a:pt x="487772" y="344369"/>
                  </a:moveTo>
                  <a:cubicBezTo>
                    <a:pt x="499045" y="344369"/>
                    <a:pt x="508184" y="353508"/>
                    <a:pt x="508184" y="364782"/>
                  </a:cubicBezTo>
                  <a:cubicBezTo>
                    <a:pt x="508184" y="376056"/>
                    <a:pt x="499045" y="385195"/>
                    <a:pt x="487772" y="385195"/>
                  </a:cubicBezTo>
                  <a:cubicBezTo>
                    <a:pt x="476498" y="385195"/>
                    <a:pt x="467359" y="376056"/>
                    <a:pt x="467359" y="364782"/>
                  </a:cubicBezTo>
                  <a:cubicBezTo>
                    <a:pt x="467359" y="353508"/>
                    <a:pt x="476498" y="344369"/>
                    <a:pt x="487772" y="344369"/>
                  </a:cubicBezTo>
                  <a:close/>
                  <a:moveTo>
                    <a:pt x="438994" y="344369"/>
                  </a:moveTo>
                  <a:cubicBezTo>
                    <a:pt x="450268" y="344369"/>
                    <a:pt x="459407" y="353508"/>
                    <a:pt x="459407" y="364782"/>
                  </a:cubicBezTo>
                  <a:cubicBezTo>
                    <a:pt x="459407" y="376056"/>
                    <a:pt x="450268" y="385195"/>
                    <a:pt x="438994" y="385195"/>
                  </a:cubicBezTo>
                  <a:cubicBezTo>
                    <a:pt x="427721" y="385195"/>
                    <a:pt x="418582" y="376056"/>
                    <a:pt x="418582" y="364782"/>
                  </a:cubicBezTo>
                  <a:cubicBezTo>
                    <a:pt x="418582" y="353508"/>
                    <a:pt x="427721" y="344369"/>
                    <a:pt x="438994" y="344369"/>
                  </a:cubicBezTo>
                  <a:close/>
                  <a:moveTo>
                    <a:pt x="390217" y="344369"/>
                  </a:moveTo>
                  <a:cubicBezTo>
                    <a:pt x="401491" y="344369"/>
                    <a:pt x="410630" y="353508"/>
                    <a:pt x="410630" y="364782"/>
                  </a:cubicBezTo>
                  <a:cubicBezTo>
                    <a:pt x="410630" y="376056"/>
                    <a:pt x="401491" y="385195"/>
                    <a:pt x="390217" y="385195"/>
                  </a:cubicBezTo>
                  <a:cubicBezTo>
                    <a:pt x="378944" y="385195"/>
                    <a:pt x="369805" y="376056"/>
                    <a:pt x="369805" y="364782"/>
                  </a:cubicBezTo>
                  <a:cubicBezTo>
                    <a:pt x="369805" y="353508"/>
                    <a:pt x="378944" y="344369"/>
                    <a:pt x="390217" y="344369"/>
                  </a:cubicBezTo>
                  <a:close/>
                  <a:moveTo>
                    <a:pt x="341440" y="344369"/>
                  </a:moveTo>
                  <a:cubicBezTo>
                    <a:pt x="352714" y="344369"/>
                    <a:pt x="361853" y="353508"/>
                    <a:pt x="361853" y="364782"/>
                  </a:cubicBezTo>
                  <a:cubicBezTo>
                    <a:pt x="361853" y="376056"/>
                    <a:pt x="352714" y="385195"/>
                    <a:pt x="341440" y="385195"/>
                  </a:cubicBezTo>
                  <a:cubicBezTo>
                    <a:pt x="330166" y="385195"/>
                    <a:pt x="321028" y="376056"/>
                    <a:pt x="321028" y="364782"/>
                  </a:cubicBezTo>
                  <a:cubicBezTo>
                    <a:pt x="321028" y="353508"/>
                    <a:pt x="330166" y="344369"/>
                    <a:pt x="341440" y="344369"/>
                  </a:cubicBezTo>
                  <a:close/>
                  <a:moveTo>
                    <a:pt x="292663" y="344369"/>
                  </a:moveTo>
                  <a:cubicBezTo>
                    <a:pt x="303937" y="344369"/>
                    <a:pt x="313076" y="353508"/>
                    <a:pt x="313076" y="364782"/>
                  </a:cubicBezTo>
                  <a:cubicBezTo>
                    <a:pt x="313076" y="376056"/>
                    <a:pt x="303937" y="385195"/>
                    <a:pt x="292663" y="385195"/>
                  </a:cubicBezTo>
                  <a:cubicBezTo>
                    <a:pt x="281389" y="385195"/>
                    <a:pt x="272251" y="376056"/>
                    <a:pt x="272251" y="364782"/>
                  </a:cubicBezTo>
                  <a:cubicBezTo>
                    <a:pt x="272251" y="353508"/>
                    <a:pt x="281389" y="344369"/>
                    <a:pt x="292663" y="344369"/>
                  </a:cubicBezTo>
                  <a:close/>
                  <a:moveTo>
                    <a:pt x="243886" y="344369"/>
                  </a:moveTo>
                  <a:cubicBezTo>
                    <a:pt x="255160" y="344369"/>
                    <a:pt x="264299" y="353508"/>
                    <a:pt x="264299" y="364782"/>
                  </a:cubicBezTo>
                  <a:cubicBezTo>
                    <a:pt x="264299" y="376056"/>
                    <a:pt x="255160" y="385195"/>
                    <a:pt x="243886" y="385195"/>
                  </a:cubicBezTo>
                  <a:cubicBezTo>
                    <a:pt x="232612" y="385195"/>
                    <a:pt x="223473" y="376056"/>
                    <a:pt x="223473" y="364782"/>
                  </a:cubicBezTo>
                  <a:cubicBezTo>
                    <a:pt x="223473" y="353508"/>
                    <a:pt x="232612" y="344369"/>
                    <a:pt x="243886" y="344369"/>
                  </a:cubicBezTo>
                  <a:close/>
                  <a:moveTo>
                    <a:pt x="195109" y="344369"/>
                  </a:moveTo>
                  <a:cubicBezTo>
                    <a:pt x="206383" y="344369"/>
                    <a:pt x="215522" y="353508"/>
                    <a:pt x="215522" y="364782"/>
                  </a:cubicBezTo>
                  <a:cubicBezTo>
                    <a:pt x="215522" y="376056"/>
                    <a:pt x="206383" y="385195"/>
                    <a:pt x="195109" y="385195"/>
                  </a:cubicBezTo>
                  <a:cubicBezTo>
                    <a:pt x="183835" y="385195"/>
                    <a:pt x="174696" y="376056"/>
                    <a:pt x="174696" y="364782"/>
                  </a:cubicBezTo>
                  <a:cubicBezTo>
                    <a:pt x="174696" y="353508"/>
                    <a:pt x="183835" y="344369"/>
                    <a:pt x="195109" y="344369"/>
                  </a:cubicBezTo>
                  <a:close/>
                  <a:moveTo>
                    <a:pt x="146332" y="344369"/>
                  </a:moveTo>
                  <a:cubicBezTo>
                    <a:pt x="157606" y="344369"/>
                    <a:pt x="166745" y="353508"/>
                    <a:pt x="166745" y="364782"/>
                  </a:cubicBezTo>
                  <a:cubicBezTo>
                    <a:pt x="166745" y="376056"/>
                    <a:pt x="157606" y="385195"/>
                    <a:pt x="146332" y="385195"/>
                  </a:cubicBezTo>
                  <a:cubicBezTo>
                    <a:pt x="135058" y="385195"/>
                    <a:pt x="125919" y="376056"/>
                    <a:pt x="125919" y="364782"/>
                  </a:cubicBezTo>
                  <a:cubicBezTo>
                    <a:pt x="125919" y="353508"/>
                    <a:pt x="135058" y="344369"/>
                    <a:pt x="146332" y="344369"/>
                  </a:cubicBezTo>
                  <a:close/>
                  <a:moveTo>
                    <a:pt x="97555" y="344369"/>
                  </a:moveTo>
                  <a:cubicBezTo>
                    <a:pt x="108829" y="344369"/>
                    <a:pt x="117968" y="353508"/>
                    <a:pt x="117968" y="364782"/>
                  </a:cubicBezTo>
                  <a:cubicBezTo>
                    <a:pt x="117968" y="376056"/>
                    <a:pt x="108829" y="385195"/>
                    <a:pt x="97555" y="385195"/>
                  </a:cubicBezTo>
                  <a:cubicBezTo>
                    <a:pt x="86281" y="385195"/>
                    <a:pt x="77142" y="376056"/>
                    <a:pt x="77142" y="364782"/>
                  </a:cubicBezTo>
                  <a:cubicBezTo>
                    <a:pt x="77142" y="353508"/>
                    <a:pt x="86281" y="344369"/>
                    <a:pt x="97555" y="344369"/>
                  </a:cubicBezTo>
                  <a:close/>
                  <a:moveTo>
                    <a:pt x="48778" y="344369"/>
                  </a:moveTo>
                  <a:cubicBezTo>
                    <a:pt x="60052" y="344369"/>
                    <a:pt x="69191" y="353508"/>
                    <a:pt x="69191" y="364782"/>
                  </a:cubicBezTo>
                  <a:cubicBezTo>
                    <a:pt x="69191" y="376056"/>
                    <a:pt x="60052" y="385195"/>
                    <a:pt x="48778" y="385195"/>
                  </a:cubicBezTo>
                  <a:cubicBezTo>
                    <a:pt x="37504" y="385195"/>
                    <a:pt x="28365" y="376056"/>
                    <a:pt x="28365" y="364782"/>
                  </a:cubicBezTo>
                  <a:cubicBezTo>
                    <a:pt x="28365" y="353508"/>
                    <a:pt x="37504" y="344369"/>
                    <a:pt x="48778" y="344369"/>
                  </a:cubicBezTo>
                  <a:close/>
                  <a:moveTo>
                    <a:pt x="2" y="344369"/>
                  </a:moveTo>
                  <a:cubicBezTo>
                    <a:pt x="11275" y="344369"/>
                    <a:pt x="20414" y="353508"/>
                    <a:pt x="20414" y="364782"/>
                  </a:cubicBezTo>
                  <a:cubicBezTo>
                    <a:pt x="20414" y="376056"/>
                    <a:pt x="11275" y="385195"/>
                    <a:pt x="2" y="385195"/>
                  </a:cubicBezTo>
                  <a:lnTo>
                    <a:pt x="0" y="385194"/>
                  </a:lnTo>
                  <a:lnTo>
                    <a:pt x="0" y="344370"/>
                  </a:lnTo>
                  <a:close/>
                  <a:moveTo>
                    <a:pt x="968876" y="291629"/>
                  </a:moveTo>
                  <a:lnTo>
                    <a:pt x="965684" y="304041"/>
                  </a:lnTo>
                  <a:lnTo>
                    <a:pt x="959440" y="321103"/>
                  </a:lnTo>
                  <a:lnTo>
                    <a:pt x="955129" y="310696"/>
                  </a:lnTo>
                  <a:cubicBezTo>
                    <a:pt x="955129" y="302240"/>
                    <a:pt x="960270" y="294986"/>
                    <a:pt x="967596" y="291887"/>
                  </a:cubicBezTo>
                  <a:close/>
                  <a:moveTo>
                    <a:pt x="926765" y="290283"/>
                  </a:moveTo>
                  <a:cubicBezTo>
                    <a:pt x="938039" y="290283"/>
                    <a:pt x="947178" y="299422"/>
                    <a:pt x="947178" y="310696"/>
                  </a:cubicBezTo>
                  <a:cubicBezTo>
                    <a:pt x="947178" y="321970"/>
                    <a:pt x="938039" y="331108"/>
                    <a:pt x="926765" y="331108"/>
                  </a:cubicBezTo>
                  <a:cubicBezTo>
                    <a:pt x="915491" y="331108"/>
                    <a:pt x="906352" y="321970"/>
                    <a:pt x="906352" y="310696"/>
                  </a:cubicBezTo>
                  <a:cubicBezTo>
                    <a:pt x="906352" y="299422"/>
                    <a:pt x="915491" y="290283"/>
                    <a:pt x="926765" y="290283"/>
                  </a:cubicBezTo>
                  <a:close/>
                  <a:moveTo>
                    <a:pt x="877988" y="290283"/>
                  </a:moveTo>
                  <a:cubicBezTo>
                    <a:pt x="889262" y="290283"/>
                    <a:pt x="898401" y="299422"/>
                    <a:pt x="898401" y="310696"/>
                  </a:cubicBezTo>
                  <a:cubicBezTo>
                    <a:pt x="898401" y="321970"/>
                    <a:pt x="889262" y="331108"/>
                    <a:pt x="877988" y="331108"/>
                  </a:cubicBezTo>
                  <a:cubicBezTo>
                    <a:pt x="866714" y="331108"/>
                    <a:pt x="857575" y="321970"/>
                    <a:pt x="857575" y="310696"/>
                  </a:cubicBezTo>
                  <a:cubicBezTo>
                    <a:pt x="857575" y="299422"/>
                    <a:pt x="866714" y="290283"/>
                    <a:pt x="877988" y="290283"/>
                  </a:cubicBezTo>
                  <a:close/>
                  <a:moveTo>
                    <a:pt x="829211" y="290283"/>
                  </a:moveTo>
                  <a:cubicBezTo>
                    <a:pt x="840485" y="290283"/>
                    <a:pt x="849624" y="299422"/>
                    <a:pt x="849624" y="310696"/>
                  </a:cubicBezTo>
                  <a:cubicBezTo>
                    <a:pt x="849624" y="321970"/>
                    <a:pt x="840485" y="331108"/>
                    <a:pt x="829211" y="331108"/>
                  </a:cubicBezTo>
                  <a:cubicBezTo>
                    <a:pt x="817937" y="331108"/>
                    <a:pt x="808798" y="321970"/>
                    <a:pt x="808798" y="310696"/>
                  </a:cubicBezTo>
                  <a:cubicBezTo>
                    <a:pt x="808798" y="299422"/>
                    <a:pt x="817937" y="290283"/>
                    <a:pt x="829211" y="290283"/>
                  </a:cubicBezTo>
                  <a:close/>
                  <a:moveTo>
                    <a:pt x="780434" y="290283"/>
                  </a:moveTo>
                  <a:cubicBezTo>
                    <a:pt x="791708" y="290283"/>
                    <a:pt x="800847" y="299422"/>
                    <a:pt x="800847" y="310696"/>
                  </a:cubicBezTo>
                  <a:cubicBezTo>
                    <a:pt x="800847" y="321970"/>
                    <a:pt x="791708" y="331108"/>
                    <a:pt x="780434" y="331108"/>
                  </a:cubicBezTo>
                  <a:cubicBezTo>
                    <a:pt x="769160" y="331108"/>
                    <a:pt x="760021" y="321970"/>
                    <a:pt x="760021" y="310696"/>
                  </a:cubicBezTo>
                  <a:cubicBezTo>
                    <a:pt x="760021" y="299422"/>
                    <a:pt x="769160" y="290283"/>
                    <a:pt x="780434" y="290283"/>
                  </a:cubicBezTo>
                  <a:close/>
                  <a:moveTo>
                    <a:pt x="731657" y="290283"/>
                  </a:moveTo>
                  <a:cubicBezTo>
                    <a:pt x="742931" y="290283"/>
                    <a:pt x="752070" y="299422"/>
                    <a:pt x="752070" y="310696"/>
                  </a:cubicBezTo>
                  <a:cubicBezTo>
                    <a:pt x="752070" y="321970"/>
                    <a:pt x="742931" y="331108"/>
                    <a:pt x="731657" y="331108"/>
                  </a:cubicBezTo>
                  <a:cubicBezTo>
                    <a:pt x="720383" y="331108"/>
                    <a:pt x="711244" y="321970"/>
                    <a:pt x="711244" y="310696"/>
                  </a:cubicBezTo>
                  <a:cubicBezTo>
                    <a:pt x="711244" y="299422"/>
                    <a:pt x="720383" y="290283"/>
                    <a:pt x="731657" y="290283"/>
                  </a:cubicBezTo>
                  <a:close/>
                  <a:moveTo>
                    <a:pt x="682880" y="290283"/>
                  </a:moveTo>
                  <a:cubicBezTo>
                    <a:pt x="694153" y="290283"/>
                    <a:pt x="703293" y="299422"/>
                    <a:pt x="703293" y="310696"/>
                  </a:cubicBezTo>
                  <a:cubicBezTo>
                    <a:pt x="703293" y="321970"/>
                    <a:pt x="694153" y="331108"/>
                    <a:pt x="682880" y="331108"/>
                  </a:cubicBezTo>
                  <a:cubicBezTo>
                    <a:pt x="671606" y="331108"/>
                    <a:pt x="662467" y="321970"/>
                    <a:pt x="662467" y="310696"/>
                  </a:cubicBezTo>
                  <a:cubicBezTo>
                    <a:pt x="662467" y="299422"/>
                    <a:pt x="671606" y="290283"/>
                    <a:pt x="682880" y="290283"/>
                  </a:cubicBezTo>
                  <a:close/>
                  <a:moveTo>
                    <a:pt x="634103" y="290283"/>
                  </a:moveTo>
                  <a:cubicBezTo>
                    <a:pt x="645377" y="290283"/>
                    <a:pt x="654516" y="299422"/>
                    <a:pt x="654516" y="310696"/>
                  </a:cubicBezTo>
                  <a:cubicBezTo>
                    <a:pt x="654516" y="321970"/>
                    <a:pt x="645377" y="331108"/>
                    <a:pt x="634103" y="331108"/>
                  </a:cubicBezTo>
                  <a:cubicBezTo>
                    <a:pt x="622829" y="331108"/>
                    <a:pt x="613690" y="321970"/>
                    <a:pt x="613690" y="310696"/>
                  </a:cubicBezTo>
                  <a:cubicBezTo>
                    <a:pt x="613690" y="299422"/>
                    <a:pt x="622829" y="290283"/>
                    <a:pt x="634103" y="290283"/>
                  </a:cubicBezTo>
                  <a:close/>
                  <a:moveTo>
                    <a:pt x="585326" y="290283"/>
                  </a:moveTo>
                  <a:cubicBezTo>
                    <a:pt x="596599" y="290283"/>
                    <a:pt x="605738" y="299422"/>
                    <a:pt x="605738" y="310696"/>
                  </a:cubicBezTo>
                  <a:cubicBezTo>
                    <a:pt x="605738" y="321970"/>
                    <a:pt x="596599" y="331108"/>
                    <a:pt x="585326" y="331108"/>
                  </a:cubicBezTo>
                  <a:cubicBezTo>
                    <a:pt x="574052" y="331108"/>
                    <a:pt x="564913" y="321970"/>
                    <a:pt x="564913" y="310696"/>
                  </a:cubicBezTo>
                  <a:cubicBezTo>
                    <a:pt x="564913" y="299422"/>
                    <a:pt x="574052" y="290283"/>
                    <a:pt x="585326" y="290283"/>
                  </a:cubicBezTo>
                  <a:close/>
                  <a:moveTo>
                    <a:pt x="536549" y="290283"/>
                  </a:moveTo>
                  <a:cubicBezTo>
                    <a:pt x="547822" y="290283"/>
                    <a:pt x="556961" y="299422"/>
                    <a:pt x="556961" y="310696"/>
                  </a:cubicBezTo>
                  <a:cubicBezTo>
                    <a:pt x="556961" y="321970"/>
                    <a:pt x="547822" y="331108"/>
                    <a:pt x="536549" y="331108"/>
                  </a:cubicBezTo>
                  <a:cubicBezTo>
                    <a:pt x="525275" y="331108"/>
                    <a:pt x="516136" y="321970"/>
                    <a:pt x="516136" y="310696"/>
                  </a:cubicBezTo>
                  <a:cubicBezTo>
                    <a:pt x="516136" y="299422"/>
                    <a:pt x="525275" y="290283"/>
                    <a:pt x="536549" y="290283"/>
                  </a:cubicBezTo>
                  <a:close/>
                  <a:moveTo>
                    <a:pt x="487772" y="290283"/>
                  </a:moveTo>
                  <a:cubicBezTo>
                    <a:pt x="499045" y="290283"/>
                    <a:pt x="508184" y="299422"/>
                    <a:pt x="508184" y="310696"/>
                  </a:cubicBezTo>
                  <a:cubicBezTo>
                    <a:pt x="508184" y="321970"/>
                    <a:pt x="499045" y="331108"/>
                    <a:pt x="487772" y="331108"/>
                  </a:cubicBezTo>
                  <a:cubicBezTo>
                    <a:pt x="476498" y="331108"/>
                    <a:pt x="467359" y="321970"/>
                    <a:pt x="467359" y="310696"/>
                  </a:cubicBezTo>
                  <a:cubicBezTo>
                    <a:pt x="467359" y="299422"/>
                    <a:pt x="476498" y="290283"/>
                    <a:pt x="487772" y="290283"/>
                  </a:cubicBezTo>
                  <a:close/>
                  <a:moveTo>
                    <a:pt x="438994" y="290283"/>
                  </a:moveTo>
                  <a:cubicBezTo>
                    <a:pt x="450268" y="290283"/>
                    <a:pt x="459407" y="299422"/>
                    <a:pt x="459407" y="310696"/>
                  </a:cubicBezTo>
                  <a:cubicBezTo>
                    <a:pt x="459407" y="321970"/>
                    <a:pt x="450268" y="331108"/>
                    <a:pt x="438994" y="331108"/>
                  </a:cubicBezTo>
                  <a:cubicBezTo>
                    <a:pt x="427721" y="331108"/>
                    <a:pt x="418582" y="321970"/>
                    <a:pt x="418582" y="310696"/>
                  </a:cubicBezTo>
                  <a:cubicBezTo>
                    <a:pt x="418582" y="299422"/>
                    <a:pt x="427721" y="290283"/>
                    <a:pt x="438994" y="290283"/>
                  </a:cubicBezTo>
                  <a:close/>
                  <a:moveTo>
                    <a:pt x="390217" y="290283"/>
                  </a:moveTo>
                  <a:cubicBezTo>
                    <a:pt x="401491" y="290283"/>
                    <a:pt x="410630" y="299422"/>
                    <a:pt x="410630" y="310696"/>
                  </a:cubicBezTo>
                  <a:cubicBezTo>
                    <a:pt x="410630" y="321970"/>
                    <a:pt x="401491" y="331108"/>
                    <a:pt x="390217" y="331108"/>
                  </a:cubicBezTo>
                  <a:cubicBezTo>
                    <a:pt x="378944" y="331108"/>
                    <a:pt x="369805" y="321970"/>
                    <a:pt x="369805" y="310696"/>
                  </a:cubicBezTo>
                  <a:cubicBezTo>
                    <a:pt x="369805" y="299422"/>
                    <a:pt x="378944" y="290283"/>
                    <a:pt x="390217" y="290283"/>
                  </a:cubicBezTo>
                  <a:close/>
                  <a:moveTo>
                    <a:pt x="341440" y="290283"/>
                  </a:moveTo>
                  <a:cubicBezTo>
                    <a:pt x="352714" y="290283"/>
                    <a:pt x="361853" y="299422"/>
                    <a:pt x="361853" y="310696"/>
                  </a:cubicBezTo>
                  <a:cubicBezTo>
                    <a:pt x="361853" y="321970"/>
                    <a:pt x="352714" y="331108"/>
                    <a:pt x="341440" y="331108"/>
                  </a:cubicBezTo>
                  <a:cubicBezTo>
                    <a:pt x="330166" y="331108"/>
                    <a:pt x="321028" y="321970"/>
                    <a:pt x="321028" y="310696"/>
                  </a:cubicBezTo>
                  <a:cubicBezTo>
                    <a:pt x="321028" y="299422"/>
                    <a:pt x="330166" y="290283"/>
                    <a:pt x="341440" y="290283"/>
                  </a:cubicBezTo>
                  <a:close/>
                  <a:moveTo>
                    <a:pt x="292663" y="290283"/>
                  </a:moveTo>
                  <a:cubicBezTo>
                    <a:pt x="303937" y="290283"/>
                    <a:pt x="313076" y="299422"/>
                    <a:pt x="313076" y="310696"/>
                  </a:cubicBezTo>
                  <a:cubicBezTo>
                    <a:pt x="313076" y="321970"/>
                    <a:pt x="303937" y="331108"/>
                    <a:pt x="292663" y="331108"/>
                  </a:cubicBezTo>
                  <a:cubicBezTo>
                    <a:pt x="281389" y="331108"/>
                    <a:pt x="272251" y="321970"/>
                    <a:pt x="272251" y="310696"/>
                  </a:cubicBezTo>
                  <a:cubicBezTo>
                    <a:pt x="272251" y="299422"/>
                    <a:pt x="281389" y="290283"/>
                    <a:pt x="292663" y="290283"/>
                  </a:cubicBezTo>
                  <a:close/>
                  <a:moveTo>
                    <a:pt x="243886" y="290283"/>
                  </a:moveTo>
                  <a:cubicBezTo>
                    <a:pt x="255160" y="290283"/>
                    <a:pt x="264299" y="299422"/>
                    <a:pt x="264299" y="310696"/>
                  </a:cubicBezTo>
                  <a:cubicBezTo>
                    <a:pt x="264299" y="321970"/>
                    <a:pt x="255160" y="331108"/>
                    <a:pt x="243886" y="331108"/>
                  </a:cubicBezTo>
                  <a:cubicBezTo>
                    <a:pt x="232612" y="331108"/>
                    <a:pt x="223473" y="321970"/>
                    <a:pt x="223473" y="310696"/>
                  </a:cubicBezTo>
                  <a:cubicBezTo>
                    <a:pt x="223473" y="299422"/>
                    <a:pt x="232612" y="290283"/>
                    <a:pt x="243886" y="290283"/>
                  </a:cubicBezTo>
                  <a:close/>
                  <a:moveTo>
                    <a:pt x="195109" y="290283"/>
                  </a:moveTo>
                  <a:cubicBezTo>
                    <a:pt x="206383" y="290283"/>
                    <a:pt x="215522" y="299422"/>
                    <a:pt x="215522" y="310696"/>
                  </a:cubicBezTo>
                  <a:cubicBezTo>
                    <a:pt x="215522" y="321970"/>
                    <a:pt x="206383" y="331108"/>
                    <a:pt x="195109" y="331108"/>
                  </a:cubicBezTo>
                  <a:cubicBezTo>
                    <a:pt x="183835" y="331108"/>
                    <a:pt x="174696" y="321970"/>
                    <a:pt x="174696" y="310696"/>
                  </a:cubicBezTo>
                  <a:cubicBezTo>
                    <a:pt x="174696" y="299422"/>
                    <a:pt x="183835" y="290283"/>
                    <a:pt x="195109" y="290283"/>
                  </a:cubicBezTo>
                  <a:close/>
                  <a:moveTo>
                    <a:pt x="146332" y="290283"/>
                  </a:moveTo>
                  <a:cubicBezTo>
                    <a:pt x="157606" y="290283"/>
                    <a:pt x="166745" y="299422"/>
                    <a:pt x="166745" y="310696"/>
                  </a:cubicBezTo>
                  <a:cubicBezTo>
                    <a:pt x="166745" y="321970"/>
                    <a:pt x="157606" y="331108"/>
                    <a:pt x="146332" y="331108"/>
                  </a:cubicBezTo>
                  <a:cubicBezTo>
                    <a:pt x="135058" y="331108"/>
                    <a:pt x="125919" y="321970"/>
                    <a:pt x="125919" y="310696"/>
                  </a:cubicBezTo>
                  <a:cubicBezTo>
                    <a:pt x="125919" y="299422"/>
                    <a:pt x="135058" y="290283"/>
                    <a:pt x="146332" y="290283"/>
                  </a:cubicBezTo>
                  <a:close/>
                  <a:moveTo>
                    <a:pt x="97555" y="290283"/>
                  </a:moveTo>
                  <a:cubicBezTo>
                    <a:pt x="108829" y="290283"/>
                    <a:pt x="117968" y="299422"/>
                    <a:pt x="117968" y="310696"/>
                  </a:cubicBezTo>
                  <a:cubicBezTo>
                    <a:pt x="117968" y="321970"/>
                    <a:pt x="108829" y="331108"/>
                    <a:pt x="97555" y="331108"/>
                  </a:cubicBezTo>
                  <a:cubicBezTo>
                    <a:pt x="86281" y="331108"/>
                    <a:pt x="77142" y="321970"/>
                    <a:pt x="77142" y="310696"/>
                  </a:cubicBezTo>
                  <a:cubicBezTo>
                    <a:pt x="77142" y="299422"/>
                    <a:pt x="86281" y="290283"/>
                    <a:pt x="97555" y="290283"/>
                  </a:cubicBezTo>
                  <a:close/>
                  <a:moveTo>
                    <a:pt x="48778" y="290283"/>
                  </a:moveTo>
                  <a:cubicBezTo>
                    <a:pt x="60052" y="290283"/>
                    <a:pt x="69191" y="299422"/>
                    <a:pt x="69191" y="310696"/>
                  </a:cubicBezTo>
                  <a:cubicBezTo>
                    <a:pt x="69191" y="321970"/>
                    <a:pt x="60052" y="331108"/>
                    <a:pt x="48778" y="331108"/>
                  </a:cubicBezTo>
                  <a:cubicBezTo>
                    <a:pt x="37504" y="331108"/>
                    <a:pt x="28365" y="321970"/>
                    <a:pt x="28365" y="310696"/>
                  </a:cubicBezTo>
                  <a:cubicBezTo>
                    <a:pt x="28365" y="299422"/>
                    <a:pt x="37504" y="290283"/>
                    <a:pt x="48778" y="290283"/>
                  </a:cubicBezTo>
                  <a:close/>
                  <a:moveTo>
                    <a:pt x="2" y="290283"/>
                  </a:moveTo>
                  <a:cubicBezTo>
                    <a:pt x="11275" y="290283"/>
                    <a:pt x="20414" y="299422"/>
                    <a:pt x="20414" y="310696"/>
                  </a:cubicBezTo>
                  <a:cubicBezTo>
                    <a:pt x="20414" y="321970"/>
                    <a:pt x="11275" y="331108"/>
                    <a:pt x="2" y="331108"/>
                  </a:cubicBezTo>
                  <a:lnTo>
                    <a:pt x="0" y="331107"/>
                  </a:lnTo>
                  <a:lnTo>
                    <a:pt x="0" y="290284"/>
                  </a:lnTo>
                  <a:close/>
                  <a:moveTo>
                    <a:pt x="975542" y="236197"/>
                  </a:moveTo>
                  <a:lnTo>
                    <a:pt x="982755" y="237653"/>
                  </a:lnTo>
                  <a:lnTo>
                    <a:pt x="972775" y="276464"/>
                  </a:lnTo>
                  <a:lnTo>
                    <a:pt x="967596" y="275418"/>
                  </a:lnTo>
                  <a:cubicBezTo>
                    <a:pt x="960270" y="272320"/>
                    <a:pt x="955129" y="265065"/>
                    <a:pt x="955129" y="256609"/>
                  </a:cubicBezTo>
                  <a:cubicBezTo>
                    <a:pt x="955129" y="245336"/>
                    <a:pt x="964268" y="236197"/>
                    <a:pt x="975542" y="236197"/>
                  </a:cubicBezTo>
                  <a:close/>
                  <a:moveTo>
                    <a:pt x="926765" y="236197"/>
                  </a:moveTo>
                  <a:cubicBezTo>
                    <a:pt x="938039" y="236197"/>
                    <a:pt x="947178" y="245336"/>
                    <a:pt x="947178" y="256609"/>
                  </a:cubicBezTo>
                  <a:cubicBezTo>
                    <a:pt x="947178" y="267883"/>
                    <a:pt x="938039" y="277022"/>
                    <a:pt x="926765" y="277022"/>
                  </a:cubicBezTo>
                  <a:cubicBezTo>
                    <a:pt x="915491" y="277022"/>
                    <a:pt x="906352" y="267883"/>
                    <a:pt x="906352" y="256609"/>
                  </a:cubicBezTo>
                  <a:cubicBezTo>
                    <a:pt x="906352" y="245336"/>
                    <a:pt x="915491" y="236197"/>
                    <a:pt x="926765" y="236197"/>
                  </a:cubicBezTo>
                  <a:close/>
                  <a:moveTo>
                    <a:pt x="877988" y="236197"/>
                  </a:moveTo>
                  <a:cubicBezTo>
                    <a:pt x="889262" y="236197"/>
                    <a:pt x="898401" y="245336"/>
                    <a:pt x="898401" y="256609"/>
                  </a:cubicBezTo>
                  <a:cubicBezTo>
                    <a:pt x="898401" y="267883"/>
                    <a:pt x="889262" y="277022"/>
                    <a:pt x="877988" y="277022"/>
                  </a:cubicBezTo>
                  <a:cubicBezTo>
                    <a:pt x="866714" y="277022"/>
                    <a:pt x="857575" y="267883"/>
                    <a:pt x="857575" y="256609"/>
                  </a:cubicBezTo>
                  <a:cubicBezTo>
                    <a:pt x="857575" y="245336"/>
                    <a:pt x="866714" y="236197"/>
                    <a:pt x="877988" y="236197"/>
                  </a:cubicBezTo>
                  <a:close/>
                  <a:moveTo>
                    <a:pt x="829211" y="236197"/>
                  </a:moveTo>
                  <a:cubicBezTo>
                    <a:pt x="840485" y="236197"/>
                    <a:pt x="849624" y="245336"/>
                    <a:pt x="849624" y="256609"/>
                  </a:cubicBezTo>
                  <a:cubicBezTo>
                    <a:pt x="849624" y="267883"/>
                    <a:pt x="840485" y="277022"/>
                    <a:pt x="829211" y="277022"/>
                  </a:cubicBezTo>
                  <a:cubicBezTo>
                    <a:pt x="817937" y="277022"/>
                    <a:pt x="808798" y="267883"/>
                    <a:pt x="808798" y="256609"/>
                  </a:cubicBezTo>
                  <a:cubicBezTo>
                    <a:pt x="808798" y="245336"/>
                    <a:pt x="817937" y="236197"/>
                    <a:pt x="829211" y="236197"/>
                  </a:cubicBezTo>
                  <a:close/>
                  <a:moveTo>
                    <a:pt x="780434" y="236197"/>
                  </a:moveTo>
                  <a:cubicBezTo>
                    <a:pt x="791708" y="236197"/>
                    <a:pt x="800847" y="245336"/>
                    <a:pt x="800847" y="256609"/>
                  </a:cubicBezTo>
                  <a:cubicBezTo>
                    <a:pt x="800847" y="267883"/>
                    <a:pt x="791708" y="277022"/>
                    <a:pt x="780434" y="277022"/>
                  </a:cubicBezTo>
                  <a:cubicBezTo>
                    <a:pt x="769160" y="277022"/>
                    <a:pt x="760021" y="267883"/>
                    <a:pt x="760021" y="256609"/>
                  </a:cubicBezTo>
                  <a:cubicBezTo>
                    <a:pt x="760021" y="245336"/>
                    <a:pt x="769160" y="236197"/>
                    <a:pt x="780434" y="236197"/>
                  </a:cubicBezTo>
                  <a:close/>
                  <a:moveTo>
                    <a:pt x="731657" y="236197"/>
                  </a:moveTo>
                  <a:cubicBezTo>
                    <a:pt x="742931" y="236197"/>
                    <a:pt x="752070" y="245336"/>
                    <a:pt x="752070" y="256609"/>
                  </a:cubicBezTo>
                  <a:cubicBezTo>
                    <a:pt x="752070" y="267883"/>
                    <a:pt x="742931" y="277022"/>
                    <a:pt x="731657" y="277022"/>
                  </a:cubicBezTo>
                  <a:cubicBezTo>
                    <a:pt x="720383" y="277022"/>
                    <a:pt x="711244" y="267883"/>
                    <a:pt x="711244" y="256609"/>
                  </a:cubicBezTo>
                  <a:cubicBezTo>
                    <a:pt x="711244" y="245336"/>
                    <a:pt x="720383" y="236197"/>
                    <a:pt x="731657" y="236197"/>
                  </a:cubicBezTo>
                  <a:close/>
                  <a:moveTo>
                    <a:pt x="682880" y="236197"/>
                  </a:moveTo>
                  <a:cubicBezTo>
                    <a:pt x="694153" y="236197"/>
                    <a:pt x="703293" y="245336"/>
                    <a:pt x="703293" y="256609"/>
                  </a:cubicBezTo>
                  <a:cubicBezTo>
                    <a:pt x="703293" y="267883"/>
                    <a:pt x="694153" y="277022"/>
                    <a:pt x="682880" y="277022"/>
                  </a:cubicBezTo>
                  <a:cubicBezTo>
                    <a:pt x="671606" y="277022"/>
                    <a:pt x="662467" y="267883"/>
                    <a:pt x="662467" y="256609"/>
                  </a:cubicBezTo>
                  <a:cubicBezTo>
                    <a:pt x="662467" y="245336"/>
                    <a:pt x="671606" y="236197"/>
                    <a:pt x="682880" y="236197"/>
                  </a:cubicBezTo>
                  <a:close/>
                  <a:moveTo>
                    <a:pt x="634103" y="236197"/>
                  </a:moveTo>
                  <a:cubicBezTo>
                    <a:pt x="645377" y="236197"/>
                    <a:pt x="654516" y="245336"/>
                    <a:pt x="654516" y="256609"/>
                  </a:cubicBezTo>
                  <a:cubicBezTo>
                    <a:pt x="654516" y="267883"/>
                    <a:pt x="645377" y="277022"/>
                    <a:pt x="634103" y="277022"/>
                  </a:cubicBezTo>
                  <a:cubicBezTo>
                    <a:pt x="622829" y="277022"/>
                    <a:pt x="613690" y="267883"/>
                    <a:pt x="613690" y="256609"/>
                  </a:cubicBezTo>
                  <a:cubicBezTo>
                    <a:pt x="613690" y="245336"/>
                    <a:pt x="622829" y="236197"/>
                    <a:pt x="634103" y="236197"/>
                  </a:cubicBezTo>
                  <a:close/>
                  <a:moveTo>
                    <a:pt x="585326" y="236197"/>
                  </a:moveTo>
                  <a:cubicBezTo>
                    <a:pt x="596599" y="236197"/>
                    <a:pt x="605738" y="245336"/>
                    <a:pt x="605738" y="256609"/>
                  </a:cubicBezTo>
                  <a:cubicBezTo>
                    <a:pt x="605738" y="267883"/>
                    <a:pt x="596599" y="277022"/>
                    <a:pt x="585326" y="277022"/>
                  </a:cubicBezTo>
                  <a:cubicBezTo>
                    <a:pt x="574052" y="277022"/>
                    <a:pt x="564913" y="267883"/>
                    <a:pt x="564913" y="256609"/>
                  </a:cubicBezTo>
                  <a:cubicBezTo>
                    <a:pt x="564913" y="245336"/>
                    <a:pt x="574052" y="236197"/>
                    <a:pt x="585326" y="236197"/>
                  </a:cubicBezTo>
                  <a:close/>
                  <a:moveTo>
                    <a:pt x="536549" y="236197"/>
                  </a:moveTo>
                  <a:cubicBezTo>
                    <a:pt x="547822" y="236197"/>
                    <a:pt x="556961" y="245336"/>
                    <a:pt x="556961" y="256609"/>
                  </a:cubicBezTo>
                  <a:cubicBezTo>
                    <a:pt x="556961" y="267883"/>
                    <a:pt x="547822" y="277022"/>
                    <a:pt x="536549" y="277022"/>
                  </a:cubicBezTo>
                  <a:cubicBezTo>
                    <a:pt x="525275" y="277022"/>
                    <a:pt x="516136" y="267883"/>
                    <a:pt x="516136" y="256609"/>
                  </a:cubicBezTo>
                  <a:cubicBezTo>
                    <a:pt x="516136" y="245336"/>
                    <a:pt x="525275" y="236197"/>
                    <a:pt x="536549" y="236197"/>
                  </a:cubicBezTo>
                  <a:close/>
                  <a:moveTo>
                    <a:pt x="487772" y="236197"/>
                  </a:moveTo>
                  <a:cubicBezTo>
                    <a:pt x="499045" y="236197"/>
                    <a:pt x="508184" y="245336"/>
                    <a:pt x="508184" y="256609"/>
                  </a:cubicBezTo>
                  <a:cubicBezTo>
                    <a:pt x="508184" y="267883"/>
                    <a:pt x="499045" y="277022"/>
                    <a:pt x="487772" y="277022"/>
                  </a:cubicBezTo>
                  <a:cubicBezTo>
                    <a:pt x="476498" y="277022"/>
                    <a:pt x="467359" y="267883"/>
                    <a:pt x="467359" y="256609"/>
                  </a:cubicBezTo>
                  <a:cubicBezTo>
                    <a:pt x="467359" y="245336"/>
                    <a:pt x="476498" y="236197"/>
                    <a:pt x="487772" y="236197"/>
                  </a:cubicBezTo>
                  <a:close/>
                  <a:moveTo>
                    <a:pt x="438994" y="236197"/>
                  </a:moveTo>
                  <a:cubicBezTo>
                    <a:pt x="450268" y="236197"/>
                    <a:pt x="459407" y="245336"/>
                    <a:pt x="459407" y="256609"/>
                  </a:cubicBezTo>
                  <a:cubicBezTo>
                    <a:pt x="459407" y="267883"/>
                    <a:pt x="450268" y="277022"/>
                    <a:pt x="438994" y="277022"/>
                  </a:cubicBezTo>
                  <a:cubicBezTo>
                    <a:pt x="427721" y="277022"/>
                    <a:pt x="418582" y="267883"/>
                    <a:pt x="418582" y="256609"/>
                  </a:cubicBezTo>
                  <a:cubicBezTo>
                    <a:pt x="418582" y="245336"/>
                    <a:pt x="427721" y="236197"/>
                    <a:pt x="438994" y="236197"/>
                  </a:cubicBezTo>
                  <a:close/>
                  <a:moveTo>
                    <a:pt x="390217" y="236197"/>
                  </a:moveTo>
                  <a:cubicBezTo>
                    <a:pt x="401491" y="236197"/>
                    <a:pt x="410630" y="245336"/>
                    <a:pt x="410630" y="256609"/>
                  </a:cubicBezTo>
                  <a:cubicBezTo>
                    <a:pt x="410630" y="267883"/>
                    <a:pt x="401491" y="277022"/>
                    <a:pt x="390217" y="277022"/>
                  </a:cubicBezTo>
                  <a:cubicBezTo>
                    <a:pt x="378944" y="277022"/>
                    <a:pt x="369805" y="267883"/>
                    <a:pt x="369805" y="256609"/>
                  </a:cubicBezTo>
                  <a:cubicBezTo>
                    <a:pt x="369805" y="245336"/>
                    <a:pt x="378944" y="236197"/>
                    <a:pt x="390217" y="236197"/>
                  </a:cubicBezTo>
                  <a:close/>
                  <a:moveTo>
                    <a:pt x="341440" y="236197"/>
                  </a:moveTo>
                  <a:cubicBezTo>
                    <a:pt x="352714" y="236197"/>
                    <a:pt x="361853" y="245336"/>
                    <a:pt x="361853" y="256609"/>
                  </a:cubicBezTo>
                  <a:cubicBezTo>
                    <a:pt x="361853" y="267883"/>
                    <a:pt x="352714" y="277022"/>
                    <a:pt x="341440" y="277022"/>
                  </a:cubicBezTo>
                  <a:cubicBezTo>
                    <a:pt x="330166" y="277022"/>
                    <a:pt x="321028" y="267883"/>
                    <a:pt x="321028" y="256609"/>
                  </a:cubicBezTo>
                  <a:cubicBezTo>
                    <a:pt x="321028" y="245336"/>
                    <a:pt x="330166" y="236197"/>
                    <a:pt x="341440" y="236197"/>
                  </a:cubicBezTo>
                  <a:close/>
                  <a:moveTo>
                    <a:pt x="292663" y="236197"/>
                  </a:moveTo>
                  <a:cubicBezTo>
                    <a:pt x="303937" y="236197"/>
                    <a:pt x="313076" y="245336"/>
                    <a:pt x="313076" y="256609"/>
                  </a:cubicBezTo>
                  <a:cubicBezTo>
                    <a:pt x="313076" y="267883"/>
                    <a:pt x="303937" y="277022"/>
                    <a:pt x="292663" y="277022"/>
                  </a:cubicBezTo>
                  <a:cubicBezTo>
                    <a:pt x="281389" y="277022"/>
                    <a:pt x="272251" y="267883"/>
                    <a:pt x="272251" y="256609"/>
                  </a:cubicBezTo>
                  <a:cubicBezTo>
                    <a:pt x="272251" y="245336"/>
                    <a:pt x="281389" y="236197"/>
                    <a:pt x="292663" y="236197"/>
                  </a:cubicBezTo>
                  <a:close/>
                  <a:moveTo>
                    <a:pt x="243886" y="236197"/>
                  </a:moveTo>
                  <a:cubicBezTo>
                    <a:pt x="255160" y="236197"/>
                    <a:pt x="264299" y="245336"/>
                    <a:pt x="264299" y="256609"/>
                  </a:cubicBezTo>
                  <a:cubicBezTo>
                    <a:pt x="264299" y="267883"/>
                    <a:pt x="255160" y="277022"/>
                    <a:pt x="243886" y="277022"/>
                  </a:cubicBezTo>
                  <a:cubicBezTo>
                    <a:pt x="232612" y="277022"/>
                    <a:pt x="223473" y="267883"/>
                    <a:pt x="223473" y="256609"/>
                  </a:cubicBezTo>
                  <a:cubicBezTo>
                    <a:pt x="223473" y="245336"/>
                    <a:pt x="232612" y="236197"/>
                    <a:pt x="243886" y="236197"/>
                  </a:cubicBezTo>
                  <a:close/>
                  <a:moveTo>
                    <a:pt x="195109" y="236197"/>
                  </a:moveTo>
                  <a:cubicBezTo>
                    <a:pt x="206383" y="236197"/>
                    <a:pt x="215522" y="245336"/>
                    <a:pt x="215522" y="256609"/>
                  </a:cubicBezTo>
                  <a:cubicBezTo>
                    <a:pt x="215522" y="267883"/>
                    <a:pt x="206383" y="277022"/>
                    <a:pt x="195109" y="277022"/>
                  </a:cubicBezTo>
                  <a:cubicBezTo>
                    <a:pt x="183835" y="277022"/>
                    <a:pt x="174696" y="267883"/>
                    <a:pt x="174696" y="256609"/>
                  </a:cubicBezTo>
                  <a:cubicBezTo>
                    <a:pt x="174696" y="245336"/>
                    <a:pt x="183835" y="236197"/>
                    <a:pt x="195109" y="236197"/>
                  </a:cubicBezTo>
                  <a:close/>
                  <a:moveTo>
                    <a:pt x="146332" y="236197"/>
                  </a:moveTo>
                  <a:cubicBezTo>
                    <a:pt x="157606" y="236197"/>
                    <a:pt x="166745" y="245336"/>
                    <a:pt x="166745" y="256609"/>
                  </a:cubicBezTo>
                  <a:cubicBezTo>
                    <a:pt x="166745" y="267883"/>
                    <a:pt x="157606" y="277022"/>
                    <a:pt x="146332" y="277022"/>
                  </a:cubicBezTo>
                  <a:cubicBezTo>
                    <a:pt x="135058" y="277022"/>
                    <a:pt x="125919" y="267883"/>
                    <a:pt x="125919" y="256609"/>
                  </a:cubicBezTo>
                  <a:cubicBezTo>
                    <a:pt x="125919" y="245336"/>
                    <a:pt x="135058" y="236197"/>
                    <a:pt x="146332" y="236197"/>
                  </a:cubicBezTo>
                  <a:close/>
                  <a:moveTo>
                    <a:pt x="97555" y="236197"/>
                  </a:moveTo>
                  <a:cubicBezTo>
                    <a:pt x="108829" y="236197"/>
                    <a:pt x="117968" y="245336"/>
                    <a:pt x="117968" y="256609"/>
                  </a:cubicBezTo>
                  <a:cubicBezTo>
                    <a:pt x="117968" y="267883"/>
                    <a:pt x="108829" y="277022"/>
                    <a:pt x="97555" y="277022"/>
                  </a:cubicBezTo>
                  <a:cubicBezTo>
                    <a:pt x="86281" y="277022"/>
                    <a:pt x="77142" y="267883"/>
                    <a:pt x="77142" y="256609"/>
                  </a:cubicBezTo>
                  <a:cubicBezTo>
                    <a:pt x="77142" y="245336"/>
                    <a:pt x="86281" y="236197"/>
                    <a:pt x="97555" y="236197"/>
                  </a:cubicBezTo>
                  <a:close/>
                  <a:moveTo>
                    <a:pt x="48778" y="236197"/>
                  </a:moveTo>
                  <a:cubicBezTo>
                    <a:pt x="60052" y="236197"/>
                    <a:pt x="69191" y="245336"/>
                    <a:pt x="69191" y="256609"/>
                  </a:cubicBezTo>
                  <a:cubicBezTo>
                    <a:pt x="69191" y="267883"/>
                    <a:pt x="60052" y="277022"/>
                    <a:pt x="48778" y="277022"/>
                  </a:cubicBezTo>
                  <a:cubicBezTo>
                    <a:pt x="37504" y="277022"/>
                    <a:pt x="28365" y="267883"/>
                    <a:pt x="28365" y="256609"/>
                  </a:cubicBezTo>
                  <a:cubicBezTo>
                    <a:pt x="28365" y="245336"/>
                    <a:pt x="37504" y="236197"/>
                    <a:pt x="48778" y="236197"/>
                  </a:cubicBezTo>
                  <a:close/>
                  <a:moveTo>
                    <a:pt x="2" y="236197"/>
                  </a:moveTo>
                  <a:cubicBezTo>
                    <a:pt x="11275" y="236197"/>
                    <a:pt x="20414" y="245336"/>
                    <a:pt x="20414" y="256609"/>
                  </a:cubicBezTo>
                  <a:cubicBezTo>
                    <a:pt x="20414" y="267883"/>
                    <a:pt x="11275" y="277022"/>
                    <a:pt x="2" y="277022"/>
                  </a:cubicBezTo>
                  <a:lnTo>
                    <a:pt x="0" y="277021"/>
                  </a:lnTo>
                  <a:lnTo>
                    <a:pt x="0" y="236198"/>
                  </a:lnTo>
                  <a:close/>
                  <a:moveTo>
                    <a:pt x="975542" y="182110"/>
                  </a:moveTo>
                  <a:cubicBezTo>
                    <a:pt x="981179" y="182110"/>
                    <a:pt x="986282" y="184395"/>
                    <a:pt x="989976" y="188089"/>
                  </a:cubicBezTo>
                  <a:lnTo>
                    <a:pt x="992557" y="194320"/>
                  </a:lnTo>
                  <a:lnTo>
                    <a:pt x="990601" y="207139"/>
                  </a:lnTo>
                  <a:lnTo>
                    <a:pt x="987678" y="218507"/>
                  </a:lnTo>
                  <a:lnTo>
                    <a:pt x="983488" y="221332"/>
                  </a:lnTo>
                  <a:cubicBezTo>
                    <a:pt x="981046" y="222365"/>
                    <a:pt x="978360" y="222936"/>
                    <a:pt x="975542" y="222936"/>
                  </a:cubicBezTo>
                  <a:cubicBezTo>
                    <a:pt x="964268" y="222936"/>
                    <a:pt x="955129" y="213797"/>
                    <a:pt x="955129" y="202523"/>
                  </a:cubicBezTo>
                  <a:cubicBezTo>
                    <a:pt x="955129" y="191250"/>
                    <a:pt x="964268" y="182110"/>
                    <a:pt x="975542" y="182110"/>
                  </a:cubicBezTo>
                  <a:close/>
                  <a:moveTo>
                    <a:pt x="926765" y="182110"/>
                  </a:moveTo>
                  <a:cubicBezTo>
                    <a:pt x="938039" y="182110"/>
                    <a:pt x="947178" y="191250"/>
                    <a:pt x="947178" y="202523"/>
                  </a:cubicBezTo>
                  <a:cubicBezTo>
                    <a:pt x="947178" y="213797"/>
                    <a:pt x="938039" y="222936"/>
                    <a:pt x="926765" y="222936"/>
                  </a:cubicBezTo>
                  <a:cubicBezTo>
                    <a:pt x="915491" y="222936"/>
                    <a:pt x="906352" y="213797"/>
                    <a:pt x="906352" y="202523"/>
                  </a:cubicBezTo>
                  <a:cubicBezTo>
                    <a:pt x="906352" y="191250"/>
                    <a:pt x="915491" y="182110"/>
                    <a:pt x="926765" y="182110"/>
                  </a:cubicBezTo>
                  <a:close/>
                  <a:moveTo>
                    <a:pt x="877988" y="182110"/>
                  </a:moveTo>
                  <a:cubicBezTo>
                    <a:pt x="889262" y="182110"/>
                    <a:pt x="898401" y="191250"/>
                    <a:pt x="898401" y="202523"/>
                  </a:cubicBezTo>
                  <a:cubicBezTo>
                    <a:pt x="898401" y="213797"/>
                    <a:pt x="889262" y="222936"/>
                    <a:pt x="877988" y="222936"/>
                  </a:cubicBezTo>
                  <a:cubicBezTo>
                    <a:pt x="866714" y="222936"/>
                    <a:pt x="857575" y="213797"/>
                    <a:pt x="857575" y="202523"/>
                  </a:cubicBezTo>
                  <a:cubicBezTo>
                    <a:pt x="857575" y="191250"/>
                    <a:pt x="866714" y="182110"/>
                    <a:pt x="877988" y="182110"/>
                  </a:cubicBezTo>
                  <a:close/>
                  <a:moveTo>
                    <a:pt x="829211" y="182110"/>
                  </a:moveTo>
                  <a:cubicBezTo>
                    <a:pt x="840485" y="182110"/>
                    <a:pt x="849624" y="191250"/>
                    <a:pt x="849624" y="202523"/>
                  </a:cubicBezTo>
                  <a:cubicBezTo>
                    <a:pt x="849624" y="213797"/>
                    <a:pt x="840485" y="222936"/>
                    <a:pt x="829211" y="222936"/>
                  </a:cubicBezTo>
                  <a:cubicBezTo>
                    <a:pt x="817937" y="222936"/>
                    <a:pt x="808798" y="213797"/>
                    <a:pt x="808798" y="202523"/>
                  </a:cubicBezTo>
                  <a:cubicBezTo>
                    <a:pt x="808798" y="191250"/>
                    <a:pt x="817937" y="182110"/>
                    <a:pt x="829211" y="182110"/>
                  </a:cubicBezTo>
                  <a:close/>
                  <a:moveTo>
                    <a:pt x="780434" y="182110"/>
                  </a:moveTo>
                  <a:cubicBezTo>
                    <a:pt x="791708" y="182110"/>
                    <a:pt x="800847" y="191250"/>
                    <a:pt x="800847" y="202523"/>
                  </a:cubicBezTo>
                  <a:cubicBezTo>
                    <a:pt x="800847" y="213797"/>
                    <a:pt x="791708" y="222936"/>
                    <a:pt x="780434" y="222936"/>
                  </a:cubicBezTo>
                  <a:cubicBezTo>
                    <a:pt x="769160" y="222936"/>
                    <a:pt x="760021" y="213797"/>
                    <a:pt x="760021" y="202523"/>
                  </a:cubicBezTo>
                  <a:cubicBezTo>
                    <a:pt x="760021" y="191250"/>
                    <a:pt x="769160" y="182110"/>
                    <a:pt x="780434" y="182110"/>
                  </a:cubicBezTo>
                  <a:close/>
                  <a:moveTo>
                    <a:pt x="731657" y="182110"/>
                  </a:moveTo>
                  <a:cubicBezTo>
                    <a:pt x="742931" y="182110"/>
                    <a:pt x="752070" y="191250"/>
                    <a:pt x="752070" y="202523"/>
                  </a:cubicBezTo>
                  <a:cubicBezTo>
                    <a:pt x="752070" y="213797"/>
                    <a:pt x="742931" y="222936"/>
                    <a:pt x="731657" y="222936"/>
                  </a:cubicBezTo>
                  <a:cubicBezTo>
                    <a:pt x="720383" y="222936"/>
                    <a:pt x="711244" y="213797"/>
                    <a:pt x="711244" y="202523"/>
                  </a:cubicBezTo>
                  <a:cubicBezTo>
                    <a:pt x="711244" y="191250"/>
                    <a:pt x="720383" y="182110"/>
                    <a:pt x="731657" y="182110"/>
                  </a:cubicBezTo>
                  <a:close/>
                  <a:moveTo>
                    <a:pt x="682880" y="182110"/>
                  </a:moveTo>
                  <a:cubicBezTo>
                    <a:pt x="694153" y="182110"/>
                    <a:pt x="703293" y="191250"/>
                    <a:pt x="703293" y="202523"/>
                  </a:cubicBezTo>
                  <a:cubicBezTo>
                    <a:pt x="703293" y="213797"/>
                    <a:pt x="694153" y="222936"/>
                    <a:pt x="682880" y="222936"/>
                  </a:cubicBezTo>
                  <a:cubicBezTo>
                    <a:pt x="671606" y="222936"/>
                    <a:pt x="662467" y="213797"/>
                    <a:pt x="662467" y="202523"/>
                  </a:cubicBezTo>
                  <a:cubicBezTo>
                    <a:pt x="662467" y="191250"/>
                    <a:pt x="671606" y="182110"/>
                    <a:pt x="682880" y="182110"/>
                  </a:cubicBezTo>
                  <a:close/>
                  <a:moveTo>
                    <a:pt x="634103" y="182110"/>
                  </a:moveTo>
                  <a:cubicBezTo>
                    <a:pt x="645377" y="182110"/>
                    <a:pt x="654516" y="191250"/>
                    <a:pt x="654516" y="202523"/>
                  </a:cubicBezTo>
                  <a:cubicBezTo>
                    <a:pt x="654516" y="213797"/>
                    <a:pt x="645377" y="222936"/>
                    <a:pt x="634103" y="222936"/>
                  </a:cubicBezTo>
                  <a:cubicBezTo>
                    <a:pt x="622829" y="222936"/>
                    <a:pt x="613690" y="213797"/>
                    <a:pt x="613690" y="202523"/>
                  </a:cubicBezTo>
                  <a:cubicBezTo>
                    <a:pt x="613690" y="191250"/>
                    <a:pt x="622829" y="182110"/>
                    <a:pt x="634103" y="182110"/>
                  </a:cubicBezTo>
                  <a:close/>
                  <a:moveTo>
                    <a:pt x="585326" y="182110"/>
                  </a:moveTo>
                  <a:cubicBezTo>
                    <a:pt x="596599" y="182110"/>
                    <a:pt x="605738" y="191250"/>
                    <a:pt x="605738" y="202523"/>
                  </a:cubicBezTo>
                  <a:cubicBezTo>
                    <a:pt x="605738" y="213797"/>
                    <a:pt x="596599" y="222936"/>
                    <a:pt x="585326" y="222936"/>
                  </a:cubicBezTo>
                  <a:cubicBezTo>
                    <a:pt x="574052" y="222936"/>
                    <a:pt x="564913" y="213797"/>
                    <a:pt x="564913" y="202523"/>
                  </a:cubicBezTo>
                  <a:cubicBezTo>
                    <a:pt x="564913" y="191250"/>
                    <a:pt x="574052" y="182110"/>
                    <a:pt x="585326" y="182110"/>
                  </a:cubicBezTo>
                  <a:close/>
                  <a:moveTo>
                    <a:pt x="536549" y="182110"/>
                  </a:moveTo>
                  <a:cubicBezTo>
                    <a:pt x="547822" y="182110"/>
                    <a:pt x="556961" y="191250"/>
                    <a:pt x="556961" y="202523"/>
                  </a:cubicBezTo>
                  <a:cubicBezTo>
                    <a:pt x="556961" y="213797"/>
                    <a:pt x="547822" y="222936"/>
                    <a:pt x="536549" y="222936"/>
                  </a:cubicBezTo>
                  <a:cubicBezTo>
                    <a:pt x="525275" y="222936"/>
                    <a:pt x="516136" y="213797"/>
                    <a:pt x="516136" y="202523"/>
                  </a:cubicBezTo>
                  <a:cubicBezTo>
                    <a:pt x="516136" y="191250"/>
                    <a:pt x="525275" y="182110"/>
                    <a:pt x="536549" y="182110"/>
                  </a:cubicBezTo>
                  <a:close/>
                  <a:moveTo>
                    <a:pt x="487772" y="182110"/>
                  </a:moveTo>
                  <a:cubicBezTo>
                    <a:pt x="499045" y="182110"/>
                    <a:pt x="508184" y="191250"/>
                    <a:pt x="508184" y="202523"/>
                  </a:cubicBezTo>
                  <a:cubicBezTo>
                    <a:pt x="508184" y="213797"/>
                    <a:pt x="499045" y="222936"/>
                    <a:pt x="487772" y="222936"/>
                  </a:cubicBezTo>
                  <a:cubicBezTo>
                    <a:pt x="476498" y="222936"/>
                    <a:pt x="467359" y="213797"/>
                    <a:pt x="467359" y="202523"/>
                  </a:cubicBezTo>
                  <a:cubicBezTo>
                    <a:pt x="467359" y="191250"/>
                    <a:pt x="476498" y="182110"/>
                    <a:pt x="487772" y="182110"/>
                  </a:cubicBezTo>
                  <a:close/>
                  <a:moveTo>
                    <a:pt x="438994" y="182110"/>
                  </a:moveTo>
                  <a:cubicBezTo>
                    <a:pt x="450268" y="182110"/>
                    <a:pt x="459407" y="191250"/>
                    <a:pt x="459407" y="202523"/>
                  </a:cubicBezTo>
                  <a:cubicBezTo>
                    <a:pt x="459407" y="213797"/>
                    <a:pt x="450268" y="222936"/>
                    <a:pt x="438994" y="222936"/>
                  </a:cubicBezTo>
                  <a:cubicBezTo>
                    <a:pt x="427721" y="222936"/>
                    <a:pt x="418582" y="213797"/>
                    <a:pt x="418582" y="202523"/>
                  </a:cubicBezTo>
                  <a:cubicBezTo>
                    <a:pt x="418582" y="191250"/>
                    <a:pt x="427721" y="182110"/>
                    <a:pt x="438994" y="182110"/>
                  </a:cubicBezTo>
                  <a:close/>
                  <a:moveTo>
                    <a:pt x="390217" y="182110"/>
                  </a:moveTo>
                  <a:cubicBezTo>
                    <a:pt x="401491" y="182110"/>
                    <a:pt x="410630" y="191250"/>
                    <a:pt x="410630" y="202523"/>
                  </a:cubicBezTo>
                  <a:cubicBezTo>
                    <a:pt x="410630" y="213797"/>
                    <a:pt x="401491" y="222936"/>
                    <a:pt x="390217" y="222936"/>
                  </a:cubicBezTo>
                  <a:cubicBezTo>
                    <a:pt x="378944" y="222936"/>
                    <a:pt x="369805" y="213797"/>
                    <a:pt x="369805" y="202523"/>
                  </a:cubicBezTo>
                  <a:cubicBezTo>
                    <a:pt x="369805" y="191250"/>
                    <a:pt x="378944" y="182110"/>
                    <a:pt x="390217" y="182110"/>
                  </a:cubicBezTo>
                  <a:close/>
                  <a:moveTo>
                    <a:pt x="341440" y="182110"/>
                  </a:moveTo>
                  <a:cubicBezTo>
                    <a:pt x="352714" y="182110"/>
                    <a:pt x="361853" y="191250"/>
                    <a:pt x="361853" y="202523"/>
                  </a:cubicBezTo>
                  <a:cubicBezTo>
                    <a:pt x="361853" y="213797"/>
                    <a:pt x="352714" y="222936"/>
                    <a:pt x="341440" y="222936"/>
                  </a:cubicBezTo>
                  <a:cubicBezTo>
                    <a:pt x="330166" y="222936"/>
                    <a:pt x="321028" y="213797"/>
                    <a:pt x="321028" y="202523"/>
                  </a:cubicBezTo>
                  <a:cubicBezTo>
                    <a:pt x="321028" y="191250"/>
                    <a:pt x="330166" y="182110"/>
                    <a:pt x="341440" y="182110"/>
                  </a:cubicBezTo>
                  <a:close/>
                  <a:moveTo>
                    <a:pt x="292663" y="182110"/>
                  </a:moveTo>
                  <a:cubicBezTo>
                    <a:pt x="303937" y="182110"/>
                    <a:pt x="313076" y="191250"/>
                    <a:pt x="313076" y="202523"/>
                  </a:cubicBezTo>
                  <a:cubicBezTo>
                    <a:pt x="313076" y="213797"/>
                    <a:pt x="303937" y="222936"/>
                    <a:pt x="292663" y="222936"/>
                  </a:cubicBezTo>
                  <a:cubicBezTo>
                    <a:pt x="281389" y="222936"/>
                    <a:pt x="272251" y="213797"/>
                    <a:pt x="272251" y="202523"/>
                  </a:cubicBezTo>
                  <a:cubicBezTo>
                    <a:pt x="272251" y="191250"/>
                    <a:pt x="281389" y="182110"/>
                    <a:pt x="292663" y="182110"/>
                  </a:cubicBezTo>
                  <a:close/>
                  <a:moveTo>
                    <a:pt x="243886" y="182110"/>
                  </a:moveTo>
                  <a:cubicBezTo>
                    <a:pt x="255160" y="182110"/>
                    <a:pt x="264299" y="191250"/>
                    <a:pt x="264299" y="202523"/>
                  </a:cubicBezTo>
                  <a:cubicBezTo>
                    <a:pt x="264299" y="213797"/>
                    <a:pt x="255160" y="222936"/>
                    <a:pt x="243886" y="222936"/>
                  </a:cubicBezTo>
                  <a:cubicBezTo>
                    <a:pt x="232612" y="222936"/>
                    <a:pt x="223473" y="213797"/>
                    <a:pt x="223473" y="202523"/>
                  </a:cubicBezTo>
                  <a:cubicBezTo>
                    <a:pt x="223473" y="191250"/>
                    <a:pt x="232612" y="182110"/>
                    <a:pt x="243886" y="182110"/>
                  </a:cubicBezTo>
                  <a:close/>
                  <a:moveTo>
                    <a:pt x="195109" y="182110"/>
                  </a:moveTo>
                  <a:cubicBezTo>
                    <a:pt x="206383" y="182110"/>
                    <a:pt x="215522" y="191250"/>
                    <a:pt x="215522" y="202523"/>
                  </a:cubicBezTo>
                  <a:cubicBezTo>
                    <a:pt x="215522" y="213797"/>
                    <a:pt x="206383" y="222936"/>
                    <a:pt x="195109" y="222936"/>
                  </a:cubicBezTo>
                  <a:cubicBezTo>
                    <a:pt x="183835" y="222936"/>
                    <a:pt x="174696" y="213797"/>
                    <a:pt x="174696" y="202523"/>
                  </a:cubicBezTo>
                  <a:cubicBezTo>
                    <a:pt x="174696" y="191250"/>
                    <a:pt x="183835" y="182110"/>
                    <a:pt x="195109" y="182110"/>
                  </a:cubicBezTo>
                  <a:close/>
                  <a:moveTo>
                    <a:pt x="146332" y="182110"/>
                  </a:moveTo>
                  <a:cubicBezTo>
                    <a:pt x="157606" y="182110"/>
                    <a:pt x="166745" y="191250"/>
                    <a:pt x="166745" y="202523"/>
                  </a:cubicBezTo>
                  <a:cubicBezTo>
                    <a:pt x="166745" y="213797"/>
                    <a:pt x="157606" y="222936"/>
                    <a:pt x="146332" y="222936"/>
                  </a:cubicBezTo>
                  <a:cubicBezTo>
                    <a:pt x="135058" y="222936"/>
                    <a:pt x="125919" y="213797"/>
                    <a:pt x="125919" y="202523"/>
                  </a:cubicBezTo>
                  <a:cubicBezTo>
                    <a:pt x="125919" y="191250"/>
                    <a:pt x="135058" y="182110"/>
                    <a:pt x="146332" y="182110"/>
                  </a:cubicBezTo>
                  <a:close/>
                  <a:moveTo>
                    <a:pt x="97555" y="182110"/>
                  </a:moveTo>
                  <a:cubicBezTo>
                    <a:pt x="108829" y="182110"/>
                    <a:pt x="117968" y="191250"/>
                    <a:pt x="117968" y="202523"/>
                  </a:cubicBezTo>
                  <a:cubicBezTo>
                    <a:pt x="117968" y="213797"/>
                    <a:pt x="108829" y="222936"/>
                    <a:pt x="97555" y="222936"/>
                  </a:cubicBezTo>
                  <a:cubicBezTo>
                    <a:pt x="86281" y="222936"/>
                    <a:pt x="77142" y="213797"/>
                    <a:pt x="77142" y="202523"/>
                  </a:cubicBezTo>
                  <a:cubicBezTo>
                    <a:pt x="77142" y="191250"/>
                    <a:pt x="86281" y="182110"/>
                    <a:pt x="97555" y="182110"/>
                  </a:cubicBezTo>
                  <a:close/>
                  <a:moveTo>
                    <a:pt x="48778" y="182110"/>
                  </a:moveTo>
                  <a:cubicBezTo>
                    <a:pt x="60052" y="182110"/>
                    <a:pt x="69191" y="191250"/>
                    <a:pt x="69191" y="202523"/>
                  </a:cubicBezTo>
                  <a:cubicBezTo>
                    <a:pt x="69191" y="213797"/>
                    <a:pt x="60052" y="222936"/>
                    <a:pt x="48778" y="222936"/>
                  </a:cubicBezTo>
                  <a:cubicBezTo>
                    <a:pt x="37504" y="222936"/>
                    <a:pt x="28365" y="213797"/>
                    <a:pt x="28365" y="202523"/>
                  </a:cubicBezTo>
                  <a:cubicBezTo>
                    <a:pt x="28365" y="191250"/>
                    <a:pt x="37504" y="182110"/>
                    <a:pt x="48778" y="182110"/>
                  </a:cubicBezTo>
                  <a:close/>
                  <a:moveTo>
                    <a:pt x="2" y="182110"/>
                  </a:moveTo>
                  <a:cubicBezTo>
                    <a:pt x="11275" y="182110"/>
                    <a:pt x="20414" y="191250"/>
                    <a:pt x="20414" y="202523"/>
                  </a:cubicBezTo>
                  <a:cubicBezTo>
                    <a:pt x="20414" y="213797"/>
                    <a:pt x="11275" y="222936"/>
                    <a:pt x="2" y="222936"/>
                  </a:cubicBezTo>
                  <a:lnTo>
                    <a:pt x="0" y="222935"/>
                  </a:lnTo>
                  <a:lnTo>
                    <a:pt x="0" y="182111"/>
                  </a:lnTo>
                  <a:close/>
                  <a:moveTo>
                    <a:pt x="975542" y="128024"/>
                  </a:moveTo>
                  <a:cubicBezTo>
                    <a:pt x="986816" y="128024"/>
                    <a:pt x="995955" y="137163"/>
                    <a:pt x="995955" y="148437"/>
                  </a:cubicBezTo>
                  <a:cubicBezTo>
                    <a:pt x="995955" y="159711"/>
                    <a:pt x="986816" y="168850"/>
                    <a:pt x="975542" y="168850"/>
                  </a:cubicBezTo>
                  <a:cubicBezTo>
                    <a:pt x="964268" y="168850"/>
                    <a:pt x="955129" y="159711"/>
                    <a:pt x="955129" y="148437"/>
                  </a:cubicBezTo>
                  <a:cubicBezTo>
                    <a:pt x="955129" y="137163"/>
                    <a:pt x="964268" y="128024"/>
                    <a:pt x="975542" y="128024"/>
                  </a:cubicBezTo>
                  <a:close/>
                  <a:moveTo>
                    <a:pt x="926765" y="128024"/>
                  </a:moveTo>
                  <a:cubicBezTo>
                    <a:pt x="938039" y="128024"/>
                    <a:pt x="947178" y="137163"/>
                    <a:pt x="947178" y="148437"/>
                  </a:cubicBezTo>
                  <a:cubicBezTo>
                    <a:pt x="947178" y="159711"/>
                    <a:pt x="938039" y="168850"/>
                    <a:pt x="926765" y="168850"/>
                  </a:cubicBezTo>
                  <a:cubicBezTo>
                    <a:pt x="915491" y="168850"/>
                    <a:pt x="906352" y="159711"/>
                    <a:pt x="906352" y="148437"/>
                  </a:cubicBezTo>
                  <a:cubicBezTo>
                    <a:pt x="906352" y="137163"/>
                    <a:pt x="915491" y="128024"/>
                    <a:pt x="926765" y="128024"/>
                  </a:cubicBezTo>
                  <a:close/>
                  <a:moveTo>
                    <a:pt x="877988" y="128024"/>
                  </a:moveTo>
                  <a:cubicBezTo>
                    <a:pt x="889262" y="128024"/>
                    <a:pt x="898401" y="137163"/>
                    <a:pt x="898401" y="148437"/>
                  </a:cubicBezTo>
                  <a:cubicBezTo>
                    <a:pt x="898401" y="159711"/>
                    <a:pt x="889262" y="168850"/>
                    <a:pt x="877988" y="168850"/>
                  </a:cubicBezTo>
                  <a:cubicBezTo>
                    <a:pt x="866714" y="168850"/>
                    <a:pt x="857575" y="159711"/>
                    <a:pt x="857575" y="148437"/>
                  </a:cubicBezTo>
                  <a:cubicBezTo>
                    <a:pt x="857575" y="137163"/>
                    <a:pt x="866714" y="128024"/>
                    <a:pt x="877988" y="128024"/>
                  </a:cubicBezTo>
                  <a:close/>
                  <a:moveTo>
                    <a:pt x="829211" y="128024"/>
                  </a:moveTo>
                  <a:cubicBezTo>
                    <a:pt x="840485" y="128024"/>
                    <a:pt x="849624" y="137163"/>
                    <a:pt x="849624" y="148437"/>
                  </a:cubicBezTo>
                  <a:cubicBezTo>
                    <a:pt x="849624" y="159711"/>
                    <a:pt x="840485" y="168850"/>
                    <a:pt x="829211" y="168850"/>
                  </a:cubicBezTo>
                  <a:cubicBezTo>
                    <a:pt x="817937" y="168850"/>
                    <a:pt x="808798" y="159711"/>
                    <a:pt x="808798" y="148437"/>
                  </a:cubicBezTo>
                  <a:cubicBezTo>
                    <a:pt x="808798" y="137163"/>
                    <a:pt x="817937" y="128024"/>
                    <a:pt x="829211" y="128024"/>
                  </a:cubicBezTo>
                  <a:close/>
                  <a:moveTo>
                    <a:pt x="780434" y="128024"/>
                  </a:moveTo>
                  <a:cubicBezTo>
                    <a:pt x="791708" y="128024"/>
                    <a:pt x="800847" y="137163"/>
                    <a:pt x="800847" y="148437"/>
                  </a:cubicBezTo>
                  <a:cubicBezTo>
                    <a:pt x="800847" y="159711"/>
                    <a:pt x="791708" y="168850"/>
                    <a:pt x="780434" y="168850"/>
                  </a:cubicBezTo>
                  <a:cubicBezTo>
                    <a:pt x="769160" y="168850"/>
                    <a:pt x="760021" y="159711"/>
                    <a:pt x="760021" y="148437"/>
                  </a:cubicBezTo>
                  <a:cubicBezTo>
                    <a:pt x="760021" y="137163"/>
                    <a:pt x="769160" y="128024"/>
                    <a:pt x="780434" y="128024"/>
                  </a:cubicBezTo>
                  <a:close/>
                  <a:moveTo>
                    <a:pt x="731657" y="128024"/>
                  </a:moveTo>
                  <a:cubicBezTo>
                    <a:pt x="742931" y="128024"/>
                    <a:pt x="752070" y="137163"/>
                    <a:pt x="752070" y="148437"/>
                  </a:cubicBezTo>
                  <a:cubicBezTo>
                    <a:pt x="752070" y="159711"/>
                    <a:pt x="742931" y="168850"/>
                    <a:pt x="731657" y="168850"/>
                  </a:cubicBezTo>
                  <a:cubicBezTo>
                    <a:pt x="720383" y="168850"/>
                    <a:pt x="711244" y="159711"/>
                    <a:pt x="711244" y="148437"/>
                  </a:cubicBezTo>
                  <a:cubicBezTo>
                    <a:pt x="711244" y="137163"/>
                    <a:pt x="720383" y="128024"/>
                    <a:pt x="731657" y="128024"/>
                  </a:cubicBezTo>
                  <a:close/>
                  <a:moveTo>
                    <a:pt x="682880" y="128024"/>
                  </a:moveTo>
                  <a:cubicBezTo>
                    <a:pt x="694153" y="128024"/>
                    <a:pt x="703293" y="137163"/>
                    <a:pt x="703293" y="148437"/>
                  </a:cubicBezTo>
                  <a:cubicBezTo>
                    <a:pt x="703293" y="159711"/>
                    <a:pt x="694153" y="168850"/>
                    <a:pt x="682880" y="168850"/>
                  </a:cubicBezTo>
                  <a:cubicBezTo>
                    <a:pt x="671606" y="168850"/>
                    <a:pt x="662467" y="159711"/>
                    <a:pt x="662467" y="148437"/>
                  </a:cubicBezTo>
                  <a:cubicBezTo>
                    <a:pt x="662467" y="137163"/>
                    <a:pt x="671606" y="128024"/>
                    <a:pt x="682880" y="128024"/>
                  </a:cubicBezTo>
                  <a:close/>
                  <a:moveTo>
                    <a:pt x="634103" y="128024"/>
                  </a:moveTo>
                  <a:cubicBezTo>
                    <a:pt x="645377" y="128024"/>
                    <a:pt x="654516" y="137163"/>
                    <a:pt x="654516" y="148437"/>
                  </a:cubicBezTo>
                  <a:cubicBezTo>
                    <a:pt x="654516" y="159711"/>
                    <a:pt x="645377" y="168850"/>
                    <a:pt x="634103" y="168850"/>
                  </a:cubicBezTo>
                  <a:cubicBezTo>
                    <a:pt x="622829" y="168850"/>
                    <a:pt x="613690" y="159711"/>
                    <a:pt x="613690" y="148437"/>
                  </a:cubicBezTo>
                  <a:cubicBezTo>
                    <a:pt x="613690" y="137163"/>
                    <a:pt x="622829" y="128024"/>
                    <a:pt x="634103" y="128024"/>
                  </a:cubicBezTo>
                  <a:close/>
                  <a:moveTo>
                    <a:pt x="585326" y="128024"/>
                  </a:moveTo>
                  <a:cubicBezTo>
                    <a:pt x="596599" y="128024"/>
                    <a:pt x="605738" y="137163"/>
                    <a:pt x="605738" y="148437"/>
                  </a:cubicBezTo>
                  <a:cubicBezTo>
                    <a:pt x="605738" y="159711"/>
                    <a:pt x="596599" y="168850"/>
                    <a:pt x="585326" y="168850"/>
                  </a:cubicBezTo>
                  <a:cubicBezTo>
                    <a:pt x="574052" y="168850"/>
                    <a:pt x="564913" y="159711"/>
                    <a:pt x="564913" y="148437"/>
                  </a:cubicBezTo>
                  <a:cubicBezTo>
                    <a:pt x="564913" y="137163"/>
                    <a:pt x="574052" y="128024"/>
                    <a:pt x="585326" y="128024"/>
                  </a:cubicBezTo>
                  <a:close/>
                  <a:moveTo>
                    <a:pt x="536549" y="128024"/>
                  </a:moveTo>
                  <a:cubicBezTo>
                    <a:pt x="547822" y="128024"/>
                    <a:pt x="556961" y="137163"/>
                    <a:pt x="556961" y="148437"/>
                  </a:cubicBezTo>
                  <a:cubicBezTo>
                    <a:pt x="556961" y="159711"/>
                    <a:pt x="547822" y="168850"/>
                    <a:pt x="536549" y="168850"/>
                  </a:cubicBezTo>
                  <a:cubicBezTo>
                    <a:pt x="525275" y="168850"/>
                    <a:pt x="516136" y="159711"/>
                    <a:pt x="516136" y="148437"/>
                  </a:cubicBezTo>
                  <a:cubicBezTo>
                    <a:pt x="516136" y="137163"/>
                    <a:pt x="525275" y="128024"/>
                    <a:pt x="536549" y="128024"/>
                  </a:cubicBezTo>
                  <a:close/>
                  <a:moveTo>
                    <a:pt x="487772" y="128024"/>
                  </a:moveTo>
                  <a:cubicBezTo>
                    <a:pt x="499045" y="128024"/>
                    <a:pt x="508184" y="137163"/>
                    <a:pt x="508184" y="148437"/>
                  </a:cubicBezTo>
                  <a:cubicBezTo>
                    <a:pt x="508184" y="159711"/>
                    <a:pt x="499045" y="168850"/>
                    <a:pt x="487772" y="168850"/>
                  </a:cubicBezTo>
                  <a:cubicBezTo>
                    <a:pt x="476498" y="168850"/>
                    <a:pt x="467359" y="159711"/>
                    <a:pt x="467359" y="148437"/>
                  </a:cubicBezTo>
                  <a:cubicBezTo>
                    <a:pt x="467359" y="137163"/>
                    <a:pt x="476498" y="128024"/>
                    <a:pt x="487772" y="128024"/>
                  </a:cubicBezTo>
                  <a:close/>
                  <a:moveTo>
                    <a:pt x="438994" y="128024"/>
                  </a:moveTo>
                  <a:cubicBezTo>
                    <a:pt x="450268" y="128024"/>
                    <a:pt x="459407" y="137163"/>
                    <a:pt x="459407" y="148437"/>
                  </a:cubicBezTo>
                  <a:cubicBezTo>
                    <a:pt x="459407" y="159711"/>
                    <a:pt x="450268" y="168850"/>
                    <a:pt x="438994" y="168850"/>
                  </a:cubicBezTo>
                  <a:cubicBezTo>
                    <a:pt x="427721" y="168850"/>
                    <a:pt x="418582" y="159711"/>
                    <a:pt x="418582" y="148437"/>
                  </a:cubicBezTo>
                  <a:cubicBezTo>
                    <a:pt x="418582" y="137163"/>
                    <a:pt x="427721" y="128024"/>
                    <a:pt x="438994" y="128024"/>
                  </a:cubicBezTo>
                  <a:close/>
                  <a:moveTo>
                    <a:pt x="390217" y="128024"/>
                  </a:moveTo>
                  <a:cubicBezTo>
                    <a:pt x="401491" y="128024"/>
                    <a:pt x="410630" y="137163"/>
                    <a:pt x="410630" y="148437"/>
                  </a:cubicBezTo>
                  <a:cubicBezTo>
                    <a:pt x="410630" y="159711"/>
                    <a:pt x="401491" y="168850"/>
                    <a:pt x="390217" y="168850"/>
                  </a:cubicBezTo>
                  <a:cubicBezTo>
                    <a:pt x="378944" y="168850"/>
                    <a:pt x="369805" y="159711"/>
                    <a:pt x="369805" y="148437"/>
                  </a:cubicBezTo>
                  <a:cubicBezTo>
                    <a:pt x="369805" y="137163"/>
                    <a:pt x="378944" y="128024"/>
                    <a:pt x="390217" y="128024"/>
                  </a:cubicBezTo>
                  <a:close/>
                  <a:moveTo>
                    <a:pt x="341440" y="128024"/>
                  </a:moveTo>
                  <a:cubicBezTo>
                    <a:pt x="352714" y="128024"/>
                    <a:pt x="361853" y="137163"/>
                    <a:pt x="361853" y="148437"/>
                  </a:cubicBezTo>
                  <a:cubicBezTo>
                    <a:pt x="361853" y="159711"/>
                    <a:pt x="352714" y="168850"/>
                    <a:pt x="341440" y="168850"/>
                  </a:cubicBezTo>
                  <a:cubicBezTo>
                    <a:pt x="330166" y="168850"/>
                    <a:pt x="321028" y="159711"/>
                    <a:pt x="321028" y="148437"/>
                  </a:cubicBezTo>
                  <a:cubicBezTo>
                    <a:pt x="321028" y="137163"/>
                    <a:pt x="330166" y="128024"/>
                    <a:pt x="341440" y="128024"/>
                  </a:cubicBezTo>
                  <a:close/>
                  <a:moveTo>
                    <a:pt x="292663" y="128024"/>
                  </a:moveTo>
                  <a:cubicBezTo>
                    <a:pt x="303937" y="128024"/>
                    <a:pt x="313076" y="137163"/>
                    <a:pt x="313076" y="148437"/>
                  </a:cubicBezTo>
                  <a:cubicBezTo>
                    <a:pt x="313076" y="159711"/>
                    <a:pt x="303937" y="168850"/>
                    <a:pt x="292663" y="168850"/>
                  </a:cubicBezTo>
                  <a:cubicBezTo>
                    <a:pt x="281389" y="168850"/>
                    <a:pt x="272251" y="159711"/>
                    <a:pt x="272251" y="148437"/>
                  </a:cubicBezTo>
                  <a:cubicBezTo>
                    <a:pt x="272251" y="137163"/>
                    <a:pt x="281389" y="128024"/>
                    <a:pt x="292663" y="128024"/>
                  </a:cubicBezTo>
                  <a:close/>
                  <a:moveTo>
                    <a:pt x="243886" y="128024"/>
                  </a:moveTo>
                  <a:cubicBezTo>
                    <a:pt x="255160" y="128024"/>
                    <a:pt x="264299" y="137163"/>
                    <a:pt x="264299" y="148437"/>
                  </a:cubicBezTo>
                  <a:cubicBezTo>
                    <a:pt x="264299" y="159711"/>
                    <a:pt x="255160" y="168850"/>
                    <a:pt x="243886" y="168850"/>
                  </a:cubicBezTo>
                  <a:cubicBezTo>
                    <a:pt x="232612" y="168850"/>
                    <a:pt x="223473" y="159711"/>
                    <a:pt x="223473" y="148437"/>
                  </a:cubicBezTo>
                  <a:cubicBezTo>
                    <a:pt x="223473" y="137163"/>
                    <a:pt x="232612" y="128024"/>
                    <a:pt x="243886" y="128024"/>
                  </a:cubicBezTo>
                  <a:close/>
                  <a:moveTo>
                    <a:pt x="195109" y="128024"/>
                  </a:moveTo>
                  <a:cubicBezTo>
                    <a:pt x="206383" y="128024"/>
                    <a:pt x="215522" y="137163"/>
                    <a:pt x="215522" y="148437"/>
                  </a:cubicBezTo>
                  <a:cubicBezTo>
                    <a:pt x="215522" y="159711"/>
                    <a:pt x="206383" y="168850"/>
                    <a:pt x="195109" y="168850"/>
                  </a:cubicBezTo>
                  <a:cubicBezTo>
                    <a:pt x="183835" y="168850"/>
                    <a:pt x="174696" y="159711"/>
                    <a:pt x="174696" y="148437"/>
                  </a:cubicBezTo>
                  <a:cubicBezTo>
                    <a:pt x="174696" y="137163"/>
                    <a:pt x="183835" y="128024"/>
                    <a:pt x="195109" y="128024"/>
                  </a:cubicBezTo>
                  <a:close/>
                  <a:moveTo>
                    <a:pt x="146332" y="128024"/>
                  </a:moveTo>
                  <a:cubicBezTo>
                    <a:pt x="157606" y="128024"/>
                    <a:pt x="166745" y="137163"/>
                    <a:pt x="166745" y="148437"/>
                  </a:cubicBezTo>
                  <a:cubicBezTo>
                    <a:pt x="166745" y="159711"/>
                    <a:pt x="157606" y="168850"/>
                    <a:pt x="146332" y="168850"/>
                  </a:cubicBezTo>
                  <a:cubicBezTo>
                    <a:pt x="135058" y="168850"/>
                    <a:pt x="125919" y="159711"/>
                    <a:pt x="125919" y="148437"/>
                  </a:cubicBezTo>
                  <a:cubicBezTo>
                    <a:pt x="125919" y="137163"/>
                    <a:pt x="135058" y="128024"/>
                    <a:pt x="146332" y="128024"/>
                  </a:cubicBezTo>
                  <a:close/>
                  <a:moveTo>
                    <a:pt x="97555" y="128024"/>
                  </a:moveTo>
                  <a:cubicBezTo>
                    <a:pt x="108829" y="128024"/>
                    <a:pt x="117968" y="137163"/>
                    <a:pt x="117968" y="148437"/>
                  </a:cubicBezTo>
                  <a:cubicBezTo>
                    <a:pt x="117968" y="159711"/>
                    <a:pt x="108829" y="168850"/>
                    <a:pt x="97555" y="168850"/>
                  </a:cubicBezTo>
                  <a:cubicBezTo>
                    <a:pt x="86281" y="168850"/>
                    <a:pt x="77142" y="159711"/>
                    <a:pt x="77142" y="148437"/>
                  </a:cubicBezTo>
                  <a:cubicBezTo>
                    <a:pt x="77142" y="137163"/>
                    <a:pt x="86281" y="128024"/>
                    <a:pt x="97555" y="128024"/>
                  </a:cubicBezTo>
                  <a:close/>
                  <a:moveTo>
                    <a:pt x="48778" y="128024"/>
                  </a:moveTo>
                  <a:cubicBezTo>
                    <a:pt x="60052" y="128024"/>
                    <a:pt x="69191" y="137163"/>
                    <a:pt x="69191" y="148437"/>
                  </a:cubicBezTo>
                  <a:cubicBezTo>
                    <a:pt x="69191" y="159711"/>
                    <a:pt x="60052" y="168850"/>
                    <a:pt x="48778" y="168850"/>
                  </a:cubicBezTo>
                  <a:cubicBezTo>
                    <a:pt x="37504" y="168850"/>
                    <a:pt x="28365" y="159711"/>
                    <a:pt x="28365" y="148437"/>
                  </a:cubicBezTo>
                  <a:cubicBezTo>
                    <a:pt x="28365" y="137163"/>
                    <a:pt x="37504" y="128024"/>
                    <a:pt x="48778" y="128024"/>
                  </a:cubicBezTo>
                  <a:close/>
                  <a:moveTo>
                    <a:pt x="2" y="128024"/>
                  </a:moveTo>
                  <a:cubicBezTo>
                    <a:pt x="11275" y="128024"/>
                    <a:pt x="20414" y="137163"/>
                    <a:pt x="20414" y="148437"/>
                  </a:cubicBezTo>
                  <a:cubicBezTo>
                    <a:pt x="20414" y="159711"/>
                    <a:pt x="11275" y="168850"/>
                    <a:pt x="2" y="168850"/>
                  </a:cubicBezTo>
                  <a:lnTo>
                    <a:pt x="0" y="168849"/>
                  </a:lnTo>
                  <a:lnTo>
                    <a:pt x="0" y="128025"/>
                  </a:lnTo>
                  <a:close/>
                  <a:moveTo>
                    <a:pt x="1006915" y="87087"/>
                  </a:moveTo>
                  <a:lnTo>
                    <a:pt x="1006262" y="100037"/>
                  </a:lnTo>
                  <a:lnTo>
                    <a:pt x="1003906" y="94351"/>
                  </a:lnTo>
                  <a:close/>
                  <a:moveTo>
                    <a:pt x="975542" y="73938"/>
                  </a:moveTo>
                  <a:cubicBezTo>
                    <a:pt x="986816" y="73938"/>
                    <a:pt x="995955" y="83077"/>
                    <a:pt x="995955" y="94351"/>
                  </a:cubicBezTo>
                  <a:cubicBezTo>
                    <a:pt x="995955" y="105625"/>
                    <a:pt x="986816" y="114764"/>
                    <a:pt x="975542" y="114764"/>
                  </a:cubicBezTo>
                  <a:cubicBezTo>
                    <a:pt x="964268" y="114764"/>
                    <a:pt x="955129" y="105625"/>
                    <a:pt x="955129" y="94351"/>
                  </a:cubicBezTo>
                  <a:cubicBezTo>
                    <a:pt x="955129" y="83077"/>
                    <a:pt x="964268" y="73938"/>
                    <a:pt x="975542" y="73938"/>
                  </a:cubicBezTo>
                  <a:close/>
                  <a:moveTo>
                    <a:pt x="926765" y="73938"/>
                  </a:moveTo>
                  <a:cubicBezTo>
                    <a:pt x="938039" y="73938"/>
                    <a:pt x="947178" y="83077"/>
                    <a:pt x="947178" y="94351"/>
                  </a:cubicBezTo>
                  <a:cubicBezTo>
                    <a:pt x="947178" y="105625"/>
                    <a:pt x="938039" y="114764"/>
                    <a:pt x="926765" y="114764"/>
                  </a:cubicBezTo>
                  <a:cubicBezTo>
                    <a:pt x="915491" y="114764"/>
                    <a:pt x="906352" y="105625"/>
                    <a:pt x="906352" y="94351"/>
                  </a:cubicBezTo>
                  <a:cubicBezTo>
                    <a:pt x="906352" y="83077"/>
                    <a:pt x="915491" y="73938"/>
                    <a:pt x="926765" y="73938"/>
                  </a:cubicBezTo>
                  <a:close/>
                  <a:moveTo>
                    <a:pt x="877988" y="73938"/>
                  </a:moveTo>
                  <a:cubicBezTo>
                    <a:pt x="889262" y="73938"/>
                    <a:pt x="898401" y="83077"/>
                    <a:pt x="898401" y="94351"/>
                  </a:cubicBezTo>
                  <a:cubicBezTo>
                    <a:pt x="898401" y="105625"/>
                    <a:pt x="889262" y="114764"/>
                    <a:pt x="877988" y="114764"/>
                  </a:cubicBezTo>
                  <a:cubicBezTo>
                    <a:pt x="866714" y="114764"/>
                    <a:pt x="857575" y="105625"/>
                    <a:pt x="857575" y="94351"/>
                  </a:cubicBezTo>
                  <a:cubicBezTo>
                    <a:pt x="857575" y="83077"/>
                    <a:pt x="866714" y="73938"/>
                    <a:pt x="877988" y="73938"/>
                  </a:cubicBezTo>
                  <a:close/>
                  <a:moveTo>
                    <a:pt x="829211" y="73938"/>
                  </a:moveTo>
                  <a:cubicBezTo>
                    <a:pt x="840485" y="73938"/>
                    <a:pt x="849624" y="83077"/>
                    <a:pt x="849624" y="94351"/>
                  </a:cubicBezTo>
                  <a:cubicBezTo>
                    <a:pt x="849624" y="105625"/>
                    <a:pt x="840485" y="114764"/>
                    <a:pt x="829211" y="114764"/>
                  </a:cubicBezTo>
                  <a:cubicBezTo>
                    <a:pt x="817937" y="114764"/>
                    <a:pt x="808798" y="105625"/>
                    <a:pt x="808798" y="94351"/>
                  </a:cubicBezTo>
                  <a:cubicBezTo>
                    <a:pt x="808798" y="83077"/>
                    <a:pt x="817937" y="73938"/>
                    <a:pt x="829211" y="73938"/>
                  </a:cubicBezTo>
                  <a:close/>
                  <a:moveTo>
                    <a:pt x="780434" y="73938"/>
                  </a:moveTo>
                  <a:cubicBezTo>
                    <a:pt x="791708" y="73938"/>
                    <a:pt x="800847" y="83077"/>
                    <a:pt x="800847" y="94351"/>
                  </a:cubicBezTo>
                  <a:cubicBezTo>
                    <a:pt x="800847" y="105625"/>
                    <a:pt x="791708" y="114764"/>
                    <a:pt x="780434" y="114764"/>
                  </a:cubicBezTo>
                  <a:cubicBezTo>
                    <a:pt x="769160" y="114764"/>
                    <a:pt x="760021" y="105625"/>
                    <a:pt x="760021" y="94351"/>
                  </a:cubicBezTo>
                  <a:cubicBezTo>
                    <a:pt x="760021" y="83077"/>
                    <a:pt x="769160" y="73938"/>
                    <a:pt x="780434" y="73938"/>
                  </a:cubicBezTo>
                  <a:close/>
                  <a:moveTo>
                    <a:pt x="731657" y="73938"/>
                  </a:moveTo>
                  <a:cubicBezTo>
                    <a:pt x="742931" y="73938"/>
                    <a:pt x="752070" y="83077"/>
                    <a:pt x="752070" y="94351"/>
                  </a:cubicBezTo>
                  <a:cubicBezTo>
                    <a:pt x="752070" y="105625"/>
                    <a:pt x="742931" y="114764"/>
                    <a:pt x="731657" y="114764"/>
                  </a:cubicBezTo>
                  <a:cubicBezTo>
                    <a:pt x="720383" y="114764"/>
                    <a:pt x="711244" y="105625"/>
                    <a:pt x="711244" y="94351"/>
                  </a:cubicBezTo>
                  <a:cubicBezTo>
                    <a:pt x="711244" y="83077"/>
                    <a:pt x="720383" y="73938"/>
                    <a:pt x="731657" y="73938"/>
                  </a:cubicBezTo>
                  <a:close/>
                  <a:moveTo>
                    <a:pt x="682880" y="73938"/>
                  </a:moveTo>
                  <a:cubicBezTo>
                    <a:pt x="694153" y="73938"/>
                    <a:pt x="703293" y="83077"/>
                    <a:pt x="703293" y="94351"/>
                  </a:cubicBezTo>
                  <a:cubicBezTo>
                    <a:pt x="703293" y="105625"/>
                    <a:pt x="694153" y="114764"/>
                    <a:pt x="682880" y="114764"/>
                  </a:cubicBezTo>
                  <a:cubicBezTo>
                    <a:pt x="671606" y="114764"/>
                    <a:pt x="662467" y="105625"/>
                    <a:pt x="662467" y="94351"/>
                  </a:cubicBezTo>
                  <a:cubicBezTo>
                    <a:pt x="662467" y="83077"/>
                    <a:pt x="671606" y="73938"/>
                    <a:pt x="682880" y="73938"/>
                  </a:cubicBezTo>
                  <a:close/>
                  <a:moveTo>
                    <a:pt x="634103" y="73938"/>
                  </a:moveTo>
                  <a:cubicBezTo>
                    <a:pt x="645377" y="73938"/>
                    <a:pt x="654516" y="83077"/>
                    <a:pt x="654516" y="94351"/>
                  </a:cubicBezTo>
                  <a:cubicBezTo>
                    <a:pt x="654516" y="105625"/>
                    <a:pt x="645377" y="114764"/>
                    <a:pt x="634103" y="114764"/>
                  </a:cubicBezTo>
                  <a:cubicBezTo>
                    <a:pt x="622829" y="114764"/>
                    <a:pt x="613690" y="105625"/>
                    <a:pt x="613690" y="94351"/>
                  </a:cubicBezTo>
                  <a:cubicBezTo>
                    <a:pt x="613690" y="83077"/>
                    <a:pt x="622829" y="73938"/>
                    <a:pt x="634103" y="73938"/>
                  </a:cubicBezTo>
                  <a:close/>
                  <a:moveTo>
                    <a:pt x="585326" y="73938"/>
                  </a:moveTo>
                  <a:cubicBezTo>
                    <a:pt x="596599" y="73938"/>
                    <a:pt x="605738" y="83077"/>
                    <a:pt x="605738" y="94351"/>
                  </a:cubicBezTo>
                  <a:cubicBezTo>
                    <a:pt x="605738" y="105625"/>
                    <a:pt x="596599" y="114764"/>
                    <a:pt x="585326" y="114764"/>
                  </a:cubicBezTo>
                  <a:cubicBezTo>
                    <a:pt x="574052" y="114764"/>
                    <a:pt x="564913" y="105625"/>
                    <a:pt x="564913" y="94351"/>
                  </a:cubicBezTo>
                  <a:cubicBezTo>
                    <a:pt x="564913" y="83077"/>
                    <a:pt x="574052" y="73938"/>
                    <a:pt x="585326" y="73938"/>
                  </a:cubicBezTo>
                  <a:close/>
                  <a:moveTo>
                    <a:pt x="536549" y="73938"/>
                  </a:moveTo>
                  <a:cubicBezTo>
                    <a:pt x="547822" y="73938"/>
                    <a:pt x="556961" y="83077"/>
                    <a:pt x="556961" y="94351"/>
                  </a:cubicBezTo>
                  <a:cubicBezTo>
                    <a:pt x="556961" y="105625"/>
                    <a:pt x="547822" y="114764"/>
                    <a:pt x="536549" y="114764"/>
                  </a:cubicBezTo>
                  <a:cubicBezTo>
                    <a:pt x="525275" y="114764"/>
                    <a:pt x="516136" y="105625"/>
                    <a:pt x="516136" y="94351"/>
                  </a:cubicBezTo>
                  <a:cubicBezTo>
                    <a:pt x="516136" y="83077"/>
                    <a:pt x="525275" y="73938"/>
                    <a:pt x="536549" y="73938"/>
                  </a:cubicBezTo>
                  <a:close/>
                  <a:moveTo>
                    <a:pt x="487772" y="73938"/>
                  </a:moveTo>
                  <a:cubicBezTo>
                    <a:pt x="499045" y="73938"/>
                    <a:pt x="508184" y="83077"/>
                    <a:pt x="508184" y="94351"/>
                  </a:cubicBezTo>
                  <a:cubicBezTo>
                    <a:pt x="508184" y="105625"/>
                    <a:pt x="499045" y="114764"/>
                    <a:pt x="487772" y="114764"/>
                  </a:cubicBezTo>
                  <a:cubicBezTo>
                    <a:pt x="476498" y="114764"/>
                    <a:pt x="467359" y="105625"/>
                    <a:pt x="467359" y="94351"/>
                  </a:cubicBezTo>
                  <a:cubicBezTo>
                    <a:pt x="467359" y="83077"/>
                    <a:pt x="476498" y="73938"/>
                    <a:pt x="487772" y="73938"/>
                  </a:cubicBezTo>
                  <a:close/>
                  <a:moveTo>
                    <a:pt x="438994" y="73938"/>
                  </a:moveTo>
                  <a:cubicBezTo>
                    <a:pt x="450268" y="73938"/>
                    <a:pt x="459407" y="83077"/>
                    <a:pt x="459407" y="94351"/>
                  </a:cubicBezTo>
                  <a:cubicBezTo>
                    <a:pt x="459407" y="105625"/>
                    <a:pt x="450268" y="114764"/>
                    <a:pt x="438994" y="114764"/>
                  </a:cubicBezTo>
                  <a:cubicBezTo>
                    <a:pt x="427721" y="114764"/>
                    <a:pt x="418582" y="105625"/>
                    <a:pt x="418582" y="94351"/>
                  </a:cubicBezTo>
                  <a:cubicBezTo>
                    <a:pt x="418582" y="83077"/>
                    <a:pt x="427721" y="73938"/>
                    <a:pt x="438994" y="73938"/>
                  </a:cubicBezTo>
                  <a:close/>
                  <a:moveTo>
                    <a:pt x="390217" y="73938"/>
                  </a:moveTo>
                  <a:cubicBezTo>
                    <a:pt x="401491" y="73938"/>
                    <a:pt x="410630" y="83077"/>
                    <a:pt x="410630" y="94351"/>
                  </a:cubicBezTo>
                  <a:cubicBezTo>
                    <a:pt x="410630" y="105625"/>
                    <a:pt x="401491" y="114764"/>
                    <a:pt x="390217" y="114764"/>
                  </a:cubicBezTo>
                  <a:cubicBezTo>
                    <a:pt x="378944" y="114764"/>
                    <a:pt x="369805" y="105625"/>
                    <a:pt x="369805" y="94351"/>
                  </a:cubicBezTo>
                  <a:cubicBezTo>
                    <a:pt x="369805" y="83077"/>
                    <a:pt x="378944" y="73938"/>
                    <a:pt x="390217" y="73938"/>
                  </a:cubicBezTo>
                  <a:close/>
                  <a:moveTo>
                    <a:pt x="341440" y="73938"/>
                  </a:moveTo>
                  <a:cubicBezTo>
                    <a:pt x="352714" y="73938"/>
                    <a:pt x="361853" y="83077"/>
                    <a:pt x="361853" y="94351"/>
                  </a:cubicBezTo>
                  <a:cubicBezTo>
                    <a:pt x="361853" y="105625"/>
                    <a:pt x="352714" y="114764"/>
                    <a:pt x="341440" y="114764"/>
                  </a:cubicBezTo>
                  <a:cubicBezTo>
                    <a:pt x="330166" y="114764"/>
                    <a:pt x="321028" y="105625"/>
                    <a:pt x="321028" y="94351"/>
                  </a:cubicBezTo>
                  <a:cubicBezTo>
                    <a:pt x="321028" y="83077"/>
                    <a:pt x="330166" y="73938"/>
                    <a:pt x="341440" y="73938"/>
                  </a:cubicBezTo>
                  <a:close/>
                  <a:moveTo>
                    <a:pt x="292663" y="73938"/>
                  </a:moveTo>
                  <a:cubicBezTo>
                    <a:pt x="303937" y="73938"/>
                    <a:pt x="313076" y="83077"/>
                    <a:pt x="313076" y="94351"/>
                  </a:cubicBezTo>
                  <a:cubicBezTo>
                    <a:pt x="313076" y="105625"/>
                    <a:pt x="303937" y="114764"/>
                    <a:pt x="292663" y="114764"/>
                  </a:cubicBezTo>
                  <a:cubicBezTo>
                    <a:pt x="281389" y="114764"/>
                    <a:pt x="272251" y="105625"/>
                    <a:pt x="272251" y="94351"/>
                  </a:cubicBezTo>
                  <a:cubicBezTo>
                    <a:pt x="272251" y="83077"/>
                    <a:pt x="281389" y="73938"/>
                    <a:pt x="292663" y="73938"/>
                  </a:cubicBezTo>
                  <a:close/>
                  <a:moveTo>
                    <a:pt x="243886" y="73938"/>
                  </a:moveTo>
                  <a:cubicBezTo>
                    <a:pt x="255160" y="73938"/>
                    <a:pt x="264299" y="83077"/>
                    <a:pt x="264299" y="94351"/>
                  </a:cubicBezTo>
                  <a:cubicBezTo>
                    <a:pt x="264299" y="105625"/>
                    <a:pt x="255160" y="114764"/>
                    <a:pt x="243886" y="114764"/>
                  </a:cubicBezTo>
                  <a:cubicBezTo>
                    <a:pt x="232612" y="114764"/>
                    <a:pt x="223473" y="105625"/>
                    <a:pt x="223473" y="94351"/>
                  </a:cubicBezTo>
                  <a:cubicBezTo>
                    <a:pt x="223473" y="83077"/>
                    <a:pt x="232612" y="73938"/>
                    <a:pt x="243886" y="73938"/>
                  </a:cubicBezTo>
                  <a:close/>
                  <a:moveTo>
                    <a:pt x="195109" y="73938"/>
                  </a:moveTo>
                  <a:cubicBezTo>
                    <a:pt x="206383" y="73938"/>
                    <a:pt x="215522" y="83077"/>
                    <a:pt x="215522" y="94351"/>
                  </a:cubicBezTo>
                  <a:cubicBezTo>
                    <a:pt x="215522" y="105625"/>
                    <a:pt x="206383" y="114764"/>
                    <a:pt x="195109" y="114764"/>
                  </a:cubicBezTo>
                  <a:cubicBezTo>
                    <a:pt x="183835" y="114764"/>
                    <a:pt x="174696" y="105625"/>
                    <a:pt x="174696" y="94351"/>
                  </a:cubicBezTo>
                  <a:cubicBezTo>
                    <a:pt x="174696" y="83077"/>
                    <a:pt x="183835" y="73938"/>
                    <a:pt x="195109" y="73938"/>
                  </a:cubicBezTo>
                  <a:close/>
                  <a:moveTo>
                    <a:pt x="146332" y="73938"/>
                  </a:moveTo>
                  <a:cubicBezTo>
                    <a:pt x="157606" y="73938"/>
                    <a:pt x="166745" y="83077"/>
                    <a:pt x="166745" y="94351"/>
                  </a:cubicBezTo>
                  <a:cubicBezTo>
                    <a:pt x="166745" y="105625"/>
                    <a:pt x="157606" y="114764"/>
                    <a:pt x="146332" y="114764"/>
                  </a:cubicBezTo>
                  <a:cubicBezTo>
                    <a:pt x="135058" y="114764"/>
                    <a:pt x="125919" y="105625"/>
                    <a:pt x="125919" y="94351"/>
                  </a:cubicBezTo>
                  <a:cubicBezTo>
                    <a:pt x="125919" y="83077"/>
                    <a:pt x="135058" y="73938"/>
                    <a:pt x="146332" y="73938"/>
                  </a:cubicBezTo>
                  <a:close/>
                  <a:moveTo>
                    <a:pt x="97555" y="73938"/>
                  </a:moveTo>
                  <a:cubicBezTo>
                    <a:pt x="108829" y="73938"/>
                    <a:pt x="117968" y="83077"/>
                    <a:pt x="117968" y="94351"/>
                  </a:cubicBezTo>
                  <a:cubicBezTo>
                    <a:pt x="117968" y="105625"/>
                    <a:pt x="108829" y="114764"/>
                    <a:pt x="97555" y="114764"/>
                  </a:cubicBezTo>
                  <a:cubicBezTo>
                    <a:pt x="86281" y="114764"/>
                    <a:pt x="77142" y="105625"/>
                    <a:pt x="77142" y="94351"/>
                  </a:cubicBezTo>
                  <a:cubicBezTo>
                    <a:pt x="77142" y="83077"/>
                    <a:pt x="86281" y="73938"/>
                    <a:pt x="97555" y="73938"/>
                  </a:cubicBezTo>
                  <a:close/>
                  <a:moveTo>
                    <a:pt x="48778" y="73938"/>
                  </a:moveTo>
                  <a:cubicBezTo>
                    <a:pt x="60052" y="73938"/>
                    <a:pt x="69191" y="83077"/>
                    <a:pt x="69191" y="94351"/>
                  </a:cubicBezTo>
                  <a:cubicBezTo>
                    <a:pt x="69191" y="105625"/>
                    <a:pt x="60052" y="114764"/>
                    <a:pt x="48778" y="114764"/>
                  </a:cubicBezTo>
                  <a:cubicBezTo>
                    <a:pt x="37504" y="114764"/>
                    <a:pt x="28365" y="105625"/>
                    <a:pt x="28365" y="94351"/>
                  </a:cubicBezTo>
                  <a:cubicBezTo>
                    <a:pt x="28365" y="83077"/>
                    <a:pt x="37504" y="73938"/>
                    <a:pt x="48778" y="73938"/>
                  </a:cubicBezTo>
                  <a:close/>
                  <a:moveTo>
                    <a:pt x="2" y="73938"/>
                  </a:moveTo>
                  <a:cubicBezTo>
                    <a:pt x="11275" y="73938"/>
                    <a:pt x="20414" y="83077"/>
                    <a:pt x="20414" y="94351"/>
                  </a:cubicBezTo>
                  <a:cubicBezTo>
                    <a:pt x="20414" y="105625"/>
                    <a:pt x="11275" y="114764"/>
                    <a:pt x="2" y="114764"/>
                  </a:cubicBezTo>
                  <a:lnTo>
                    <a:pt x="0" y="114763"/>
                  </a:lnTo>
                  <a:lnTo>
                    <a:pt x="0" y="73939"/>
                  </a:lnTo>
                  <a:close/>
                  <a:moveTo>
                    <a:pt x="1010013" y="25745"/>
                  </a:moveTo>
                  <a:lnTo>
                    <a:pt x="1008696" y="51828"/>
                  </a:lnTo>
                  <a:lnTo>
                    <a:pt x="1003906" y="40265"/>
                  </a:lnTo>
                  <a:cubicBezTo>
                    <a:pt x="1003906" y="34628"/>
                    <a:pt x="1006192" y="29525"/>
                    <a:pt x="1009885" y="25831"/>
                  </a:cubicBezTo>
                  <a:close/>
                  <a:moveTo>
                    <a:pt x="975542" y="19852"/>
                  </a:moveTo>
                  <a:cubicBezTo>
                    <a:pt x="986816" y="19852"/>
                    <a:pt x="995955" y="28991"/>
                    <a:pt x="995955" y="40265"/>
                  </a:cubicBezTo>
                  <a:cubicBezTo>
                    <a:pt x="995955" y="51539"/>
                    <a:pt x="986816" y="60678"/>
                    <a:pt x="975542" y="60678"/>
                  </a:cubicBezTo>
                  <a:cubicBezTo>
                    <a:pt x="964268" y="60678"/>
                    <a:pt x="955129" y="51539"/>
                    <a:pt x="955129" y="40265"/>
                  </a:cubicBezTo>
                  <a:cubicBezTo>
                    <a:pt x="955129" y="28991"/>
                    <a:pt x="964268" y="19852"/>
                    <a:pt x="975542" y="19852"/>
                  </a:cubicBezTo>
                  <a:close/>
                  <a:moveTo>
                    <a:pt x="926765" y="19852"/>
                  </a:moveTo>
                  <a:cubicBezTo>
                    <a:pt x="938039" y="19852"/>
                    <a:pt x="947178" y="28991"/>
                    <a:pt x="947178" y="40265"/>
                  </a:cubicBezTo>
                  <a:cubicBezTo>
                    <a:pt x="947178" y="51539"/>
                    <a:pt x="938039" y="60678"/>
                    <a:pt x="926765" y="60678"/>
                  </a:cubicBezTo>
                  <a:cubicBezTo>
                    <a:pt x="915491" y="60678"/>
                    <a:pt x="906352" y="51539"/>
                    <a:pt x="906352" y="40265"/>
                  </a:cubicBezTo>
                  <a:cubicBezTo>
                    <a:pt x="906352" y="28991"/>
                    <a:pt x="915491" y="19852"/>
                    <a:pt x="926765" y="19852"/>
                  </a:cubicBezTo>
                  <a:close/>
                  <a:moveTo>
                    <a:pt x="877988" y="19852"/>
                  </a:moveTo>
                  <a:cubicBezTo>
                    <a:pt x="889262" y="19852"/>
                    <a:pt x="898401" y="28991"/>
                    <a:pt x="898401" y="40265"/>
                  </a:cubicBezTo>
                  <a:cubicBezTo>
                    <a:pt x="898401" y="51539"/>
                    <a:pt x="889262" y="60678"/>
                    <a:pt x="877988" y="60678"/>
                  </a:cubicBezTo>
                  <a:cubicBezTo>
                    <a:pt x="866714" y="60678"/>
                    <a:pt x="857575" y="51539"/>
                    <a:pt x="857575" y="40265"/>
                  </a:cubicBezTo>
                  <a:cubicBezTo>
                    <a:pt x="857575" y="28991"/>
                    <a:pt x="866714" y="19852"/>
                    <a:pt x="877988" y="19852"/>
                  </a:cubicBezTo>
                  <a:close/>
                  <a:moveTo>
                    <a:pt x="829211" y="19852"/>
                  </a:moveTo>
                  <a:cubicBezTo>
                    <a:pt x="840485" y="19852"/>
                    <a:pt x="849624" y="28991"/>
                    <a:pt x="849624" y="40265"/>
                  </a:cubicBezTo>
                  <a:cubicBezTo>
                    <a:pt x="849624" y="51539"/>
                    <a:pt x="840485" y="60678"/>
                    <a:pt x="829211" y="60678"/>
                  </a:cubicBezTo>
                  <a:cubicBezTo>
                    <a:pt x="817937" y="60678"/>
                    <a:pt x="808798" y="51539"/>
                    <a:pt x="808798" y="40265"/>
                  </a:cubicBezTo>
                  <a:cubicBezTo>
                    <a:pt x="808798" y="28991"/>
                    <a:pt x="817937" y="19852"/>
                    <a:pt x="829211" y="19852"/>
                  </a:cubicBezTo>
                  <a:close/>
                  <a:moveTo>
                    <a:pt x="780434" y="19852"/>
                  </a:moveTo>
                  <a:cubicBezTo>
                    <a:pt x="791708" y="19852"/>
                    <a:pt x="800847" y="28991"/>
                    <a:pt x="800847" y="40265"/>
                  </a:cubicBezTo>
                  <a:cubicBezTo>
                    <a:pt x="800847" y="51539"/>
                    <a:pt x="791708" y="60678"/>
                    <a:pt x="780434" y="60678"/>
                  </a:cubicBezTo>
                  <a:cubicBezTo>
                    <a:pt x="769160" y="60678"/>
                    <a:pt x="760021" y="51539"/>
                    <a:pt x="760021" y="40265"/>
                  </a:cubicBezTo>
                  <a:cubicBezTo>
                    <a:pt x="760021" y="28991"/>
                    <a:pt x="769160" y="19852"/>
                    <a:pt x="780434" y="19852"/>
                  </a:cubicBezTo>
                  <a:close/>
                  <a:moveTo>
                    <a:pt x="731657" y="19852"/>
                  </a:moveTo>
                  <a:cubicBezTo>
                    <a:pt x="742931" y="19852"/>
                    <a:pt x="752070" y="28991"/>
                    <a:pt x="752070" y="40265"/>
                  </a:cubicBezTo>
                  <a:cubicBezTo>
                    <a:pt x="752070" y="51539"/>
                    <a:pt x="742931" y="60678"/>
                    <a:pt x="731657" y="60678"/>
                  </a:cubicBezTo>
                  <a:cubicBezTo>
                    <a:pt x="720383" y="60678"/>
                    <a:pt x="711244" y="51539"/>
                    <a:pt x="711244" y="40265"/>
                  </a:cubicBezTo>
                  <a:cubicBezTo>
                    <a:pt x="711244" y="28991"/>
                    <a:pt x="720383" y="19852"/>
                    <a:pt x="731657" y="19852"/>
                  </a:cubicBezTo>
                  <a:close/>
                  <a:moveTo>
                    <a:pt x="682880" y="19852"/>
                  </a:moveTo>
                  <a:cubicBezTo>
                    <a:pt x="694153" y="19852"/>
                    <a:pt x="703293" y="28991"/>
                    <a:pt x="703293" y="40265"/>
                  </a:cubicBezTo>
                  <a:cubicBezTo>
                    <a:pt x="703293" y="51539"/>
                    <a:pt x="694153" y="60678"/>
                    <a:pt x="682880" y="60678"/>
                  </a:cubicBezTo>
                  <a:cubicBezTo>
                    <a:pt x="671606" y="60678"/>
                    <a:pt x="662467" y="51539"/>
                    <a:pt x="662467" y="40265"/>
                  </a:cubicBezTo>
                  <a:cubicBezTo>
                    <a:pt x="662467" y="28991"/>
                    <a:pt x="671606" y="19852"/>
                    <a:pt x="682880" y="19852"/>
                  </a:cubicBezTo>
                  <a:close/>
                  <a:moveTo>
                    <a:pt x="634103" y="19852"/>
                  </a:moveTo>
                  <a:cubicBezTo>
                    <a:pt x="645377" y="19852"/>
                    <a:pt x="654516" y="28991"/>
                    <a:pt x="654516" y="40265"/>
                  </a:cubicBezTo>
                  <a:cubicBezTo>
                    <a:pt x="654516" y="51539"/>
                    <a:pt x="645377" y="60678"/>
                    <a:pt x="634103" y="60678"/>
                  </a:cubicBezTo>
                  <a:cubicBezTo>
                    <a:pt x="622829" y="60678"/>
                    <a:pt x="613690" y="51539"/>
                    <a:pt x="613690" y="40265"/>
                  </a:cubicBezTo>
                  <a:cubicBezTo>
                    <a:pt x="613690" y="28991"/>
                    <a:pt x="622829" y="19852"/>
                    <a:pt x="634103" y="19852"/>
                  </a:cubicBezTo>
                  <a:close/>
                  <a:moveTo>
                    <a:pt x="585326" y="19852"/>
                  </a:moveTo>
                  <a:cubicBezTo>
                    <a:pt x="596599" y="19852"/>
                    <a:pt x="605738" y="28991"/>
                    <a:pt x="605738" y="40265"/>
                  </a:cubicBezTo>
                  <a:cubicBezTo>
                    <a:pt x="605738" y="51539"/>
                    <a:pt x="596599" y="60678"/>
                    <a:pt x="585326" y="60678"/>
                  </a:cubicBezTo>
                  <a:cubicBezTo>
                    <a:pt x="574052" y="60678"/>
                    <a:pt x="564913" y="51539"/>
                    <a:pt x="564913" y="40265"/>
                  </a:cubicBezTo>
                  <a:cubicBezTo>
                    <a:pt x="564913" y="28991"/>
                    <a:pt x="574052" y="19852"/>
                    <a:pt x="585326" y="19852"/>
                  </a:cubicBezTo>
                  <a:close/>
                  <a:moveTo>
                    <a:pt x="536549" y="19852"/>
                  </a:moveTo>
                  <a:cubicBezTo>
                    <a:pt x="547822" y="19852"/>
                    <a:pt x="556961" y="28991"/>
                    <a:pt x="556961" y="40265"/>
                  </a:cubicBezTo>
                  <a:cubicBezTo>
                    <a:pt x="556961" y="51539"/>
                    <a:pt x="547822" y="60678"/>
                    <a:pt x="536549" y="60678"/>
                  </a:cubicBezTo>
                  <a:cubicBezTo>
                    <a:pt x="525275" y="60678"/>
                    <a:pt x="516136" y="51539"/>
                    <a:pt x="516136" y="40265"/>
                  </a:cubicBezTo>
                  <a:cubicBezTo>
                    <a:pt x="516136" y="28991"/>
                    <a:pt x="525275" y="19852"/>
                    <a:pt x="536549" y="19852"/>
                  </a:cubicBezTo>
                  <a:close/>
                  <a:moveTo>
                    <a:pt x="487772" y="19852"/>
                  </a:moveTo>
                  <a:cubicBezTo>
                    <a:pt x="499045" y="19852"/>
                    <a:pt x="508184" y="28991"/>
                    <a:pt x="508184" y="40265"/>
                  </a:cubicBezTo>
                  <a:cubicBezTo>
                    <a:pt x="508184" y="51539"/>
                    <a:pt x="499045" y="60678"/>
                    <a:pt x="487772" y="60678"/>
                  </a:cubicBezTo>
                  <a:cubicBezTo>
                    <a:pt x="476498" y="60678"/>
                    <a:pt x="467359" y="51539"/>
                    <a:pt x="467359" y="40265"/>
                  </a:cubicBezTo>
                  <a:cubicBezTo>
                    <a:pt x="467359" y="28991"/>
                    <a:pt x="476498" y="19852"/>
                    <a:pt x="487772" y="19852"/>
                  </a:cubicBezTo>
                  <a:close/>
                  <a:moveTo>
                    <a:pt x="438994" y="19852"/>
                  </a:moveTo>
                  <a:cubicBezTo>
                    <a:pt x="450268" y="19852"/>
                    <a:pt x="459407" y="28991"/>
                    <a:pt x="459407" y="40265"/>
                  </a:cubicBezTo>
                  <a:cubicBezTo>
                    <a:pt x="459407" y="51539"/>
                    <a:pt x="450268" y="60678"/>
                    <a:pt x="438994" y="60678"/>
                  </a:cubicBezTo>
                  <a:cubicBezTo>
                    <a:pt x="427721" y="60678"/>
                    <a:pt x="418582" y="51539"/>
                    <a:pt x="418582" y="40265"/>
                  </a:cubicBezTo>
                  <a:cubicBezTo>
                    <a:pt x="418582" y="28991"/>
                    <a:pt x="427721" y="19852"/>
                    <a:pt x="438994" y="19852"/>
                  </a:cubicBezTo>
                  <a:close/>
                  <a:moveTo>
                    <a:pt x="390217" y="19852"/>
                  </a:moveTo>
                  <a:cubicBezTo>
                    <a:pt x="401491" y="19852"/>
                    <a:pt x="410630" y="28991"/>
                    <a:pt x="410630" y="40265"/>
                  </a:cubicBezTo>
                  <a:cubicBezTo>
                    <a:pt x="410630" y="51539"/>
                    <a:pt x="401491" y="60678"/>
                    <a:pt x="390217" y="60678"/>
                  </a:cubicBezTo>
                  <a:cubicBezTo>
                    <a:pt x="378944" y="60678"/>
                    <a:pt x="369805" y="51539"/>
                    <a:pt x="369805" y="40265"/>
                  </a:cubicBezTo>
                  <a:cubicBezTo>
                    <a:pt x="369805" y="28991"/>
                    <a:pt x="378944" y="19852"/>
                    <a:pt x="390217" y="19852"/>
                  </a:cubicBezTo>
                  <a:close/>
                  <a:moveTo>
                    <a:pt x="341440" y="19852"/>
                  </a:moveTo>
                  <a:cubicBezTo>
                    <a:pt x="352714" y="19852"/>
                    <a:pt x="361853" y="28991"/>
                    <a:pt x="361853" y="40265"/>
                  </a:cubicBezTo>
                  <a:cubicBezTo>
                    <a:pt x="361853" y="51539"/>
                    <a:pt x="352714" y="60678"/>
                    <a:pt x="341440" y="60678"/>
                  </a:cubicBezTo>
                  <a:cubicBezTo>
                    <a:pt x="330166" y="60678"/>
                    <a:pt x="321028" y="51539"/>
                    <a:pt x="321028" y="40265"/>
                  </a:cubicBezTo>
                  <a:cubicBezTo>
                    <a:pt x="321028" y="28991"/>
                    <a:pt x="330166" y="19852"/>
                    <a:pt x="341440" y="19852"/>
                  </a:cubicBezTo>
                  <a:close/>
                  <a:moveTo>
                    <a:pt x="292663" y="19852"/>
                  </a:moveTo>
                  <a:cubicBezTo>
                    <a:pt x="303937" y="19852"/>
                    <a:pt x="313076" y="28991"/>
                    <a:pt x="313076" y="40265"/>
                  </a:cubicBezTo>
                  <a:cubicBezTo>
                    <a:pt x="313076" y="51539"/>
                    <a:pt x="303937" y="60678"/>
                    <a:pt x="292663" y="60678"/>
                  </a:cubicBezTo>
                  <a:cubicBezTo>
                    <a:pt x="281389" y="60678"/>
                    <a:pt x="272251" y="51539"/>
                    <a:pt x="272251" y="40265"/>
                  </a:cubicBezTo>
                  <a:cubicBezTo>
                    <a:pt x="272251" y="28991"/>
                    <a:pt x="281389" y="19852"/>
                    <a:pt x="292663" y="19852"/>
                  </a:cubicBezTo>
                  <a:close/>
                  <a:moveTo>
                    <a:pt x="243886" y="19852"/>
                  </a:moveTo>
                  <a:cubicBezTo>
                    <a:pt x="255160" y="19852"/>
                    <a:pt x="264299" y="28991"/>
                    <a:pt x="264299" y="40265"/>
                  </a:cubicBezTo>
                  <a:cubicBezTo>
                    <a:pt x="264299" y="51539"/>
                    <a:pt x="255160" y="60678"/>
                    <a:pt x="243886" y="60678"/>
                  </a:cubicBezTo>
                  <a:cubicBezTo>
                    <a:pt x="232612" y="60678"/>
                    <a:pt x="223473" y="51539"/>
                    <a:pt x="223473" y="40265"/>
                  </a:cubicBezTo>
                  <a:cubicBezTo>
                    <a:pt x="223473" y="28991"/>
                    <a:pt x="232612" y="19852"/>
                    <a:pt x="243886" y="19852"/>
                  </a:cubicBezTo>
                  <a:close/>
                  <a:moveTo>
                    <a:pt x="195109" y="19852"/>
                  </a:moveTo>
                  <a:cubicBezTo>
                    <a:pt x="206383" y="19852"/>
                    <a:pt x="215522" y="28991"/>
                    <a:pt x="215522" y="40265"/>
                  </a:cubicBezTo>
                  <a:cubicBezTo>
                    <a:pt x="215522" y="51539"/>
                    <a:pt x="206383" y="60678"/>
                    <a:pt x="195109" y="60678"/>
                  </a:cubicBezTo>
                  <a:cubicBezTo>
                    <a:pt x="183835" y="60678"/>
                    <a:pt x="174696" y="51539"/>
                    <a:pt x="174696" y="40265"/>
                  </a:cubicBezTo>
                  <a:cubicBezTo>
                    <a:pt x="174696" y="28991"/>
                    <a:pt x="183835" y="19852"/>
                    <a:pt x="195109" y="19852"/>
                  </a:cubicBezTo>
                  <a:close/>
                  <a:moveTo>
                    <a:pt x="146332" y="19852"/>
                  </a:moveTo>
                  <a:cubicBezTo>
                    <a:pt x="157606" y="19852"/>
                    <a:pt x="166745" y="28991"/>
                    <a:pt x="166745" y="40265"/>
                  </a:cubicBezTo>
                  <a:cubicBezTo>
                    <a:pt x="166745" y="51539"/>
                    <a:pt x="157606" y="60678"/>
                    <a:pt x="146332" y="60678"/>
                  </a:cubicBezTo>
                  <a:cubicBezTo>
                    <a:pt x="135058" y="60678"/>
                    <a:pt x="125919" y="51539"/>
                    <a:pt x="125919" y="40265"/>
                  </a:cubicBezTo>
                  <a:cubicBezTo>
                    <a:pt x="125919" y="28991"/>
                    <a:pt x="135058" y="19852"/>
                    <a:pt x="146332" y="19852"/>
                  </a:cubicBezTo>
                  <a:close/>
                  <a:moveTo>
                    <a:pt x="97555" y="19852"/>
                  </a:moveTo>
                  <a:cubicBezTo>
                    <a:pt x="108829" y="19852"/>
                    <a:pt x="117968" y="28991"/>
                    <a:pt x="117968" y="40265"/>
                  </a:cubicBezTo>
                  <a:cubicBezTo>
                    <a:pt x="117968" y="51539"/>
                    <a:pt x="108829" y="60678"/>
                    <a:pt x="97555" y="60678"/>
                  </a:cubicBezTo>
                  <a:cubicBezTo>
                    <a:pt x="86281" y="60678"/>
                    <a:pt x="77142" y="51539"/>
                    <a:pt x="77142" y="40265"/>
                  </a:cubicBezTo>
                  <a:cubicBezTo>
                    <a:pt x="77142" y="28991"/>
                    <a:pt x="86281" y="19852"/>
                    <a:pt x="97555" y="19852"/>
                  </a:cubicBezTo>
                  <a:close/>
                  <a:moveTo>
                    <a:pt x="48778" y="19852"/>
                  </a:moveTo>
                  <a:cubicBezTo>
                    <a:pt x="60052" y="19852"/>
                    <a:pt x="69191" y="28991"/>
                    <a:pt x="69191" y="40265"/>
                  </a:cubicBezTo>
                  <a:cubicBezTo>
                    <a:pt x="69191" y="51539"/>
                    <a:pt x="60052" y="60678"/>
                    <a:pt x="48778" y="60678"/>
                  </a:cubicBezTo>
                  <a:cubicBezTo>
                    <a:pt x="37504" y="60678"/>
                    <a:pt x="28365" y="51539"/>
                    <a:pt x="28365" y="40265"/>
                  </a:cubicBezTo>
                  <a:cubicBezTo>
                    <a:pt x="28365" y="28991"/>
                    <a:pt x="37504" y="19852"/>
                    <a:pt x="48778" y="19852"/>
                  </a:cubicBezTo>
                  <a:close/>
                  <a:moveTo>
                    <a:pt x="2" y="19852"/>
                  </a:moveTo>
                  <a:cubicBezTo>
                    <a:pt x="11275" y="19852"/>
                    <a:pt x="20414" y="28991"/>
                    <a:pt x="20414" y="40265"/>
                  </a:cubicBezTo>
                  <a:cubicBezTo>
                    <a:pt x="20414" y="51539"/>
                    <a:pt x="11275" y="60678"/>
                    <a:pt x="2" y="60678"/>
                  </a:cubicBezTo>
                  <a:lnTo>
                    <a:pt x="0" y="60677"/>
                  </a:lnTo>
                  <a:lnTo>
                    <a:pt x="0" y="19853"/>
                  </a:lnTo>
                  <a:close/>
                  <a:moveTo>
                    <a:pt x="1009631" y="0"/>
                  </a:moveTo>
                  <a:lnTo>
                    <a:pt x="1010974" y="0"/>
                  </a:lnTo>
                  <a:lnTo>
                    <a:pt x="1011044" y="1394"/>
                  </a:lnTo>
                  <a:lnTo>
                    <a:pt x="1009885" y="613"/>
                  </a:lnTo>
                  <a:close/>
                  <a:moveTo>
                    <a:pt x="960854" y="0"/>
                  </a:moveTo>
                  <a:lnTo>
                    <a:pt x="990230" y="0"/>
                  </a:lnTo>
                  <a:lnTo>
                    <a:pt x="989976" y="613"/>
                  </a:lnTo>
                  <a:cubicBezTo>
                    <a:pt x="986282" y="4307"/>
                    <a:pt x="981179" y="6592"/>
                    <a:pt x="975542" y="6592"/>
                  </a:cubicBezTo>
                  <a:cubicBezTo>
                    <a:pt x="969905" y="6592"/>
                    <a:pt x="964802" y="4307"/>
                    <a:pt x="961108" y="613"/>
                  </a:cubicBezTo>
                  <a:close/>
                  <a:moveTo>
                    <a:pt x="912077" y="0"/>
                  </a:moveTo>
                  <a:lnTo>
                    <a:pt x="941453" y="0"/>
                  </a:lnTo>
                  <a:lnTo>
                    <a:pt x="941199" y="613"/>
                  </a:lnTo>
                  <a:cubicBezTo>
                    <a:pt x="937505" y="4307"/>
                    <a:pt x="932402" y="6592"/>
                    <a:pt x="926765" y="6592"/>
                  </a:cubicBezTo>
                  <a:cubicBezTo>
                    <a:pt x="921128" y="6592"/>
                    <a:pt x="916025" y="4307"/>
                    <a:pt x="912331" y="613"/>
                  </a:cubicBezTo>
                  <a:close/>
                  <a:moveTo>
                    <a:pt x="863300" y="0"/>
                  </a:moveTo>
                  <a:lnTo>
                    <a:pt x="892676" y="0"/>
                  </a:lnTo>
                  <a:lnTo>
                    <a:pt x="892422" y="613"/>
                  </a:lnTo>
                  <a:cubicBezTo>
                    <a:pt x="888728" y="4307"/>
                    <a:pt x="883625" y="6592"/>
                    <a:pt x="877988" y="6592"/>
                  </a:cubicBezTo>
                  <a:cubicBezTo>
                    <a:pt x="872351" y="6592"/>
                    <a:pt x="867248" y="4307"/>
                    <a:pt x="863554" y="613"/>
                  </a:cubicBezTo>
                  <a:close/>
                  <a:moveTo>
                    <a:pt x="814523" y="0"/>
                  </a:moveTo>
                  <a:lnTo>
                    <a:pt x="843899" y="0"/>
                  </a:lnTo>
                  <a:lnTo>
                    <a:pt x="843645" y="613"/>
                  </a:lnTo>
                  <a:cubicBezTo>
                    <a:pt x="839951" y="4307"/>
                    <a:pt x="834848" y="6592"/>
                    <a:pt x="829211" y="6592"/>
                  </a:cubicBezTo>
                  <a:cubicBezTo>
                    <a:pt x="823574" y="6592"/>
                    <a:pt x="818471" y="4307"/>
                    <a:pt x="814777" y="613"/>
                  </a:cubicBezTo>
                  <a:close/>
                  <a:moveTo>
                    <a:pt x="765746" y="0"/>
                  </a:moveTo>
                  <a:lnTo>
                    <a:pt x="795122" y="0"/>
                  </a:lnTo>
                  <a:lnTo>
                    <a:pt x="794868" y="613"/>
                  </a:lnTo>
                  <a:cubicBezTo>
                    <a:pt x="791174" y="4307"/>
                    <a:pt x="786071" y="6592"/>
                    <a:pt x="780434" y="6592"/>
                  </a:cubicBezTo>
                  <a:cubicBezTo>
                    <a:pt x="774797" y="6592"/>
                    <a:pt x="769694" y="4307"/>
                    <a:pt x="766000" y="613"/>
                  </a:cubicBezTo>
                  <a:close/>
                  <a:moveTo>
                    <a:pt x="716969" y="0"/>
                  </a:moveTo>
                  <a:lnTo>
                    <a:pt x="746345" y="0"/>
                  </a:lnTo>
                  <a:lnTo>
                    <a:pt x="746091" y="613"/>
                  </a:lnTo>
                  <a:cubicBezTo>
                    <a:pt x="742397" y="4307"/>
                    <a:pt x="737294" y="6592"/>
                    <a:pt x="731657" y="6592"/>
                  </a:cubicBezTo>
                  <a:cubicBezTo>
                    <a:pt x="726020" y="6592"/>
                    <a:pt x="720917" y="4307"/>
                    <a:pt x="717223" y="613"/>
                  </a:cubicBezTo>
                  <a:close/>
                  <a:moveTo>
                    <a:pt x="668192" y="0"/>
                  </a:moveTo>
                  <a:lnTo>
                    <a:pt x="697568" y="0"/>
                  </a:lnTo>
                  <a:lnTo>
                    <a:pt x="697314" y="613"/>
                  </a:lnTo>
                  <a:cubicBezTo>
                    <a:pt x="693620" y="4307"/>
                    <a:pt x="688517" y="6592"/>
                    <a:pt x="682880" y="6592"/>
                  </a:cubicBezTo>
                  <a:cubicBezTo>
                    <a:pt x="677243" y="6592"/>
                    <a:pt x="672140" y="4307"/>
                    <a:pt x="668446" y="613"/>
                  </a:cubicBezTo>
                  <a:close/>
                  <a:moveTo>
                    <a:pt x="619415" y="0"/>
                  </a:moveTo>
                  <a:lnTo>
                    <a:pt x="648791" y="0"/>
                  </a:lnTo>
                  <a:lnTo>
                    <a:pt x="648537" y="613"/>
                  </a:lnTo>
                  <a:cubicBezTo>
                    <a:pt x="644843" y="4307"/>
                    <a:pt x="639740" y="6592"/>
                    <a:pt x="634103" y="6592"/>
                  </a:cubicBezTo>
                  <a:cubicBezTo>
                    <a:pt x="628466" y="6592"/>
                    <a:pt x="623363" y="4307"/>
                    <a:pt x="619669" y="613"/>
                  </a:cubicBezTo>
                  <a:close/>
                  <a:moveTo>
                    <a:pt x="570638" y="0"/>
                  </a:moveTo>
                  <a:lnTo>
                    <a:pt x="600013" y="0"/>
                  </a:lnTo>
                  <a:lnTo>
                    <a:pt x="599760" y="613"/>
                  </a:lnTo>
                  <a:cubicBezTo>
                    <a:pt x="596066" y="4307"/>
                    <a:pt x="590963" y="6592"/>
                    <a:pt x="585326" y="6592"/>
                  </a:cubicBezTo>
                  <a:cubicBezTo>
                    <a:pt x="579689" y="6592"/>
                    <a:pt x="574586" y="4307"/>
                    <a:pt x="570892" y="613"/>
                  </a:cubicBezTo>
                  <a:close/>
                  <a:moveTo>
                    <a:pt x="521861" y="0"/>
                  </a:moveTo>
                  <a:lnTo>
                    <a:pt x="551237" y="0"/>
                  </a:lnTo>
                  <a:lnTo>
                    <a:pt x="550983" y="613"/>
                  </a:lnTo>
                  <a:cubicBezTo>
                    <a:pt x="547289" y="4307"/>
                    <a:pt x="542185" y="6592"/>
                    <a:pt x="536549" y="6592"/>
                  </a:cubicBezTo>
                  <a:cubicBezTo>
                    <a:pt x="530912" y="6592"/>
                    <a:pt x="525808" y="4307"/>
                    <a:pt x="522114" y="613"/>
                  </a:cubicBezTo>
                  <a:close/>
                  <a:moveTo>
                    <a:pt x="473084" y="0"/>
                  </a:moveTo>
                  <a:lnTo>
                    <a:pt x="502459" y="0"/>
                  </a:lnTo>
                  <a:lnTo>
                    <a:pt x="502206" y="613"/>
                  </a:lnTo>
                  <a:cubicBezTo>
                    <a:pt x="498512" y="4307"/>
                    <a:pt x="493408" y="6592"/>
                    <a:pt x="487772" y="6592"/>
                  </a:cubicBezTo>
                  <a:cubicBezTo>
                    <a:pt x="482135" y="6592"/>
                    <a:pt x="477031" y="4307"/>
                    <a:pt x="473337" y="613"/>
                  </a:cubicBezTo>
                  <a:close/>
                  <a:moveTo>
                    <a:pt x="424307" y="0"/>
                  </a:moveTo>
                  <a:lnTo>
                    <a:pt x="453682" y="0"/>
                  </a:lnTo>
                  <a:lnTo>
                    <a:pt x="453429" y="613"/>
                  </a:lnTo>
                  <a:cubicBezTo>
                    <a:pt x="449735" y="4307"/>
                    <a:pt x="444631" y="6592"/>
                    <a:pt x="438994" y="6592"/>
                  </a:cubicBezTo>
                  <a:cubicBezTo>
                    <a:pt x="433358" y="6592"/>
                    <a:pt x="428254" y="4307"/>
                    <a:pt x="424560" y="613"/>
                  </a:cubicBezTo>
                  <a:close/>
                  <a:moveTo>
                    <a:pt x="375529" y="0"/>
                  </a:moveTo>
                  <a:lnTo>
                    <a:pt x="404905" y="0"/>
                  </a:lnTo>
                  <a:lnTo>
                    <a:pt x="404651" y="613"/>
                  </a:lnTo>
                  <a:cubicBezTo>
                    <a:pt x="400957" y="4307"/>
                    <a:pt x="395854" y="6592"/>
                    <a:pt x="390217" y="6592"/>
                  </a:cubicBezTo>
                  <a:cubicBezTo>
                    <a:pt x="384580" y="6592"/>
                    <a:pt x="379477" y="4307"/>
                    <a:pt x="375783" y="613"/>
                  </a:cubicBezTo>
                  <a:close/>
                  <a:moveTo>
                    <a:pt x="326752" y="0"/>
                  </a:moveTo>
                  <a:lnTo>
                    <a:pt x="356128" y="0"/>
                  </a:lnTo>
                  <a:lnTo>
                    <a:pt x="355874" y="613"/>
                  </a:lnTo>
                  <a:cubicBezTo>
                    <a:pt x="352180" y="4307"/>
                    <a:pt x="347077" y="6592"/>
                    <a:pt x="341440" y="6592"/>
                  </a:cubicBezTo>
                  <a:cubicBezTo>
                    <a:pt x="335803" y="6592"/>
                    <a:pt x="330700" y="4307"/>
                    <a:pt x="327006" y="613"/>
                  </a:cubicBezTo>
                  <a:close/>
                  <a:moveTo>
                    <a:pt x="277975" y="0"/>
                  </a:moveTo>
                  <a:lnTo>
                    <a:pt x="307351" y="0"/>
                  </a:lnTo>
                  <a:lnTo>
                    <a:pt x="307097" y="613"/>
                  </a:lnTo>
                  <a:cubicBezTo>
                    <a:pt x="303403" y="4307"/>
                    <a:pt x="298300" y="6592"/>
                    <a:pt x="292663" y="6592"/>
                  </a:cubicBezTo>
                  <a:cubicBezTo>
                    <a:pt x="287026" y="6592"/>
                    <a:pt x="281923" y="4307"/>
                    <a:pt x="278229" y="613"/>
                  </a:cubicBezTo>
                  <a:close/>
                  <a:moveTo>
                    <a:pt x="229198" y="0"/>
                  </a:moveTo>
                  <a:lnTo>
                    <a:pt x="258574" y="0"/>
                  </a:lnTo>
                  <a:lnTo>
                    <a:pt x="258320" y="613"/>
                  </a:lnTo>
                  <a:cubicBezTo>
                    <a:pt x="254626" y="4307"/>
                    <a:pt x="249523" y="6592"/>
                    <a:pt x="243886" y="6592"/>
                  </a:cubicBezTo>
                  <a:cubicBezTo>
                    <a:pt x="238249" y="6592"/>
                    <a:pt x="233146" y="4307"/>
                    <a:pt x="229452" y="613"/>
                  </a:cubicBezTo>
                  <a:close/>
                  <a:moveTo>
                    <a:pt x="180421" y="0"/>
                  </a:moveTo>
                  <a:lnTo>
                    <a:pt x="209797" y="0"/>
                  </a:lnTo>
                  <a:lnTo>
                    <a:pt x="209543" y="613"/>
                  </a:lnTo>
                  <a:cubicBezTo>
                    <a:pt x="205849" y="4307"/>
                    <a:pt x="200746" y="6592"/>
                    <a:pt x="195109" y="6592"/>
                  </a:cubicBezTo>
                  <a:cubicBezTo>
                    <a:pt x="189472" y="6592"/>
                    <a:pt x="184369" y="4307"/>
                    <a:pt x="180675" y="613"/>
                  </a:cubicBezTo>
                  <a:close/>
                  <a:moveTo>
                    <a:pt x="131644" y="0"/>
                  </a:moveTo>
                  <a:lnTo>
                    <a:pt x="161020" y="0"/>
                  </a:lnTo>
                  <a:lnTo>
                    <a:pt x="160766" y="613"/>
                  </a:lnTo>
                  <a:cubicBezTo>
                    <a:pt x="157072" y="4307"/>
                    <a:pt x="151969" y="6592"/>
                    <a:pt x="146332" y="6592"/>
                  </a:cubicBezTo>
                  <a:cubicBezTo>
                    <a:pt x="140695" y="6592"/>
                    <a:pt x="135592" y="4307"/>
                    <a:pt x="131898" y="613"/>
                  </a:cubicBezTo>
                  <a:close/>
                  <a:moveTo>
                    <a:pt x="82867" y="0"/>
                  </a:moveTo>
                  <a:lnTo>
                    <a:pt x="112243" y="0"/>
                  </a:lnTo>
                  <a:lnTo>
                    <a:pt x="111989" y="613"/>
                  </a:lnTo>
                  <a:cubicBezTo>
                    <a:pt x="108295" y="4307"/>
                    <a:pt x="103192" y="6592"/>
                    <a:pt x="97555" y="6592"/>
                  </a:cubicBezTo>
                  <a:cubicBezTo>
                    <a:pt x="91918" y="6592"/>
                    <a:pt x="86815" y="4307"/>
                    <a:pt x="83121" y="613"/>
                  </a:cubicBezTo>
                  <a:close/>
                  <a:moveTo>
                    <a:pt x="34090" y="0"/>
                  </a:moveTo>
                  <a:lnTo>
                    <a:pt x="63466" y="0"/>
                  </a:lnTo>
                  <a:lnTo>
                    <a:pt x="63212" y="613"/>
                  </a:lnTo>
                  <a:cubicBezTo>
                    <a:pt x="59518" y="4307"/>
                    <a:pt x="54415" y="6592"/>
                    <a:pt x="48778" y="6592"/>
                  </a:cubicBezTo>
                  <a:cubicBezTo>
                    <a:pt x="43141" y="6592"/>
                    <a:pt x="38038" y="4307"/>
                    <a:pt x="34344" y="613"/>
                  </a:cubicBezTo>
                  <a:close/>
                  <a:moveTo>
                    <a:pt x="0" y="0"/>
                  </a:moveTo>
                  <a:lnTo>
                    <a:pt x="14689" y="0"/>
                  </a:lnTo>
                  <a:lnTo>
                    <a:pt x="14435" y="613"/>
                  </a:lnTo>
                  <a:cubicBezTo>
                    <a:pt x="10741" y="4307"/>
                    <a:pt x="5638" y="6592"/>
                    <a:pt x="2" y="6592"/>
                  </a:cubicBezTo>
                  <a:lnTo>
                    <a:pt x="0" y="65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1" y="1"/>
              <a:ext cx="302530" cy="372598"/>
            </a:xfrm>
            <a:custGeom>
              <a:rect b="b" l="l" r="r" t="t"/>
              <a:pathLst>
                <a:path extrusionOk="0" h="496797" w="403373">
                  <a:moveTo>
                    <a:pt x="229368" y="0"/>
                  </a:moveTo>
                  <a:lnTo>
                    <a:pt x="384512" y="0"/>
                  </a:lnTo>
                  <a:lnTo>
                    <a:pt x="403373" y="93424"/>
                  </a:lnTo>
                  <a:cubicBezTo>
                    <a:pt x="403373" y="316201"/>
                    <a:pt x="222777" y="496797"/>
                    <a:pt x="0" y="496797"/>
                  </a:cubicBezTo>
                  <a:lnTo>
                    <a:pt x="0" y="341654"/>
                  </a:lnTo>
                  <a:cubicBezTo>
                    <a:pt x="137093" y="341654"/>
                    <a:pt x="248230" y="230517"/>
                    <a:pt x="248230" y="93424"/>
                  </a:cubicBezTo>
                  <a:close/>
                </a:path>
              </a:pathLst>
            </a:custGeom>
            <a:gradFill>
              <a:gsLst>
                <a:gs pos="0">
                  <a:srgbClr val="FF4E02"/>
                </a:gs>
                <a:gs pos="48000">
                  <a:srgbClr val="F69323"/>
                </a:gs>
                <a:gs pos="100000">
                  <a:srgbClr val="FABC75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4">
            <a:hlinkClick r:id="rId2"/>
          </p:cNvPr>
          <p:cNvSpPr/>
          <p:nvPr/>
        </p:nvSpPr>
        <p:spPr>
          <a:xfrm>
            <a:off x="3396050" y="3687400"/>
            <a:ext cx="1738200" cy="124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www.tigeranalytics.com</a:t>
            </a:r>
            <a:endParaRPr b="0" i="0" sz="1100" u="none" cap="none" strike="noStrike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>
            <a:hlinkClick r:id="rId3"/>
          </p:cNvPr>
          <p:cNvSpPr/>
          <p:nvPr/>
        </p:nvSpPr>
        <p:spPr>
          <a:xfrm>
            <a:off x="4030690" y="3923772"/>
            <a:ext cx="243000" cy="24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>
            <a:hlinkClick r:id="rId4"/>
          </p:cNvPr>
          <p:cNvSpPr/>
          <p:nvPr/>
        </p:nvSpPr>
        <p:spPr>
          <a:xfrm>
            <a:off x="4088728" y="3981818"/>
            <a:ext cx="126016" cy="126000"/>
          </a:xfrm>
          <a:custGeom>
            <a:rect b="b" l="l" r="r" t="t"/>
            <a:pathLst>
              <a:path extrusionOk="0" h="3600000" w="3600450">
                <a:moveTo>
                  <a:pt x="2443351" y="598336"/>
                </a:moveTo>
                <a:cubicBezTo>
                  <a:pt x="2344604" y="591283"/>
                  <a:pt x="2247735" y="605917"/>
                  <a:pt x="2175442" y="640945"/>
                </a:cubicBezTo>
                <a:cubicBezTo>
                  <a:pt x="1896180" y="785483"/>
                  <a:pt x="1772372" y="991259"/>
                  <a:pt x="1822862" y="1347778"/>
                </a:cubicBezTo>
                <a:cubicBezTo>
                  <a:pt x="1368677" y="1358195"/>
                  <a:pt x="773170" y="1076549"/>
                  <a:pt x="573365" y="710108"/>
                </a:cubicBezTo>
                <a:cubicBezTo>
                  <a:pt x="385362" y="875792"/>
                  <a:pt x="470466" y="1411198"/>
                  <a:pt x="774927" y="1531630"/>
                </a:cubicBezTo>
                <a:cubicBezTo>
                  <a:pt x="636580" y="1529584"/>
                  <a:pt x="591043" y="1502544"/>
                  <a:pt x="454598" y="1456258"/>
                </a:cubicBezTo>
                <a:cubicBezTo>
                  <a:pt x="501872" y="1904597"/>
                  <a:pt x="763983" y="1980208"/>
                  <a:pt x="973777" y="2064155"/>
                </a:cubicBezTo>
                <a:cubicBezTo>
                  <a:pt x="852534" y="2142597"/>
                  <a:pt x="745426" y="2079715"/>
                  <a:pt x="666580" y="2073364"/>
                </a:cubicBezTo>
                <a:cubicBezTo>
                  <a:pt x="760010" y="2372399"/>
                  <a:pt x="1073128" y="2490107"/>
                  <a:pt x="1270553" y="2449863"/>
                </a:cubicBezTo>
                <a:cubicBezTo>
                  <a:pt x="1134133" y="2645905"/>
                  <a:pt x="923075" y="2722647"/>
                  <a:pt x="376665" y="2759915"/>
                </a:cubicBezTo>
                <a:cubicBezTo>
                  <a:pt x="684120" y="2913251"/>
                  <a:pt x="911493" y="3028902"/>
                  <a:pt x="1355560" y="2998518"/>
                </a:cubicBezTo>
                <a:cubicBezTo>
                  <a:pt x="1849783" y="2992786"/>
                  <a:pt x="2282768" y="2746806"/>
                  <a:pt x="2447240" y="2585619"/>
                </a:cubicBezTo>
                <a:cubicBezTo>
                  <a:pt x="2693768" y="2358293"/>
                  <a:pt x="3006247" y="1801218"/>
                  <a:pt x="3003106" y="1197035"/>
                </a:cubicBezTo>
                <a:lnTo>
                  <a:pt x="3317867" y="907530"/>
                </a:lnTo>
                <a:lnTo>
                  <a:pt x="2965917" y="984828"/>
                </a:lnTo>
                <a:lnTo>
                  <a:pt x="3242424" y="653580"/>
                </a:lnTo>
                <a:cubicBezTo>
                  <a:pt x="3178746" y="675623"/>
                  <a:pt x="3001926" y="754111"/>
                  <a:pt x="2847650" y="820309"/>
                </a:cubicBezTo>
                <a:cubicBezTo>
                  <a:pt x="2777725" y="682087"/>
                  <a:pt x="2607930" y="610091"/>
                  <a:pt x="2443351" y="598336"/>
                </a:cubicBezTo>
                <a:close/>
                <a:moveTo>
                  <a:pt x="353268" y="0"/>
                </a:moveTo>
                <a:lnTo>
                  <a:pt x="3247182" y="0"/>
                </a:lnTo>
                <a:cubicBezTo>
                  <a:pt x="3442287" y="0"/>
                  <a:pt x="3600450" y="158163"/>
                  <a:pt x="3600450" y="353268"/>
                </a:cubicBezTo>
                <a:lnTo>
                  <a:pt x="3600450" y="3246732"/>
                </a:lnTo>
                <a:cubicBezTo>
                  <a:pt x="3600450" y="3441837"/>
                  <a:pt x="3442287" y="3600000"/>
                  <a:pt x="3247182" y="3600000"/>
                </a:cubicBezTo>
                <a:lnTo>
                  <a:pt x="353268" y="3600000"/>
                </a:lnTo>
                <a:cubicBezTo>
                  <a:pt x="158163" y="3600000"/>
                  <a:pt x="0" y="3441837"/>
                  <a:pt x="0" y="3246732"/>
                </a:cubicBezTo>
                <a:lnTo>
                  <a:pt x="0" y="353268"/>
                </a:lnTo>
                <a:cubicBezTo>
                  <a:pt x="0" y="158163"/>
                  <a:pt x="158163" y="0"/>
                  <a:pt x="35326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>
            <a:hlinkClick r:id="rId5"/>
          </p:cNvPr>
          <p:cNvSpPr/>
          <p:nvPr/>
        </p:nvSpPr>
        <p:spPr>
          <a:xfrm>
            <a:off x="3713370" y="3923772"/>
            <a:ext cx="243000" cy="24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>
            <a:hlinkClick r:id="rId6"/>
          </p:cNvPr>
          <p:cNvSpPr/>
          <p:nvPr/>
        </p:nvSpPr>
        <p:spPr>
          <a:xfrm>
            <a:off x="3772848" y="3983251"/>
            <a:ext cx="119175" cy="119175"/>
          </a:xfrm>
          <a:custGeom>
            <a:rect b="b" l="l" r="r" t="t"/>
            <a:pathLst>
              <a:path extrusionOk="0" h="4333647" w="4333647">
                <a:moveTo>
                  <a:pt x="937082" y="1651039"/>
                </a:moveTo>
                <a:lnTo>
                  <a:pt x="937082" y="3354087"/>
                </a:lnTo>
                <a:lnTo>
                  <a:pt x="1469284" y="3354087"/>
                </a:lnTo>
                <a:lnTo>
                  <a:pt x="1469284" y="1651039"/>
                </a:lnTo>
                <a:lnTo>
                  <a:pt x="937082" y="1651039"/>
                </a:lnTo>
                <a:close/>
                <a:moveTo>
                  <a:pt x="2832769" y="1616621"/>
                </a:moveTo>
                <a:cubicBezTo>
                  <a:pt x="2664206" y="1616621"/>
                  <a:pt x="2516100" y="1654237"/>
                  <a:pt x="2405635" y="1758689"/>
                </a:cubicBezTo>
                <a:lnTo>
                  <a:pt x="2304094" y="1865710"/>
                </a:lnTo>
                <a:cubicBezTo>
                  <a:pt x="2300124" y="1749259"/>
                  <a:pt x="2300919" y="1715091"/>
                  <a:pt x="2299331" y="1651027"/>
                </a:cubicBezTo>
                <a:lnTo>
                  <a:pt x="1795366" y="1651027"/>
                </a:lnTo>
                <a:lnTo>
                  <a:pt x="1795366" y="3353420"/>
                </a:lnTo>
                <a:lnTo>
                  <a:pt x="2318381" y="3353150"/>
                </a:lnTo>
                <a:cubicBezTo>
                  <a:pt x="2319884" y="3034704"/>
                  <a:pt x="2319075" y="2716239"/>
                  <a:pt x="2322890" y="2397812"/>
                </a:cubicBezTo>
                <a:cubicBezTo>
                  <a:pt x="2327866" y="1982497"/>
                  <a:pt x="2877210" y="1989236"/>
                  <a:pt x="2899974" y="2349718"/>
                </a:cubicBezTo>
                <a:lnTo>
                  <a:pt x="2911179" y="3350999"/>
                </a:lnTo>
                <a:lnTo>
                  <a:pt x="3434195" y="3348350"/>
                </a:lnTo>
                <a:cubicBezTo>
                  <a:pt x="3431814" y="2937575"/>
                  <a:pt x="3427581" y="2508785"/>
                  <a:pt x="3418056" y="2102772"/>
                </a:cubicBezTo>
                <a:cubicBezTo>
                  <a:pt x="3334312" y="1659711"/>
                  <a:pt x="3010503" y="1642480"/>
                  <a:pt x="2832769" y="1616621"/>
                </a:cubicBezTo>
                <a:close/>
                <a:moveTo>
                  <a:pt x="1203183" y="812039"/>
                </a:moveTo>
                <a:cubicBezTo>
                  <a:pt x="1035222" y="812039"/>
                  <a:pt x="899067" y="948195"/>
                  <a:pt x="899067" y="1116155"/>
                </a:cubicBezTo>
                <a:cubicBezTo>
                  <a:pt x="899067" y="1284116"/>
                  <a:pt x="1035222" y="1420271"/>
                  <a:pt x="1203183" y="1420271"/>
                </a:cubicBezTo>
                <a:cubicBezTo>
                  <a:pt x="1371143" y="1420271"/>
                  <a:pt x="1507298" y="1284116"/>
                  <a:pt x="1507298" y="1116155"/>
                </a:cubicBezTo>
                <a:cubicBezTo>
                  <a:pt x="1507298" y="948195"/>
                  <a:pt x="1371143" y="812039"/>
                  <a:pt x="1203183" y="812039"/>
                </a:cubicBezTo>
                <a:close/>
                <a:moveTo>
                  <a:pt x="446104" y="0"/>
                </a:moveTo>
                <a:lnTo>
                  <a:pt x="3887543" y="0"/>
                </a:lnTo>
                <a:cubicBezTo>
                  <a:pt x="4133919" y="0"/>
                  <a:pt x="4333647" y="199728"/>
                  <a:pt x="4333647" y="446104"/>
                </a:cubicBezTo>
                <a:lnTo>
                  <a:pt x="4333647" y="3887543"/>
                </a:lnTo>
                <a:cubicBezTo>
                  <a:pt x="4333647" y="4133919"/>
                  <a:pt x="4133919" y="4333647"/>
                  <a:pt x="3887543" y="4333647"/>
                </a:cubicBezTo>
                <a:lnTo>
                  <a:pt x="446104" y="4333647"/>
                </a:lnTo>
                <a:cubicBezTo>
                  <a:pt x="199728" y="4333647"/>
                  <a:pt x="0" y="4133919"/>
                  <a:pt x="0" y="3887543"/>
                </a:cubicBezTo>
                <a:lnTo>
                  <a:pt x="0" y="446104"/>
                </a:lnTo>
                <a:cubicBezTo>
                  <a:pt x="0" y="199728"/>
                  <a:pt x="199728" y="0"/>
                  <a:pt x="44610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>
            <a:hlinkClick r:id="rId7"/>
          </p:cNvPr>
          <p:cNvSpPr/>
          <p:nvPr/>
        </p:nvSpPr>
        <p:spPr>
          <a:xfrm>
            <a:off x="3396050" y="3923772"/>
            <a:ext cx="243000" cy="243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>
            <a:hlinkClick r:id="rId8"/>
          </p:cNvPr>
          <p:cNvSpPr/>
          <p:nvPr/>
        </p:nvSpPr>
        <p:spPr>
          <a:xfrm>
            <a:off x="3481787" y="3969222"/>
            <a:ext cx="70755" cy="150465"/>
          </a:xfrm>
          <a:custGeom>
            <a:rect b="b" l="l" r="r" t="t"/>
            <a:pathLst>
              <a:path extrusionOk="0" h="3009296" w="1415106">
                <a:moveTo>
                  <a:pt x="1125580" y="0"/>
                </a:moveTo>
                <a:cubicBezTo>
                  <a:pt x="1374672" y="0"/>
                  <a:pt x="1406457" y="1262"/>
                  <a:pt x="1410322" y="11311"/>
                </a:cubicBezTo>
                <a:cubicBezTo>
                  <a:pt x="1412700" y="17533"/>
                  <a:pt x="1414646" y="134349"/>
                  <a:pt x="1414646" y="270901"/>
                </a:cubicBezTo>
                <a:cubicBezTo>
                  <a:pt x="1414646" y="454470"/>
                  <a:pt x="1412430" y="521414"/>
                  <a:pt x="1406078" y="527757"/>
                </a:cubicBezTo>
                <a:cubicBezTo>
                  <a:pt x="1399862" y="533982"/>
                  <a:pt x="1347779" y="536341"/>
                  <a:pt x="1216719" y="536341"/>
                </a:cubicBezTo>
                <a:cubicBezTo>
                  <a:pt x="1010440" y="536341"/>
                  <a:pt x="990574" y="540169"/>
                  <a:pt x="962492" y="585333"/>
                </a:cubicBezTo>
                <a:cubicBezTo>
                  <a:pt x="947275" y="609761"/>
                  <a:pt x="946113" y="620445"/>
                  <a:pt x="943924" y="752664"/>
                </a:cubicBezTo>
                <a:lnTo>
                  <a:pt x="941599" y="893900"/>
                </a:lnTo>
                <a:lnTo>
                  <a:pt x="1173690" y="893900"/>
                </a:lnTo>
                <a:cubicBezTo>
                  <a:pt x="1350860" y="893900"/>
                  <a:pt x="1407403" y="896016"/>
                  <a:pt x="1412727" y="902838"/>
                </a:cubicBezTo>
                <a:cubicBezTo>
                  <a:pt x="1417295" y="908709"/>
                  <a:pt x="1415268" y="958419"/>
                  <a:pt x="1406808" y="1047652"/>
                </a:cubicBezTo>
                <a:cubicBezTo>
                  <a:pt x="1399727" y="1122383"/>
                  <a:pt x="1387537" y="1252761"/>
                  <a:pt x="1379699" y="1337386"/>
                </a:cubicBezTo>
                <a:cubicBezTo>
                  <a:pt x="1371861" y="1422011"/>
                  <a:pt x="1363293" y="1496831"/>
                  <a:pt x="1360671" y="1503653"/>
                </a:cubicBezTo>
                <a:cubicBezTo>
                  <a:pt x="1356293" y="1515045"/>
                  <a:pt x="1338238" y="1516056"/>
                  <a:pt x="1138608" y="1516056"/>
                </a:cubicBezTo>
                <a:lnTo>
                  <a:pt x="921301" y="1516056"/>
                </a:lnTo>
                <a:lnTo>
                  <a:pt x="919463" y="2261569"/>
                </a:lnTo>
                <a:lnTo>
                  <a:pt x="917652" y="3007087"/>
                </a:lnTo>
                <a:lnTo>
                  <a:pt x="613202" y="3008952"/>
                </a:lnTo>
                <a:cubicBezTo>
                  <a:pt x="445757" y="3009979"/>
                  <a:pt x="306575" y="3008627"/>
                  <a:pt x="303910" y="3005979"/>
                </a:cubicBezTo>
                <a:cubicBezTo>
                  <a:pt x="301248" y="3003303"/>
                  <a:pt x="299069" y="2667045"/>
                  <a:pt x="299069" y="2258731"/>
                </a:cubicBezTo>
                <a:lnTo>
                  <a:pt x="299069" y="1516345"/>
                </a:lnTo>
                <a:lnTo>
                  <a:pt x="150682" y="1514413"/>
                </a:lnTo>
                <a:lnTo>
                  <a:pt x="2292" y="1512480"/>
                </a:lnTo>
                <a:lnTo>
                  <a:pt x="427" y="1212957"/>
                </a:lnTo>
                <a:cubicBezTo>
                  <a:pt x="-916" y="997785"/>
                  <a:pt x="843" y="910684"/>
                  <a:pt x="6665" y="903668"/>
                </a:cubicBezTo>
                <a:cubicBezTo>
                  <a:pt x="13019" y="896011"/>
                  <a:pt x="45497" y="893900"/>
                  <a:pt x="156920" y="893900"/>
                </a:cubicBezTo>
                <a:lnTo>
                  <a:pt x="299069" y="893900"/>
                </a:lnTo>
                <a:lnTo>
                  <a:pt x="299069" y="725433"/>
                </a:lnTo>
                <a:cubicBezTo>
                  <a:pt x="299069" y="542193"/>
                  <a:pt x="309354" y="464187"/>
                  <a:pt x="346631" y="364710"/>
                </a:cubicBezTo>
                <a:cubicBezTo>
                  <a:pt x="392425" y="242510"/>
                  <a:pt x="487918" y="132443"/>
                  <a:pt x="595844" y="77468"/>
                </a:cubicBezTo>
                <a:cubicBezTo>
                  <a:pt x="734266" y="6960"/>
                  <a:pt x="781863" y="0"/>
                  <a:pt x="112558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>
            <p:ph idx="1" type="subTitle"/>
          </p:nvPr>
        </p:nvSpPr>
        <p:spPr>
          <a:xfrm>
            <a:off x="3396050" y="2125925"/>
            <a:ext cx="464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Poppins Medium"/>
              <a:buNone/>
              <a:defRPr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"/>
          <p:cNvSpPr txBox="1"/>
          <p:nvPr>
            <p:ph idx="2" type="subTitle"/>
          </p:nvPr>
        </p:nvSpPr>
        <p:spPr>
          <a:xfrm>
            <a:off x="3396050" y="2452499"/>
            <a:ext cx="46482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3" type="subTitle"/>
          </p:nvPr>
        </p:nvSpPr>
        <p:spPr>
          <a:xfrm>
            <a:off x="3396050" y="2671599"/>
            <a:ext cx="4648200" cy="1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"/>
          <p:cNvSpPr/>
          <p:nvPr/>
        </p:nvSpPr>
        <p:spPr>
          <a:xfrm rot="10800000">
            <a:off x="294" y="0"/>
            <a:ext cx="2888706" cy="2888509"/>
          </a:xfrm>
          <a:custGeom>
            <a:rect b="b" l="l" r="r" t="t"/>
            <a:pathLst>
              <a:path extrusionOk="0" h="3851345" w="3826101">
                <a:moveTo>
                  <a:pt x="3826101" y="0"/>
                </a:moveTo>
                <a:lnTo>
                  <a:pt x="3826101" y="584257"/>
                </a:lnTo>
                <a:lnTo>
                  <a:pt x="3672624" y="588138"/>
                </a:lnTo>
                <a:cubicBezTo>
                  <a:pt x="1952295" y="675341"/>
                  <a:pt x="584255" y="2097818"/>
                  <a:pt x="584255" y="3839818"/>
                </a:cubicBezTo>
                <a:lnTo>
                  <a:pt x="584819" y="3851345"/>
                </a:lnTo>
                <a:lnTo>
                  <a:pt x="564" y="3851345"/>
                </a:lnTo>
                <a:lnTo>
                  <a:pt x="0" y="3839817"/>
                </a:lnTo>
                <a:cubicBezTo>
                  <a:pt x="0" y="1785226"/>
                  <a:pt x="1613526" y="107493"/>
                  <a:pt x="3642558" y="4641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81843" y="473336"/>
            <a:ext cx="875203" cy="36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576">
          <p15:clr>
            <a:srgbClr val="FA7B17"/>
          </p15:clr>
        </p15:guide>
        <p15:guide id="4" orient="horz" pos="2938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Cover - Client Logo" showMasterSp="0">
  <p:cSld name="Title 1_5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>
            <p:ph idx="2" type="pic"/>
          </p:nvPr>
        </p:nvSpPr>
        <p:spPr>
          <a:xfrm>
            <a:off x="6419663" y="473336"/>
            <a:ext cx="1144500" cy="3726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5"/>
          <p:cNvSpPr/>
          <p:nvPr/>
        </p:nvSpPr>
        <p:spPr>
          <a:xfrm>
            <a:off x="1" y="1"/>
            <a:ext cx="758283" cy="760876"/>
          </a:xfrm>
          <a:custGeom>
            <a:rect b="b" l="l" r="r" t="t"/>
            <a:pathLst>
              <a:path extrusionOk="0" h="1014501" w="1011044">
                <a:moveTo>
                  <a:pt x="195109" y="993405"/>
                </a:moveTo>
                <a:lnTo>
                  <a:pt x="200634" y="994520"/>
                </a:lnTo>
                <a:lnTo>
                  <a:pt x="183296" y="997616"/>
                </a:lnTo>
                <a:lnTo>
                  <a:pt x="187163" y="995009"/>
                </a:lnTo>
                <a:cubicBezTo>
                  <a:pt x="189606" y="993976"/>
                  <a:pt x="192291" y="993405"/>
                  <a:pt x="195109" y="993405"/>
                </a:cubicBezTo>
                <a:close/>
                <a:moveTo>
                  <a:pt x="146332" y="993405"/>
                </a:moveTo>
                <a:cubicBezTo>
                  <a:pt x="151969" y="993405"/>
                  <a:pt x="157072" y="995690"/>
                  <a:pt x="160766" y="999383"/>
                </a:cubicBezTo>
                <a:lnTo>
                  <a:pt x="161636" y="1001484"/>
                </a:lnTo>
                <a:lnTo>
                  <a:pt x="153987" y="1002850"/>
                </a:lnTo>
                <a:lnTo>
                  <a:pt x="129155" y="1006006"/>
                </a:lnTo>
                <a:lnTo>
                  <a:pt x="131898" y="999383"/>
                </a:lnTo>
                <a:cubicBezTo>
                  <a:pt x="135592" y="995690"/>
                  <a:pt x="140695" y="993405"/>
                  <a:pt x="146332" y="993405"/>
                </a:cubicBezTo>
                <a:close/>
                <a:moveTo>
                  <a:pt x="97555" y="993405"/>
                </a:moveTo>
                <a:cubicBezTo>
                  <a:pt x="103192" y="993405"/>
                  <a:pt x="108295" y="995690"/>
                  <a:pt x="111989" y="999383"/>
                </a:cubicBezTo>
                <a:lnTo>
                  <a:pt x="115453" y="1007747"/>
                </a:lnTo>
                <a:lnTo>
                  <a:pt x="103384" y="1009281"/>
                </a:lnTo>
                <a:lnTo>
                  <a:pt x="78229" y="1011193"/>
                </a:lnTo>
                <a:lnTo>
                  <a:pt x="83121" y="999383"/>
                </a:lnTo>
                <a:cubicBezTo>
                  <a:pt x="86815" y="995690"/>
                  <a:pt x="91918" y="993405"/>
                  <a:pt x="97555" y="993405"/>
                </a:cubicBezTo>
                <a:close/>
                <a:moveTo>
                  <a:pt x="48778" y="993405"/>
                </a:moveTo>
                <a:cubicBezTo>
                  <a:pt x="54415" y="993405"/>
                  <a:pt x="59518" y="995690"/>
                  <a:pt x="63212" y="999383"/>
                </a:cubicBezTo>
                <a:lnTo>
                  <a:pt x="68413" y="1011940"/>
                </a:lnTo>
                <a:lnTo>
                  <a:pt x="52033" y="1013185"/>
                </a:lnTo>
                <a:lnTo>
                  <a:pt x="28379" y="1013783"/>
                </a:lnTo>
                <a:lnTo>
                  <a:pt x="34344" y="999383"/>
                </a:lnTo>
                <a:cubicBezTo>
                  <a:pt x="38038" y="995690"/>
                  <a:pt x="43141" y="993405"/>
                  <a:pt x="48778" y="993405"/>
                </a:cubicBezTo>
                <a:close/>
                <a:moveTo>
                  <a:pt x="2" y="993405"/>
                </a:moveTo>
                <a:cubicBezTo>
                  <a:pt x="11275" y="993405"/>
                  <a:pt x="20414" y="1002544"/>
                  <a:pt x="20414" y="1013818"/>
                </a:cubicBezTo>
                <a:lnTo>
                  <a:pt x="20344" y="1013987"/>
                </a:lnTo>
                <a:lnTo>
                  <a:pt x="0" y="1014501"/>
                </a:lnTo>
                <a:lnTo>
                  <a:pt x="0" y="993406"/>
                </a:lnTo>
                <a:close/>
                <a:moveTo>
                  <a:pt x="341440" y="939317"/>
                </a:moveTo>
                <a:cubicBezTo>
                  <a:pt x="347077" y="939317"/>
                  <a:pt x="352180" y="941602"/>
                  <a:pt x="355875" y="945296"/>
                </a:cubicBezTo>
                <a:lnTo>
                  <a:pt x="357150" y="948375"/>
                </a:lnTo>
                <a:lnTo>
                  <a:pt x="321699" y="961350"/>
                </a:lnTo>
                <a:lnTo>
                  <a:pt x="321028" y="959730"/>
                </a:lnTo>
                <a:cubicBezTo>
                  <a:pt x="321028" y="948456"/>
                  <a:pt x="330166" y="939317"/>
                  <a:pt x="341440" y="939317"/>
                </a:cubicBezTo>
                <a:close/>
                <a:moveTo>
                  <a:pt x="292663" y="939317"/>
                </a:moveTo>
                <a:cubicBezTo>
                  <a:pt x="303937" y="939317"/>
                  <a:pt x="313076" y="948456"/>
                  <a:pt x="313076" y="959730"/>
                </a:cubicBezTo>
                <a:lnTo>
                  <a:pt x="310744" y="965360"/>
                </a:lnTo>
                <a:lnTo>
                  <a:pt x="300683" y="969042"/>
                </a:lnTo>
                <a:lnTo>
                  <a:pt x="279538" y="975046"/>
                </a:lnTo>
                <a:lnTo>
                  <a:pt x="278229" y="974164"/>
                </a:lnTo>
                <a:cubicBezTo>
                  <a:pt x="274535" y="970470"/>
                  <a:pt x="272251" y="965367"/>
                  <a:pt x="272251" y="959730"/>
                </a:cubicBezTo>
                <a:cubicBezTo>
                  <a:pt x="272251" y="948456"/>
                  <a:pt x="281389" y="939317"/>
                  <a:pt x="292663" y="939317"/>
                </a:cubicBezTo>
                <a:close/>
                <a:moveTo>
                  <a:pt x="243886" y="939317"/>
                </a:moveTo>
                <a:cubicBezTo>
                  <a:pt x="255160" y="939317"/>
                  <a:pt x="264299" y="948456"/>
                  <a:pt x="264299" y="959730"/>
                </a:cubicBezTo>
                <a:cubicBezTo>
                  <a:pt x="264299" y="971004"/>
                  <a:pt x="255160" y="980143"/>
                  <a:pt x="243886" y="980143"/>
                </a:cubicBezTo>
                <a:cubicBezTo>
                  <a:pt x="232612" y="980143"/>
                  <a:pt x="223473" y="971004"/>
                  <a:pt x="223473" y="959730"/>
                </a:cubicBezTo>
                <a:cubicBezTo>
                  <a:pt x="223473" y="948456"/>
                  <a:pt x="232612" y="939317"/>
                  <a:pt x="243886" y="939317"/>
                </a:cubicBezTo>
                <a:close/>
                <a:moveTo>
                  <a:pt x="195109" y="939317"/>
                </a:moveTo>
                <a:cubicBezTo>
                  <a:pt x="206383" y="939317"/>
                  <a:pt x="215522" y="948456"/>
                  <a:pt x="215522" y="959730"/>
                </a:cubicBezTo>
                <a:cubicBezTo>
                  <a:pt x="215522" y="971004"/>
                  <a:pt x="206383" y="980143"/>
                  <a:pt x="195109" y="980143"/>
                </a:cubicBezTo>
                <a:cubicBezTo>
                  <a:pt x="183835" y="980143"/>
                  <a:pt x="174696" y="971004"/>
                  <a:pt x="174696" y="959730"/>
                </a:cubicBezTo>
                <a:cubicBezTo>
                  <a:pt x="174696" y="948456"/>
                  <a:pt x="183835" y="939317"/>
                  <a:pt x="195109" y="939317"/>
                </a:cubicBezTo>
                <a:close/>
                <a:moveTo>
                  <a:pt x="146332" y="939317"/>
                </a:moveTo>
                <a:cubicBezTo>
                  <a:pt x="157606" y="939317"/>
                  <a:pt x="166745" y="948456"/>
                  <a:pt x="166745" y="959730"/>
                </a:cubicBezTo>
                <a:cubicBezTo>
                  <a:pt x="166745" y="971004"/>
                  <a:pt x="157606" y="980143"/>
                  <a:pt x="146332" y="980143"/>
                </a:cubicBezTo>
                <a:cubicBezTo>
                  <a:pt x="135058" y="980143"/>
                  <a:pt x="125919" y="971004"/>
                  <a:pt x="125919" y="959730"/>
                </a:cubicBezTo>
                <a:cubicBezTo>
                  <a:pt x="125919" y="948456"/>
                  <a:pt x="135058" y="939317"/>
                  <a:pt x="146332" y="939317"/>
                </a:cubicBezTo>
                <a:close/>
                <a:moveTo>
                  <a:pt x="97555" y="939317"/>
                </a:moveTo>
                <a:cubicBezTo>
                  <a:pt x="108829" y="939317"/>
                  <a:pt x="117968" y="948456"/>
                  <a:pt x="117968" y="959730"/>
                </a:cubicBezTo>
                <a:cubicBezTo>
                  <a:pt x="117968" y="971004"/>
                  <a:pt x="108829" y="980143"/>
                  <a:pt x="97555" y="980143"/>
                </a:cubicBezTo>
                <a:cubicBezTo>
                  <a:pt x="86281" y="980143"/>
                  <a:pt x="77142" y="971004"/>
                  <a:pt x="77142" y="959730"/>
                </a:cubicBezTo>
                <a:cubicBezTo>
                  <a:pt x="77142" y="948456"/>
                  <a:pt x="86281" y="939317"/>
                  <a:pt x="97555" y="939317"/>
                </a:cubicBezTo>
                <a:close/>
                <a:moveTo>
                  <a:pt x="48778" y="939317"/>
                </a:moveTo>
                <a:cubicBezTo>
                  <a:pt x="60052" y="939317"/>
                  <a:pt x="69191" y="948456"/>
                  <a:pt x="69191" y="959730"/>
                </a:cubicBezTo>
                <a:cubicBezTo>
                  <a:pt x="69191" y="971004"/>
                  <a:pt x="60052" y="980143"/>
                  <a:pt x="48778" y="980143"/>
                </a:cubicBezTo>
                <a:cubicBezTo>
                  <a:pt x="37504" y="980143"/>
                  <a:pt x="28365" y="971004"/>
                  <a:pt x="28365" y="959730"/>
                </a:cubicBezTo>
                <a:cubicBezTo>
                  <a:pt x="28365" y="948456"/>
                  <a:pt x="37504" y="939317"/>
                  <a:pt x="48778" y="939317"/>
                </a:cubicBezTo>
                <a:close/>
                <a:moveTo>
                  <a:pt x="2" y="939317"/>
                </a:moveTo>
                <a:cubicBezTo>
                  <a:pt x="11275" y="939317"/>
                  <a:pt x="20414" y="948456"/>
                  <a:pt x="20414" y="959730"/>
                </a:cubicBezTo>
                <a:cubicBezTo>
                  <a:pt x="20414" y="971004"/>
                  <a:pt x="11275" y="980143"/>
                  <a:pt x="2" y="980143"/>
                </a:cubicBezTo>
                <a:lnTo>
                  <a:pt x="0" y="980142"/>
                </a:lnTo>
                <a:lnTo>
                  <a:pt x="0" y="939318"/>
                </a:lnTo>
                <a:close/>
                <a:moveTo>
                  <a:pt x="487772" y="885231"/>
                </a:moveTo>
                <a:lnTo>
                  <a:pt x="492351" y="886155"/>
                </a:lnTo>
                <a:lnTo>
                  <a:pt x="481971" y="892462"/>
                </a:lnTo>
                <a:lnTo>
                  <a:pt x="470537" y="897969"/>
                </a:lnTo>
                <a:lnTo>
                  <a:pt x="473337" y="891210"/>
                </a:lnTo>
                <a:cubicBezTo>
                  <a:pt x="477032" y="887516"/>
                  <a:pt x="482135" y="885231"/>
                  <a:pt x="487772" y="885231"/>
                </a:cubicBezTo>
                <a:close/>
                <a:moveTo>
                  <a:pt x="438994" y="885231"/>
                </a:moveTo>
                <a:cubicBezTo>
                  <a:pt x="444631" y="885231"/>
                  <a:pt x="449734" y="887516"/>
                  <a:pt x="453429" y="891210"/>
                </a:cubicBezTo>
                <a:lnTo>
                  <a:pt x="458609" y="903716"/>
                </a:lnTo>
                <a:lnTo>
                  <a:pt x="424595" y="920101"/>
                </a:lnTo>
                <a:lnTo>
                  <a:pt x="424560" y="920078"/>
                </a:lnTo>
                <a:cubicBezTo>
                  <a:pt x="420867" y="916384"/>
                  <a:pt x="418582" y="911281"/>
                  <a:pt x="418582" y="905644"/>
                </a:cubicBezTo>
                <a:cubicBezTo>
                  <a:pt x="418582" y="894370"/>
                  <a:pt x="427721" y="885231"/>
                  <a:pt x="438994" y="885231"/>
                </a:cubicBezTo>
                <a:close/>
                <a:moveTo>
                  <a:pt x="390217" y="885231"/>
                </a:moveTo>
                <a:cubicBezTo>
                  <a:pt x="401491" y="885231"/>
                  <a:pt x="410630" y="894370"/>
                  <a:pt x="410630" y="905644"/>
                </a:cubicBezTo>
                <a:cubicBezTo>
                  <a:pt x="410630" y="916917"/>
                  <a:pt x="401491" y="926056"/>
                  <a:pt x="390217" y="926056"/>
                </a:cubicBezTo>
                <a:cubicBezTo>
                  <a:pt x="378944" y="926056"/>
                  <a:pt x="369805" y="916917"/>
                  <a:pt x="369805" y="905644"/>
                </a:cubicBezTo>
                <a:cubicBezTo>
                  <a:pt x="369805" y="894370"/>
                  <a:pt x="378944" y="885231"/>
                  <a:pt x="390217" y="885231"/>
                </a:cubicBezTo>
                <a:close/>
                <a:moveTo>
                  <a:pt x="341440" y="885231"/>
                </a:moveTo>
                <a:cubicBezTo>
                  <a:pt x="352714" y="885231"/>
                  <a:pt x="361853" y="894370"/>
                  <a:pt x="361853" y="905644"/>
                </a:cubicBezTo>
                <a:cubicBezTo>
                  <a:pt x="361853" y="916917"/>
                  <a:pt x="352714" y="926056"/>
                  <a:pt x="341440" y="926056"/>
                </a:cubicBezTo>
                <a:cubicBezTo>
                  <a:pt x="330166" y="926056"/>
                  <a:pt x="321028" y="916917"/>
                  <a:pt x="321028" y="905644"/>
                </a:cubicBezTo>
                <a:cubicBezTo>
                  <a:pt x="321028" y="894370"/>
                  <a:pt x="330166" y="885231"/>
                  <a:pt x="341440" y="885231"/>
                </a:cubicBezTo>
                <a:close/>
                <a:moveTo>
                  <a:pt x="292663" y="885231"/>
                </a:moveTo>
                <a:cubicBezTo>
                  <a:pt x="303937" y="885231"/>
                  <a:pt x="313076" y="894370"/>
                  <a:pt x="313076" y="905644"/>
                </a:cubicBezTo>
                <a:cubicBezTo>
                  <a:pt x="313076" y="916917"/>
                  <a:pt x="303937" y="926056"/>
                  <a:pt x="292663" y="926056"/>
                </a:cubicBezTo>
                <a:cubicBezTo>
                  <a:pt x="281389" y="926056"/>
                  <a:pt x="272251" y="916917"/>
                  <a:pt x="272251" y="905644"/>
                </a:cubicBezTo>
                <a:cubicBezTo>
                  <a:pt x="272251" y="894370"/>
                  <a:pt x="281389" y="885231"/>
                  <a:pt x="292663" y="885231"/>
                </a:cubicBezTo>
                <a:close/>
                <a:moveTo>
                  <a:pt x="243886" y="885231"/>
                </a:moveTo>
                <a:cubicBezTo>
                  <a:pt x="255160" y="885231"/>
                  <a:pt x="264299" y="894370"/>
                  <a:pt x="264299" y="905644"/>
                </a:cubicBezTo>
                <a:cubicBezTo>
                  <a:pt x="264299" y="916917"/>
                  <a:pt x="255160" y="926056"/>
                  <a:pt x="243886" y="926056"/>
                </a:cubicBezTo>
                <a:cubicBezTo>
                  <a:pt x="232612" y="926056"/>
                  <a:pt x="223473" y="916917"/>
                  <a:pt x="223473" y="905644"/>
                </a:cubicBezTo>
                <a:cubicBezTo>
                  <a:pt x="223473" y="894370"/>
                  <a:pt x="232612" y="885231"/>
                  <a:pt x="243886" y="885231"/>
                </a:cubicBezTo>
                <a:close/>
                <a:moveTo>
                  <a:pt x="195109" y="885231"/>
                </a:moveTo>
                <a:cubicBezTo>
                  <a:pt x="206383" y="885231"/>
                  <a:pt x="215522" y="894370"/>
                  <a:pt x="215522" y="905644"/>
                </a:cubicBezTo>
                <a:cubicBezTo>
                  <a:pt x="215522" y="916917"/>
                  <a:pt x="206383" y="926056"/>
                  <a:pt x="195109" y="926056"/>
                </a:cubicBezTo>
                <a:cubicBezTo>
                  <a:pt x="183835" y="926056"/>
                  <a:pt x="174696" y="916917"/>
                  <a:pt x="174696" y="905644"/>
                </a:cubicBezTo>
                <a:cubicBezTo>
                  <a:pt x="174696" y="894370"/>
                  <a:pt x="183835" y="885231"/>
                  <a:pt x="195109" y="885231"/>
                </a:cubicBezTo>
                <a:close/>
                <a:moveTo>
                  <a:pt x="146332" y="885231"/>
                </a:moveTo>
                <a:cubicBezTo>
                  <a:pt x="157606" y="885231"/>
                  <a:pt x="166745" y="894370"/>
                  <a:pt x="166745" y="905644"/>
                </a:cubicBezTo>
                <a:cubicBezTo>
                  <a:pt x="166745" y="916917"/>
                  <a:pt x="157606" y="926056"/>
                  <a:pt x="146332" y="926056"/>
                </a:cubicBezTo>
                <a:cubicBezTo>
                  <a:pt x="135058" y="926056"/>
                  <a:pt x="125919" y="916917"/>
                  <a:pt x="125919" y="905644"/>
                </a:cubicBezTo>
                <a:cubicBezTo>
                  <a:pt x="125919" y="894370"/>
                  <a:pt x="135058" y="885231"/>
                  <a:pt x="146332" y="885231"/>
                </a:cubicBezTo>
                <a:close/>
                <a:moveTo>
                  <a:pt x="97555" y="885231"/>
                </a:moveTo>
                <a:cubicBezTo>
                  <a:pt x="108829" y="885231"/>
                  <a:pt x="117968" y="894370"/>
                  <a:pt x="117968" y="905644"/>
                </a:cubicBezTo>
                <a:cubicBezTo>
                  <a:pt x="117968" y="916917"/>
                  <a:pt x="108829" y="926056"/>
                  <a:pt x="97555" y="926056"/>
                </a:cubicBezTo>
                <a:cubicBezTo>
                  <a:pt x="86281" y="926056"/>
                  <a:pt x="77142" y="916917"/>
                  <a:pt x="77142" y="905644"/>
                </a:cubicBezTo>
                <a:cubicBezTo>
                  <a:pt x="77142" y="894370"/>
                  <a:pt x="86281" y="885231"/>
                  <a:pt x="97555" y="885231"/>
                </a:cubicBezTo>
                <a:close/>
                <a:moveTo>
                  <a:pt x="48778" y="885231"/>
                </a:moveTo>
                <a:cubicBezTo>
                  <a:pt x="60052" y="885231"/>
                  <a:pt x="69191" y="894370"/>
                  <a:pt x="69191" y="905644"/>
                </a:cubicBezTo>
                <a:cubicBezTo>
                  <a:pt x="69191" y="916917"/>
                  <a:pt x="60052" y="926056"/>
                  <a:pt x="48778" y="926056"/>
                </a:cubicBezTo>
                <a:cubicBezTo>
                  <a:pt x="37504" y="926056"/>
                  <a:pt x="28365" y="916917"/>
                  <a:pt x="28365" y="905644"/>
                </a:cubicBezTo>
                <a:cubicBezTo>
                  <a:pt x="28365" y="894370"/>
                  <a:pt x="37504" y="885231"/>
                  <a:pt x="48778" y="885231"/>
                </a:cubicBezTo>
                <a:close/>
                <a:moveTo>
                  <a:pt x="2" y="885231"/>
                </a:moveTo>
                <a:cubicBezTo>
                  <a:pt x="11275" y="885231"/>
                  <a:pt x="20414" y="894370"/>
                  <a:pt x="20414" y="905644"/>
                </a:cubicBezTo>
                <a:cubicBezTo>
                  <a:pt x="20414" y="916917"/>
                  <a:pt x="11275" y="926056"/>
                  <a:pt x="2" y="926056"/>
                </a:cubicBezTo>
                <a:lnTo>
                  <a:pt x="0" y="926055"/>
                </a:lnTo>
                <a:lnTo>
                  <a:pt x="0" y="885232"/>
                </a:lnTo>
                <a:close/>
                <a:moveTo>
                  <a:pt x="577493" y="832726"/>
                </a:moveTo>
                <a:lnTo>
                  <a:pt x="570568" y="837904"/>
                </a:lnTo>
                <a:lnTo>
                  <a:pt x="570892" y="837123"/>
                </a:lnTo>
                <a:cubicBezTo>
                  <a:pt x="572738" y="835276"/>
                  <a:pt x="574938" y="833782"/>
                  <a:pt x="577380" y="832749"/>
                </a:cubicBezTo>
                <a:close/>
                <a:moveTo>
                  <a:pt x="536549" y="831145"/>
                </a:moveTo>
                <a:cubicBezTo>
                  <a:pt x="542186" y="831145"/>
                  <a:pt x="547289" y="833430"/>
                  <a:pt x="550983" y="837123"/>
                </a:cubicBezTo>
                <a:lnTo>
                  <a:pt x="555421" y="847839"/>
                </a:lnTo>
                <a:lnTo>
                  <a:pt x="523739" y="867087"/>
                </a:lnTo>
                <a:lnTo>
                  <a:pt x="522114" y="865992"/>
                </a:lnTo>
                <a:cubicBezTo>
                  <a:pt x="518421" y="862298"/>
                  <a:pt x="516136" y="857194"/>
                  <a:pt x="516136" y="851558"/>
                </a:cubicBezTo>
                <a:cubicBezTo>
                  <a:pt x="516136" y="840284"/>
                  <a:pt x="525275" y="831145"/>
                  <a:pt x="536549" y="831145"/>
                </a:cubicBezTo>
                <a:close/>
                <a:moveTo>
                  <a:pt x="487772" y="831145"/>
                </a:moveTo>
                <a:cubicBezTo>
                  <a:pt x="499045" y="831145"/>
                  <a:pt x="508184" y="840284"/>
                  <a:pt x="508184" y="851558"/>
                </a:cubicBezTo>
                <a:cubicBezTo>
                  <a:pt x="508184" y="862831"/>
                  <a:pt x="499045" y="871970"/>
                  <a:pt x="487772" y="871970"/>
                </a:cubicBezTo>
                <a:cubicBezTo>
                  <a:pt x="476498" y="871970"/>
                  <a:pt x="467359" y="862831"/>
                  <a:pt x="467359" y="851558"/>
                </a:cubicBezTo>
                <a:cubicBezTo>
                  <a:pt x="467359" y="840284"/>
                  <a:pt x="476498" y="831145"/>
                  <a:pt x="487772" y="831145"/>
                </a:cubicBezTo>
                <a:close/>
                <a:moveTo>
                  <a:pt x="438994" y="831145"/>
                </a:moveTo>
                <a:cubicBezTo>
                  <a:pt x="450268" y="831145"/>
                  <a:pt x="459407" y="840284"/>
                  <a:pt x="459407" y="851558"/>
                </a:cubicBezTo>
                <a:cubicBezTo>
                  <a:pt x="459407" y="862831"/>
                  <a:pt x="450268" y="871970"/>
                  <a:pt x="438994" y="871970"/>
                </a:cubicBezTo>
                <a:cubicBezTo>
                  <a:pt x="427721" y="871970"/>
                  <a:pt x="418582" y="862831"/>
                  <a:pt x="418582" y="851558"/>
                </a:cubicBezTo>
                <a:cubicBezTo>
                  <a:pt x="418582" y="840284"/>
                  <a:pt x="427721" y="831145"/>
                  <a:pt x="438994" y="831145"/>
                </a:cubicBezTo>
                <a:close/>
                <a:moveTo>
                  <a:pt x="390217" y="831145"/>
                </a:moveTo>
                <a:cubicBezTo>
                  <a:pt x="401491" y="831145"/>
                  <a:pt x="410630" y="840284"/>
                  <a:pt x="410630" y="851558"/>
                </a:cubicBezTo>
                <a:cubicBezTo>
                  <a:pt x="410630" y="862831"/>
                  <a:pt x="401491" y="871970"/>
                  <a:pt x="390217" y="871970"/>
                </a:cubicBezTo>
                <a:cubicBezTo>
                  <a:pt x="378944" y="871970"/>
                  <a:pt x="369805" y="862831"/>
                  <a:pt x="369805" y="851558"/>
                </a:cubicBezTo>
                <a:cubicBezTo>
                  <a:pt x="369805" y="840284"/>
                  <a:pt x="378944" y="831145"/>
                  <a:pt x="390217" y="831145"/>
                </a:cubicBezTo>
                <a:close/>
                <a:moveTo>
                  <a:pt x="341440" y="831145"/>
                </a:moveTo>
                <a:cubicBezTo>
                  <a:pt x="352714" y="831145"/>
                  <a:pt x="361853" y="840284"/>
                  <a:pt x="361853" y="851558"/>
                </a:cubicBezTo>
                <a:cubicBezTo>
                  <a:pt x="361853" y="862831"/>
                  <a:pt x="352714" y="871970"/>
                  <a:pt x="341440" y="871970"/>
                </a:cubicBezTo>
                <a:cubicBezTo>
                  <a:pt x="330166" y="871970"/>
                  <a:pt x="321028" y="862831"/>
                  <a:pt x="321028" y="851558"/>
                </a:cubicBezTo>
                <a:cubicBezTo>
                  <a:pt x="321028" y="840284"/>
                  <a:pt x="330166" y="831145"/>
                  <a:pt x="341440" y="831145"/>
                </a:cubicBezTo>
                <a:close/>
                <a:moveTo>
                  <a:pt x="292663" y="831145"/>
                </a:moveTo>
                <a:cubicBezTo>
                  <a:pt x="303937" y="831145"/>
                  <a:pt x="313076" y="840284"/>
                  <a:pt x="313076" y="851558"/>
                </a:cubicBezTo>
                <a:cubicBezTo>
                  <a:pt x="313076" y="862831"/>
                  <a:pt x="303937" y="871970"/>
                  <a:pt x="292663" y="871970"/>
                </a:cubicBezTo>
                <a:cubicBezTo>
                  <a:pt x="281389" y="871970"/>
                  <a:pt x="272251" y="862831"/>
                  <a:pt x="272251" y="851558"/>
                </a:cubicBezTo>
                <a:cubicBezTo>
                  <a:pt x="272251" y="840284"/>
                  <a:pt x="281389" y="831145"/>
                  <a:pt x="292663" y="831145"/>
                </a:cubicBezTo>
                <a:close/>
                <a:moveTo>
                  <a:pt x="243886" y="831145"/>
                </a:moveTo>
                <a:cubicBezTo>
                  <a:pt x="255160" y="831145"/>
                  <a:pt x="264299" y="840284"/>
                  <a:pt x="264299" y="851558"/>
                </a:cubicBezTo>
                <a:cubicBezTo>
                  <a:pt x="264299" y="862831"/>
                  <a:pt x="255160" y="871970"/>
                  <a:pt x="243886" y="871970"/>
                </a:cubicBezTo>
                <a:cubicBezTo>
                  <a:pt x="232612" y="871970"/>
                  <a:pt x="223473" y="862831"/>
                  <a:pt x="223473" y="851558"/>
                </a:cubicBezTo>
                <a:cubicBezTo>
                  <a:pt x="223473" y="840284"/>
                  <a:pt x="232612" y="831145"/>
                  <a:pt x="243886" y="831145"/>
                </a:cubicBezTo>
                <a:close/>
                <a:moveTo>
                  <a:pt x="195109" y="831145"/>
                </a:moveTo>
                <a:cubicBezTo>
                  <a:pt x="206383" y="831145"/>
                  <a:pt x="215522" y="840284"/>
                  <a:pt x="215522" y="851558"/>
                </a:cubicBezTo>
                <a:cubicBezTo>
                  <a:pt x="215522" y="862831"/>
                  <a:pt x="206383" y="871970"/>
                  <a:pt x="195109" y="871970"/>
                </a:cubicBezTo>
                <a:cubicBezTo>
                  <a:pt x="183835" y="871970"/>
                  <a:pt x="174696" y="862831"/>
                  <a:pt x="174696" y="851558"/>
                </a:cubicBezTo>
                <a:cubicBezTo>
                  <a:pt x="174696" y="840284"/>
                  <a:pt x="183835" y="831145"/>
                  <a:pt x="195109" y="831145"/>
                </a:cubicBezTo>
                <a:close/>
                <a:moveTo>
                  <a:pt x="146332" y="831145"/>
                </a:moveTo>
                <a:cubicBezTo>
                  <a:pt x="157606" y="831145"/>
                  <a:pt x="166745" y="840284"/>
                  <a:pt x="166745" y="851558"/>
                </a:cubicBezTo>
                <a:cubicBezTo>
                  <a:pt x="166745" y="862831"/>
                  <a:pt x="157606" y="871970"/>
                  <a:pt x="146332" y="871970"/>
                </a:cubicBezTo>
                <a:cubicBezTo>
                  <a:pt x="135058" y="871970"/>
                  <a:pt x="125919" y="862831"/>
                  <a:pt x="125919" y="851558"/>
                </a:cubicBezTo>
                <a:cubicBezTo>
                  <a:pt x="125919" y="840284"/>
                  <a:pt x="135058" y="831145"/>
                  <a:pt x="146332" y="831145"/>
                </a:cubicBezTo>
                <a:close/>
                <a:moveTo>
                  <a:pt x="97555" y="831145"/>
                </a:moveTo>
                <a:cubicBezTo>
                  <a:pt x="108829" y="831145"/>
                  <a:pt x="117968" y="840284"/>
                  <a:pt x="117968" y="851558"/>
                </a:cubicBezTo>
                <a:cubicBezTo>
                  <a:pt x="117968" y="862831"/>
                  <a:pt x="108829" y="871970"/>
                  <a:pt x="97555" y="871970"/>
                </a:cubicBezTo>
                <a:cubicBezTo>
                  <a:pt x="86281" y="871970"/>
                  <a:pt x="77142" y="862831"/>
                  <a:pt x="77142" y="851558"/>
                </a:cubicBezTo>
                <a:cubicBezTo>
                  <a:pt x="77142" y="840284"/>
                  <a:pt x="86281" y="831145"/>
                  <a:pt x="97555" y="831145"/>
                </a:cubicBezTo>
                <a:close/>
                <a:moveTo>
                  <a:pt x="48778" y="831145"/>
                </a:moveTo>
                <a:cubicBezTo>
                  <a:pt x="60052" y="831145"/>
                  <a:pt x="69191" y="840284"/>
                  <a:pt x="69191" y="851558"/>
                </a:cubicBezTo>
                <a:cubicBezTo>
                  <a:pt x="69191" y="862831"/>
                  <a:pt x="60052" y="871970"/>
                  <a:pt x="48778" y="871970"/>
                </a:cubicBezTo>
                <a:cubicBezTo>
                  <a:pt x="37504" y="871970"/>
                  <a:pt x="28365" y="862831"/>
                  <a:pt x="28365" y="851558"/>
                </a:cubicBezTo>
                <a:cubicBezTo>
                  <a:pt x="28365" y="840284"/>
                  <a:pt x="37504" y="831145"/>
                  <a:pt x="48778" y="831145"/>
                </a:cubicBezTo>
                <a:close/>
                <a:moveTo>
                  <a:pt x="2" y="831145"/>
                </a:moveTo>
                <a:cubicBezTo>
                  <a:pt x="11275" y="831145"/>
                  <a:pt x="20414" y="840284"/>
                  <a:pt x="20414" y="851558"/>
                </a:cubicBezTo>
                <a:cubicBezTo>
                  <a:pt x="20414" y="862831"/>
                  <a:pt x="11275" y="871970"/>
                  <a:pt x="2" y="871970"/>
                </a:cubicBezTo>
                <a:lnTo>
                  <a:pt x="0" y="871969"/>
                </a:lnTo>
                <a:lnTo>
                  <a:pt x="0" y="831146"/>
                </a:lnTo>
                <a:close/>
                <a:moveTo>
                  <a:pt x="634103" y="777059"/>
                </a:moveTo>
                <a:cubicBezTo>
                  <a:pt x="636921" y="777059"/>
                  <a:pt x="639606" y="777630"/>
                  <a:pt x="642049" y="778663"/>
                </a:cubicBezTo>
                <a:lnTo>
                  <a:pt x="645821" y="781206"/>
                </a:lnTo>
                <a:lnTo>
                  <a:pt x="643181" y="783605"/>
                </a:lnTo>
                <a:lnTo>
                  <a:pt x="616279" y="803722"/>
                </a:lnTo>
                <a:lnTo>
                  <a:pt x="613690" y="797471"/>
                </a:lnTo>
                <a:cubicBezTo>
                  <a:pt x="613690" y="786198"/>
                  <a:pt x="622829" y="777059"/>
                  <a:pt x="634103" y="777059"/>
                </a:cubicBezTo>
                <a:close/>
                <a:moveTo>
                  <a:pt x="585326" y="777059"/>
                </a:moveTo>
                <a:cubicBezTo>
                  <a:pt x="596599" y="777059"/>
                  <a:pt x="605738" y="786198"/>
                  <a:pt x="605738" y="797471"/>
                </a:cubicBezTo>
                <a:cubicBezTo>
                  <a:pt x="605738" y="808745"/>
                  <a:pt x="596599" y="817884"/>
                  <a:pt x="585326" y="817884"/>
                </a:cubicBezTo>
                <a:cubicBezTo>
                  <a:pt x="574052" y="817884"/>
                  <a:pt x="564913" y="808745"/>
                  <a:pt x="564913" y="797471"/>
                </a:cubicBezTo>
                <a:cubicBezTo>
                  <a:pt x="564913" y="786198"/>
                  <a:pt x="574052" y="777059"/>
                  <a:pt x="585326" y="777059"/>
                </a:cubicBezTo>
                <a:close/>
                <a:moveTo>
                  <a:pt x="536549" y="777059"/>
                </a:moveTo>
                <a:cubicBezTo>
                  <a:pt x="547822" y="777059"/>
                  <a:pt x="556961" y="786198"/>
                  <a:pt x="556961" y="797471"/>
                </a:cubicBezTo>
                <a:cubicBezTo>
                  <a:pt x="556961" y="808745"/>
                  <a:pt x="547822" y="817884"/>
                  <a:pt x="536549" y="817884"/>
                </a:cubicBezTo>
                <a:cubicBezTo>
                  <a:pt x="525275" y="817884"/>
                  <a:pt x="516136" y="808745"/>
                  <a:pt x="516136" y="797471"/>
                </a:cubicBezTo>
                <a:cubicBezTo>
                  <a:pt x="516136" y="786198"/>
                  <a:pt x="525275" y="777059"/>
                  <a:pt x="536549" y="777059"/>
                </a:cubicBezTo>
                <a:close/>
                <a:moveTo>
                  <a:pt x="487772" y="777059"/>
                </a:moveTo>
                <a:cubicBezTo>
                  <a:pt x="499045" y="777059"/>
                  <a:pt x="508184" y="786198"/>
                  <a:pt x="508184" y="797471"/>
                </a:cubicBezTo>
                <a:cubicBezTo>
                  <a:pt x="508184" y="808745"/>
                  <a:pt x="499045" y="817884"/>
                  <a:pt x="487772" y="817884"/>
                </a:cubicBezTo>
                <a:cubicBezTo>
                  <a:pt x="476498" y="817884"/>
                  <a:pt x="467359" y="808745"/>
                  <a:pt x="467359" y="797471"/>
                </a:cubicBezTo>
                <a:cubicBezTo>
                  <a:pt x="467359" y="786198"/>
                  <a:pt x="476498" y="777059"/>
                  <a:pt x="487772" y="777059"/>
                </a:cubicBezTo>
                <a:close/>
                <a:moveTo>
                  <a:pt x="438994" y="777059"/>
                </a:moveTo>
                <a:cubicBezTo>
                  <a:pt x="450268" y="777059"/>
                  <a:pt x="459407" y="786198"/>
                  <a:pt x="459407" y="797471"/>
                </a:cubicBezTo>
                <a:cubicBezTo>
                  <a:pt x="459407" y="808745"/>
                  <a:pt x="450268" y="817884"/>
                  <a:pt x="438994" y="817884"/>
                </a:cubicBezTo>
                <a:cubicBezTo>
                  <a:pt x="427721" y="817884"/>
                  <a:pt x="418582" y="808745"/>
                  <a:pt x="418582" y="797471"/>
                </a:cubicBezTo>
                <a:cubicBezTo>
                  <a:pt x="418582" y="786198"/>
                  <a:pt x="427721" y="777059"/>
                  <a:pt x="438994" y="777059"/>
                </a:cubicBezTo>
                <a:close/>
                <a:moveTo>
                  <a:pt x="390217" y="777059"/>
                </a:moveTo>
                <a:cubicBezTo>
                  <a:pt x="401491" y="777059"/>
                  <a:pt x="410630" y="786198"/>
                  <a:pt x="410630" y="797471"/>
                </a:cubicBezTo>
                <a:cubicBezTo>
                  <a:pt x="410630" y="808745"/>
                  <a:pt x="401491" y="817884"/>
                  <a:pt x="390217" y="817884"/>
                </a:cubicBezTo>
                <a:cubicBezTo>
                  <a:pt x="378944" y="817884"/>
                  <a:pt x="369805" y="808745"/>
                  <a:pt x="369805" y="797471"/>
                </a:cubicBezTo>
                <a:cubicBezTo>
                  <a:pt x="369805" y="786198"/>
                  <a:pt x="378944" y="777059"/>
                  <a:pt x="390217" y="777059"/>
                </a:cubicBezTo>
                <a:close/>
                <a:moveTo>
                  <a:pt x="341440" y="777059"/>
                </a:moveTo>
                <a:cubicBezTo>
                  <a:pt x="352714" y="777059"/>
                  <a:pt x="361853" y="786198"/>
                  <a:pt x="361853" y="797471"/>
                </a:cubicBezTo>
                <a:cubicBezTo>
                  <a:pt x="361853" y="808745"/>
                  <a:pt x="352714" y="817884"/>
                  <a:pt x="341440" y="817884"/>
                </a:cubicBezTo>
                <a:cubicBezTo>
                  <a:pt x="330166" y="817884"/>
                  <a:pt x="321028" y="808745"/>
                  <a:pt x="321028" y="797471"/>
                </a:cubicBezTo>
                <a:cubicBezTo>
                  <a:pt x="321028" y="786198"/>
                  <a:pt x="330166" y="777059"/>
                  <a:pt x="341440" y="777059"/>
                </a:cubicBezTo>
                <a:close/>
                <a:moveTo>
                  <a:pt x="292663" y="777059"/>
                </a:moveTo>
                <a:cubicBezTo>
                  <a:pt x="303937" y="777059"/>
                  <a:pt x="313076" y="786198"/>
                  <a:pt x="313076" y="797471"/>
                </a:cubicBezTo>
                <a:cubicBezTo>
                  <a:pt x="313076" y="808745"/>
                  <a:pt x="303937" y="817884"/>
                  <a:pt x="292663" y="817884"/>
                </a:cubicBezTo>
                <a:cubicBezTo>
                  <a:pt x="281389" y="817884"/>
                  <a:pt x="272251" y="808745"/>
                  <a:pt x="272251" y="797471"/>
                </a:cubicBezTo>
                <a:cubicBezTo>
                  <a:pt x="272251" y="786198"/>
                  <a:pt x="281389" y="777059"/>
                  <a:pt x="292663" y="777059"/>
                </a:cubicBezTo>
                <a:close/>
                <a:moveTo>
                  <a:pt x="243886" y="777059"/>
                </a:moveTo>
                <a:cubicBezTo>
                  <a:pt x="255160" y="777059"/>
                  <a:pt x="264299" y="786198"/>
                  <a:pt x="264299" y="797471"/>
                </a:cubicBezTo>
                <a:cubicBezTo>
                  <a:pt x="264299" y="808745"/>
                  <a:pt x="255160" y="817884"/>
                  <a:pt x="243886" y="817884"/>
                </a:cubicBezTo>
                <a:cubicBezTo>
                  <a:pt x="232612" y="817884"/>
                  <a:pt x="223473" y="808745"/>
                  <a:pt x="223473" y="797471"/>
                </a:cubicBezTo>
                <a:cubicBezTo>
                  <a:pt x="223473" y="786198"/>
                  <a:pt x="232612" y="777059"/>
                  <a:pt x="243886" y="777059"/>
                </a:cubicBezTo>
                <a:close/>
                <a:moveTo>
                  <a:pt x="195109" y="777059"/>
                </a:moveTo>
                <a:cubicBezTo>
                  <a:pt x="206383" y="777059"/>
                  <a:pt x="215522" y="786198"/>
                  <a:pt x="215522" y="797471"/>
                </a:cubicBezTo>
                <a:cubicBezTo>
                  <a:pt x="215522" y="808745"/>
                  <a:pt x="206383" y="817884"/>
                  <a:pt x="195109" y="817884"/>
                </a:cubicBezTo>
                <a:cubicBezTo>
                  <a:pt x="183835" y="817884"/>
                  <a:pt x="174696" y="808745"/>
                  <a:pt x="174696" y="797471"/>
                </a:cubicBezTo>
                <a:cubicBezTo>
                  <a:pt x="174696" y="786198"/>
                  <a:pt x="183835" y="777059"/>
                  <a:pt x="195109" y="777059"/>
                </a:cubicBezTo>
                <a:close/>
                <a:moveTo>
                  <a:pt x="146332" y="777059"/>
                </a:moveTo>
                <a:cubicBezTo>
                  <a:pt x="157606" y="777059"/>
                  <a:pt x="166745" y="786198"/>
                  <a:pt x="166745" y="797471"/>
                </a:cubicBezTo>
                <a:cubicBezTo>
                  <a:pt x="166745" y="808745"/>
                  <a:pt x="157606" y="817884"/>
                  <a:pt x="146332" y="817884"/>
                </a:cubicBezTo>
                <a:cubicBezTo>
                  <a:pt x="135058" y="817884"/>
                  <a:pt x="125919" y="808745"/>
                  <a:pt x="125919" y="797471"/>
                </a:cubicBezTo>
                <a:cubicBezTo>
                  <a:pt x="125919" y="786198"/>
                  <a:pt x="135058" y="777059"/>
                  <a:pt x="146332" y="777059"/>
                </a:cubicBezTo>
                <a:close/>
                <a:moveTo>
                  <a:pt x="97555" y="777059"/>
                </a:moveTo>
                <a:cubicBezTo>
                  <a:pt x="108829" y="777059"/>
                  <a:pt x="117968" y="786198"/>
                  <a:pt x="117968" y="797471"/>
                </a:cubicBezTo>
                <a:cubicBezTo>
                  <a:pt x="117968" y="808745"/>
                  <a:pt x="108829" y="817884"/>
                  <a:pt x="97555" y="817884"/>
                </a:cubicBezTo>
                <a:cubicBezTo>
                  <a:pt x="86281" y="817884"/>
                  <a:pt x="77142" y="808745"/>
                  <a:pt x="77142" y="797471"/>
                </a:cubicBezTo>
                <a:cubicBezTo>
                  <a:pt x="77142" y="786198"/>
                  <a:pt x="86281" y="777059"/>
                  <a:pt x="97555" y="777059"/>
                </a:cubicBezTo>
                <a:close/>
                <a:moveTo>
                  <a:pt x="48778" y="777059"/>
                </a:moveTo>
                <a:cubicBezTo>
                  <a:pt x="60052" y="777059"/>
                  <a:pt x="69191" y="786198"/>
                  <a:pt x="69191" y="797471"/>
                </a:cubicBezTo>
                <a:cubicBezTo>
                  <a:pt x="69191" y="808745"/>
                  <a:pt x="60052" y="817884"/>
                  <a:pt x="48778" y="817884"/>
                </a:cubicBezTo>
                <a:cubicBezTo>
                  <a:pt x="37504" y="817884"/>
                  <a:pt x="28365" y="808745"/>
                  <a:pt x="28365" y="797471"/>
                </a:cubicBezTo>
                <a:cubicBezTo>
                  <a:pt x="28365" y="786198"/>
                  <a:pt x="37504" y="777059"/>
                  <a:pt x="48778" y="777059"/>
                </a:cubicBezTo>
                <a:close/>
                <a:moveTo>
                  <a:pt x="2" y="777059"/>
                </a:moveTo>
                <a:cubicBezTo>
                  <a:pt x="11275" y="777059"/>
                  <a:pt x="20414" y="786198"/>
                  <a:pt x="20414" y="797471"/>
                </a:cubicBezTo>
                <a:cubicBezTo>
                  <a:pt x="20414" y="808745"/>
                  <a:pt x="11275" y="817884"/>
                  <a:pt x="2" y="817884"/>
                </a:cubicBezTo>
                <a:lnTo>
                  <a:pt x="0" y="817883"/>
                </a:lnTo>
                <a:lnTo>
                  <a:pt x="0" y="777060"/>
                </a:lnTo>
                <a:close/>
                <a:moveTo>
                  <a:pt x="682880" y="722972"/>
                </a:moveTo>
                <a:cubicBezTo>
                  <a:pt x="688517" y="722972"/>
                  <a:pt x="693620" y="725257"/>
                  <a:pt x="697314" y="728951"/>
                </a:cubicBezTo>
                <a:lnTo>
                  <a:pt x="698955" y="732914"/>
                </a:lnTo>
                <a:lnTo>
                  <a:pt x="670229" y="759022"/>
                </a:lnTo>
                <a:lnTo>
                  <a:pt x="668446" y="757819"/>
                </a:lnTo>
                <a:cubicBezTo>
                  <a:pt x="664752" y="754125"/>
                  <a:pt x="662467" y="749022"/>
                  <a:pt x="662467" y="743385"/>
                </a:cubicBezTo>
                <a:cubicBezTo>
                  <a:pt x="662467" y="732111"/>
                  <a:pt x="671606" y="722972"/>
                  <a:pt x="682880" y="722972"/>
                </a:cubicBezTo>
                <a:close/>
                <a:moveTo>
                  <a:pt x="634103" y="722972"/>
                </a:moveTo>
                <a:cubicBezTo>
                  <a:pt x="645377" y="722972"/>
                  <a:pt x="654516" y="732111"/>
                  <a:pt x="654516" y="743385"/>
                </a:cubicBezTo>
                <a:cubicBezTo>
                  <a:pt x="654516" y="754659"/>
                  <a:pt x="645377" y="763798"/>
                  <a:pt x="634103" y="763798"/>
                </a:cubicBezTo>
                <a:cubicBezTo>
                  <a:pt x="622829" y="763798"/>
                  <a:pt x="613690" y="754659"/>
                  <a:pt x="613690" y="743385"/>
                </a:cubicBezTo>
                <a:cubicBezTo>
                  <a:pt x="613690" y="732111"/>
                  <a:pt x="622829" y="722972"/>
                  <a:pt x="634103" y="722972"/>
                </a:cubicBezTo>
                <a:close/>
                <a:moveTo>
                  <a:pt x="585326" y="722972"/>
                </a:moveTo>
                <a:cubicBezTo>
                  <a:pt x="596599" y="722972"/>
                  <a:pt x="605738" y="732111"/>
                  <a:pt x="605738" y="743385"/>
                </a:cubicBezTo>
                <a:cubicBezTo>
                  <a:pt x="605738" y="754659"/>
                  <a:pt x="596599" y="763798"/>
                  <a:pt x="585326" y="763798"/>
                </a:cubicBezTo>
                <a:cubicBezTo>
                  <a:pt x="574052" y="763798"/>
                  <a:pt x="564913" y="754659"/>
                  <a:pt x="564913" y="743385"/>
                </a:cubicBezTo>
                <a:cubicBezTo>
                  <a:pt x="564913" y="732111"/>
                  <a:pt x="574052" y="722972"/>
                  <a:pt x="585326" y="722972"/>
                </a:cubicBezTo>
                <a:close/>
                <a:moveTo>
                  <a:pt x="536549" y="722972"/>
                </a:moveTo>
                <a:cubicBezTo>
                  <a:pt x="547822" y="722972"/>
                  <a:pt x="556961" y="732111"/>
                  <a:pt x="556961" y="743385"/>
                </a:cubicBezTo>
                <a:cubicBezTo>
                  <a:pt x="556961" y="754659"/>
                  <a:pt x="547822" y="763798"/>
                  <a:pt x="536549" y="763798"/>
                </a:cubicBezTo>
                <a:cubicBezTo>
                  <a:pt x="525275" y="763798"/>
                  <a:pt x="516136" y="754659"/>
                  <a:pt x="516136" y="743385"/>
                </a:cubicBezTo>
                <a:cubicBezTo>
                  <a:pt x="516136" y="732111"/>
                  <a:pt x="525275" y="722972"/>
                  <a:pt x="536549" y="722972"/>
                </a:cubicBezTo>
                <a:close/>
                <a:moveTo>
                  <a:pt x="487772" y="722972"/>
                </a:moveTo>
                <a:cubicBezTo>
                  <a:pt x="499045" y="722972"/>
                  <a:pt x="508184" y="732111"/>
                  <a:pt x="508184" y="743385"/>
                </a:cubicBezTo>
                <a:cubicBezTo>
                  <a:pt x="508184" y="754659"/>
                  <a:pt x="499045" y="763798"/>
                  <a:pt x="487772" y="763798"/>
                </a:cubicBezTo>
                <a:cubicBezTo>
                  <a:pt x="476498" y="763798"/>
                  <a:pt x="467359" y="754659"/>
                  <a:pt x="467359" y="743385"/>
                </a:cubicBezTo>
                <a:cubicBezTo>
                  <a:pt x="467359" y="732111"/>
                  <a:pt x="476498" y="722972"/>
                  <a:pt x="487772" y="722972"/>
                </a:cubicBezTo>
                <a:close/>
                <a:moveTo>
                  <a:pt x="438994" y="722972"/>
                </a:moveTo>
                <a:cubicBezTo>
                  <a:pt x="450268" y="722972"/>
                  <a:pt x="459407" y="732111"/>
                  <a:pt x="459407" y="743385"/>
                </a:cubicBezTo>
                <a:cubicBezTo>
                  <a:pt x="459407" y="754659"/>
                  <a:pt x="450268" y="763798"/>
                  <a:pt x="438994" y="763798"/>
                </a:cubicBezTo>
                <a:cubicBezTo>
                  <a:pt x="427721" y="763798"/>
                  <a:pt x="418582" y="754659"/>
                  <a:pt x="418582" y="743385"/>
                </a:cubicBezTo>
                <a:cubicBezTo>
                  <a:pt x="418582" y="732111"/>
                  <a:pt x="427721" y="722972"/>
                  <a:pt x="438994" y="722972"/>
                </a:cubicBezTo>
                <a:close/>
                <a:moveTo>
                  <a:pt x="390217" y="722972"/>
                </a:moveTo>
                <a:cubicBezTo>
                  <a:pt x="401491" y="722972"/>
                  <a:pt x="410630" y="732111"/>
                  <a:pt x="410630" y="743385"/>
                </a:cubicBezTo>
                <a:cubicBezTo>
                  <a:pt x="410630" y="754659"/>
                  <a:pt x="401491" y="763798"/>
                  <a:pt x="390217" y="763798"/>
                </a:cubicBezTo>
                <a:cubicBezTo>
                  <a:pt x="378944" y="763798"/>
                  <a:pt x="369805" y="754659"/>
                  <a:pt x="369805" y="743385"/>
                </a:cubicBezTo>
                <a:cubicBezTo>
                  <a:pt x="369805" y="732111"/>
                  <a:pt x="378944" y="722972"/>
                  <a:pt x="390217" y="722972"/>
                </a:cubicBezTo>
                <a:close/>
                <a:moveTo>
                  <a:pt x="341440" y="722972"/>
                </a:moveTo>
                <a:cubicBezTo>
                  <a:pt x="352714" y="722972"/>
                  <a:pt x="361853" y="732111"/>
                  <a:pt x="361853" y="743385"/>
                </a:cubicBezTo>
                <a:cubicBezTo>
                  <a:pt x="361853" y="754659"/>
                  <a:pt x="352714" y="763798"/>
                  <a:pt x="341440" y="763798"/>
                </a:cubicBezTo>
                <a:cubicBezTo>
                  <a:pt x="330166" y="763798"/>
                  <a:pt x="321028" y="754659"/>
                  <a:pt x="321028" y="743385"/>
                </a:cubicBezTo>
                <a:cubicBezTo>
                  <a:pt x="321028" y="732111"/>
                  <a:pt x="330166" y="722972"/>
                  <a:pt x="341440" y="722972"/>
                </a:cubicBezTo>
                <a:close/>
                <a:moveTo>
                  <a:pt x="292663" y="722972"/>
                </a:moveTo>
                <a:cubicBezTo>
                  <a:pt x="303937" y="722972"/>
                  <a:pt x="313076" y="732111"/>
                  <a:pt x="313076" y="743385"/>
                </a:cubicBezTo>
                <a:cubicBezTo>
                  <a:pt x="313076" y="754659"/>
                  <a:pt x="303937" y="763798"/>
                  <a:pt x="292663" y="763798"/>
                </a:cubicBezTo>
                <a:cubicBezTo>
                  <a:pt x="281389" y="763798"/>
                  <a:pt x="272251" y="754659"/>
                  <a:pt x="272251" y="743385"/>
                </a:cubicBezTo>
                <a:cubicBezTo>
                  <a:pt x="272251" y="732111"/>
                  <a:pt x="281389" y="722972"/>
                  <a:pt x="292663" y="722972"/>
                </a:cubicBezTo>
                <a:close/>
                <a:moveTo>
                  <a:pt x="243886" y="722972"/>
                </a:moveTo>
                <a:cubicBezTo>
                  <a:pt x="255160" y="722972"/>
                  <a:pt x="264299" y="732111"/>
                  <a:pt x="264299" y="743385"/>
                </a:cubicBezTo>
                <a:cubicBezTo>
                  <a:pt x="264299" y="754659"/>
                  <a:pt x="255160" y="763798"/>
                  <a:pt x="243886" y="763798"/>
                </a:cubicBezTo>
                <a:cubicBezTo>
                  <a:pt x="232612" y="763798"/>
                  <a:pt x="223473" y="754659"/>
                  <a:pt x="223473" y="743385"/>
                </a:cubicBezTo>
                <a:cubicBezTo>
                  <a:pt x="223473" y="732111"/>
                  <a:pt x="232612" y="722972"/>
                  <a:pt x="243886" y="722972"/>
                </a:cubicBezTo>
                <a:close/>
                <a:moveTo>
                  <a:pt x="195109" y="722972"/>
                </a:moveTo>
                <a:cubicBezTo>
                  <a:pt x="206383" y="722972"/>
                  <a:pt x="215522" y="732111"/>
                  <a:pt x="215522" y="743385"/>
                </a:cubicBezTo>
                <a:cubicBezTo>
                  <a:pt x="215522" y="754659"/>
                  <a:pt x="206383" y="763798"/>
                  <a:pt x="195109" y="763798"/>
                </a:cubicBezTo>
                <a:cubicBezTo>
                  <a:pt x="183835" y="763798"/>
                  <a:pt x="174696" y="754659"/>
                  <a:pt x="174696" y="743385"/>
                </a:cubicBezTo>
                <a:cubicBezTo>
                  <a:pt x="174696" y="732111"/>
                  <a:pt x="183835" y="722972"/>
                  <a:pt x="195109" y="722972"/>
                </a:cubicBezTo>
                <a:close/>
                <a:moveTo>
                  <a:pt x="146332" y="722972"/>
                </a:moveTo>
                <a:cubicBezTo>
                  <a:pt x="157606" y="722972"/>
                  <a:pt x="166745" y="732111"/>
                  <a:pt x="166745" y="743385"/>
                </a:cubicBezTo>
                <a:cubicBezTo>
                  <a:pt x="166745" y="754659"/>
                  <a:pt x="157606" y="763798"/>
                  <a:pt x="146332" y="763798"/>
                </a:cubicBezTo>
                <a:cubicBezTo>
                  <a:pt x="135058" y="763798"/>
                  <a:pt x="125919" y="754659"/>
                  <a:pt x="125919" y="743385"/>
                </a:cubicBezTo>
                <a:cubicBezTo>
                  <a:pt x="125919" y="732111"/>
                  <a:pt x="135058" y="722972"/>
                  <a:pt x="146332" y="722972"/>
                </a:cubicBezTo>
                <a:close/>
                <a:moveTo>
                  <a:pt x="97555" y="722972"/>
                </a:moveTo>
                <a:cubicBezTo>
                  <a:pt x="108829" y="722972"/>
                  <a:pt x="117968" y="732111"/>
                  <a:pt x="117968" y="743385"/>
                </a:cubicBezTo>
                <a:cubicBezTo>
                  <a:pt x="117968" y="754659"/>
                  <a:pt x="108829" y="763798"/>
                  <a:pt x="97555" y="763798"/>
                </a:cubicBezTo>
                <a:cubicBezTo>
                  <a:pt x="86281" y="763798"/>
                  <a:pt x="77142" y="754659"/>
                  <a:pt x="77142" y="743385"/>
                </a:cubicBezTo>
                <a:cubicBezTo>
                  <a:pt x="77142" y="732111"/>
                  <a:pt x="86281" y="722972"/>
                  <a:pt x="97555" y="722972"/>
                </a:cubicBezTo>
                <a:close/>
                <a:moveTo>
                  <a:pt x="48778" y="722972"/>
                </a:moveTo>
                <a:cubicBezTo>
                  <a:pt x="60052" y="722972"/>
                  <a:pt x="69191" y="732111"/>
                  <a:pt x="69191" y="743385"/>
                </a:cubicBezTo>
                <a:cubicBezTo>
                  <a:pt x="69191" y="754659"/>
                  <a:pt x="60052" y="763798"/>
                  <a:pt x="48778" y="763798"/>
                </a:cubicBezTo>
                <a:cubicBezTo>
                  <a:pt x="37504" y="763798"/>
                  <a:pt x="28365" y="754659"/>
                  <a:pt x="28365" y="743385"/>
                </a:cubicBezTo>
                <a:cubicBezTo>
                  <a:pt x="28365" y="732111"/>
                  <a:pt x="37504" y="722972"/>
                  <a:pt x="48778" y="722972"/>
                </a:cubicBezTo>
                <a:close/>
                <a:moveTo>
                  <a:pt x="2" y="722972"/>
                </a:moveTo>
                <a:cubicBezTo>
                  <a:pt x="11275" y="722972"/>
                  <a:pt x="20414" y="732111"/>
                  <a:pt x="20414" y="743385"/>
                </a:cubicBezTo>
                <a:cubicBezTo>
                  <a:pt x="20414" y="754659"/>
                  <a:pt x="11275" y="763798"/>
                  <a:pt x="2" y="763798"/>
                </a:cubicBezTo>
                <a:lnTo>
                  <a:pt x="0" y="763797"/>
                </a:lnTo>
                <a:lnTo>
                  <a:pt x="0" y="722973"/>
                </a:lnTo>
                <a:close/>
                <a:moveTo>
                  <a:pt x="731657" y="668886"/>
                </a:moveTo>
                <a:cubicBezTo>
                  <a:pt x="737294" y="668886"/>
                  <a:pt x="742397" y="671171"/>
                  <a:pt x="746091" y="674865"/>
                </a:cubicBezTo>
                <a:lnTo>
                  <a:pt x="748725" y="681223"/>
                </a:lnTo>
                <a:lnTo>
                  <a:pt x="724200" y="708206"/>
                </a:lnTo>
                <a:lnTo>
                  <a:pt x="723711" y="708108"/>
                </a:lnTo>
                <a:cubicBezTo>
                  <a:pt x="716385" y="705009"/>
                  <a:pt x="711244" y="697754"/>
                  <a:pt x="711244" y="689299"/>
                </a:cubicBezTo>
                <a:cubicBezTo>
                  <a:pt x="711244" y="678025"/>
                  <a:pt x="720383" y="668886"/>
                  <a:pt x="731657" y="668886"/>
                </a:cubicBezTo>
                <a:close/>
                <a:moveTo>
                  <a:pt x="682880" y="668886"/>
                </a:moveTo>
                <a:cubicBezTo>
                  <a:pt x="694153" y="668886"/>
                  <a:pt x="703293" y="678025"/>
                  <a:pt x="703293" y="689299"/>
                </a:cubicBezTo>
                <a:cubicBezTo>
                  <a:pt x="703293" y="700573"/>
                  <a:pt x="694153" y="709712"/>
                  <a:pt x="682880" y="709712"/>
                </a:cubicBezTo>
                <a:cubicBezTo>
                  <a:pt x="671606" y="709712"/>
                  <a:pt x="662467" y="700573"/>
                  <a:pt x="662467" y="689299"/>
                </a:cubicBezTo>
                <a:cubicBezTo>
                  <a:pt x="662467" y="678025"/>
                  <a:pt x="671606" y="668886"/>
                  <a:pt x="682880" y="668886"/>
                </a:cubicBezTo>
                <a:close/>
                <a:moveTo>
                  <a:pt x="634103" y="668886"/>
                </a:moveTo>
                <a:cubicBezTo>
                  <a:pt x="645377" y="668886"/>
                  <a:pt x="654516" y="678025"/>
                  <a:pt x="654516" y="689299"/>
                </a:cubicBezTo>
                <a:cubicBezTo>
                  <a:pt x="654516" y="700573"/>
                  <a:pt x="645377" y="709712"/>
                  <a:pt x="634103" y="709712"/>
                </a:cubicBezTo>
                <a:cubicBezTo>
                  <a:pt x="622829" y="709712"/>
                  <a:pt x="613690" y="700573"/>
                  <a:pt x="613690" y="689299"/>
                </a:cubicBezTo>
                <a:cubicBezTo>
                  <a:pt x="613690" y="678025"/>
                  <a:pt x="622829" y="668886"/>
                  <a:pt x="634103" y="668886"/>
                </a:cubicBezTo>
                <a:close/>
                <a:moveTo>
                  <a:pt x="585326" y="668886"/>
                </a:moveTo>
                <a:cubicBezTo>
                  <a:pt x="596599" y="668886"/>
                  <a:pt x="605738" y="678025"/>
                  <a:pt x="605738" y="689299"/>
                </a:cubicBezTo>
                <a:cubicBezTo>
                  <a:pt x="605738" y="700573"/>
                  <a:pt x="596599" y="709712"/>
                  <a:pt x="585326" y="709712"/>
                </a:cubicBezTo>
                <a:cubicBezTo>
                  <a:pt x="574052" y="709712"/>
                  <a:pt x="564913" y="700573"/>
                  <a:pt x="564913" y="689299"/>
                </a:cubicBezTo>
                <a:cubicBezTo>
                  <a:pt x="564913" y="678025"/>
                  <a:pt x="574052" y="668886"/>
                  <a:pt x="585326" y="668886"/>
                </a:cubicBezTo>
                <a:close/>
                <a:moveTo>
                  <a:pt x="536549" y="668886"/>
                </a:moveTo>
                <a:cubicBezTo>
                  <a:pt x="547822" y="668886"/>
                  <a:pt x="556961" y="678025"/>
                  <a:pt x="556961" y="689299"/>
                </a:cubicBezTo>
                <a:cubicBezTo>
                  <a:pt x="556961" y="700573"/>
                  <a:pt x="547822" y="709712"/>
                  <a:pt x="536549" y="709712"/>
                </a:cubicBezTo>
                <a:cubicBezTo>
                  <a:pt x="525275" y="709712"/>
                  <a:pt x="516136" y="700573"/>
                  <a:pt x="516136" y="689299"/>
                </a:cubicBezTo>
                <a:cubicBezTo>
                  <a:pt x="516136" y="678025"/>
                  <a:pt x="525275" y="668886"/>
                  <a:pt x="536549" y="668886"/>
                </a:cubicBezTo>
                <a:close/>
                <a:moveTo>
                  <a:pt x="487772" y="668886"/>
                </a:moveTo>
                <a:cubicBezTo>
                  <a:pt x="499045" y="668886"/>
                  <a:pt x="508184" y="678025"/>
                  <a:pt x="508184" y="689299"/>
                </a:cubicBezTo>
                <a:cubicBezTo>
                  <a:pt x="508184" y="700573"/>
                  <a:pt x="499045" y="709712"/>
                  <a:pt x="487772" y="709712"/>
                </a:cubicBezTo>
                <a:cubicBezTo>
                  <a:pt x="476498" y="709712"/>
                  <a:pt x="467359" y="700573"/>
                  <a:pt x="467359" y="689299"/>
                </a:cubicBezTo>
                <a:cubicBezTo>
                  <a:pt x="467359" y="678025"/>
                  <a:pt x="476498" y="668886"/>
                  <a:pt x="487772" y="668886"/>
                </a:cubicBezTo>
                <a:close/>
                <a:moveTo>
                  <a:pt x="438994" y="668886"/>
                </a:moveTo>
                <a:cubicBezTo>
                  <a:pt x="450268" y="668886"/>
                  <a:pt x="459407" y="678025"/>
                  <a:pt x="459407" y="689299"/>
                </a:cubicBezTo>
                <a:cubicBezTo>
                  <a:pt x="459407" y="700573"/>
                  <a:pt x="450268" y="709712"/>
                  <a:pt x="438994" y="709712"/>
                </a:cubicBezTo>
                <a:cubicBezTo>
                  <a:pt x="427721" y="709712"/>
                  <a:pt x="418582" y="700573"/>
                  <a:pt x="418582" y="689299"/>
                </a:cubicBezTo>
                <a:cubicBezTo>
                  <a:pt x="418582" y="678025"/>
                  <a:pt x="427721" y="668886"/>
                  <a:pt x="438994" y="668886"/>
                </a:cubicBezTo>
                <a:close/>
                <a:moveTo>
                  <a:pt x="390217" y="668886"/>
                </a:moveTo>
                <a:cubicBezTo>
                  <a:pt x="401491" y="668886"/>
                  <a:pt x="410630" y="678025"/>
                  <a:pt x="410630" y="689299"/>
                </a:cubicBezTo>
                <a:cubicBezTo>
                  <a:pt x="410630" y="700573"/>
                  <a:pt x="401491" y="709712"/>
                  <a:pt x="390217" y="709712"/>
                </a:cubicBezTo>
                <a:cubicBezTo>
                  <a:pt x="378944" y="709712"/>
                  <a:pt x="369805" y="700573"/>
                  <a:pt x="369805" y="689299"/>
                </a:cubicBezTo>
                <a:cubicBezTo>
                  <a:pt x="369805" y="678025"/>
                  <a:pt x="378944" y="668886"/>
                  <a:pt x="390217" y="668886"/>
                </a:cubicBezTo>
                <a:close/>
                <a:moveTo>
                  <a:pt x="341440" y="668886"/>
                </a:moveTo>
                <a:cubicBezTo>
                  <a:pt x="352714" y="668886"/>
                  <a:pt x="361853" y="678025"/>
                  <a:pt x="361853" y="689299"/>
                </a:cubicBezTo>
                <a:cubicBezTo>
                  <a:pt x="361853" y="700573"/>
                  <a:pt x="352714" y="709712"/>
                  <a:pt x="341440" y="709712"/>
                </a:cubicBezTo>
                <a:cubicBezTo>
                  <a:pt x="330166" y="709712"/>
                  <a:pt x="321028" y="700573"/>
                  <a:pt x="321028" y="689299"/>
                </a:cubicBezTo>
                <a:cubicBezTo>
                  <a:pt x="321028" y="678025"/>
                  <a:pt x="330166" y="668886"/>
                  <a:pt x="341440" y="668886"/>
                </a:cubicBezTo>
                <a:close/>
                <a:moveTo>
                  <a:pt x="292663" y="668886"/>
                </a:moveTo>
                <a:cubicBezTo>
                  <a:pt x="303937" y="668886"/>
                  <a:pt x="313076" y="678025"/>
                  <a:pt x="313076" y="689299"/>
                </a:cubicBezTo>
                <a:cubicBezTo>
                  <a:pt x="313076" y="700573"/>
                  <a:pt x="303937" y="709712"/>
                  <a:pt x="292663" y="709712"/>
                </a:cubicBezTo>
                <a:cubicBezTo>
                  <a:pt x="281389" y="709712"/>
                  <a:pt x="272251" y="700573"/>
                  <a:pt x="272251" y="689299"/>
                </a:cubicBezTo>
                <a:cubicBezTo>
                  <a:pt x="272251" y="678025"/>
                  <a:pt x="281389" y="668886"/>
                  <a:pt x="292663" y="668886"/>
                </a:cubicBezTo>
                <a:close/>
                <a:moveTo>
                  <a:pt x="243886" y="668886"/>
                </a:moveTo>
                <a:cubicBezTo>
                  <a:pt x="255160" y="668886"/>
                  <a:pt x="264299" y="678025"/>
                  <a:pt x="264299" y="689299"/>
                </a:cubicBezTo>
                <a:cubicBezTo>
                  <a:pt x="264299" y="700573"/>
                  <a:pt x="255160" y="709712"/>
                  <a:pt x="243886" y="709712"/>
                </a:cubicBezTo>
                <a:cubicBezTo>
                  <a:pt x="232612" y="709712"/>
                  <a:pt x="223473" y="700573"/>
                  <a:pt x="223473" y="689299"/>
                </a:cubicBezTo>
                <a:cubicBezTo>
                  <a:pt x="223473" y="678025"/>
                  <a:pt x="232612" y="668886"/>
                  <a:pt x="243886" y="668886"/>
                </a:cubicBezTo>
                <a:close/>
                <a:moveTo>
                  <a:pt x="195109" y="668886"/>
                </a:moveTo>
                <a:cubicBezTo>
                  <a:pt x="206383" y="668886"/>
                  <a:pt x="215522" y="678025"/>
                  <a:pt x="215522" y="689299"/>
                </a:cubicBezTo>
                <a:cubicBezTo>
                  <a:pt x="215522" y="700573"/>
                  <a:pt x="206383" y="709712"/>
                  <a:pt x="195109" y="709712"/>
                </a:cubicBezTo>
                <a:cubicBezTo>
                  <a:pt x="183835" y="709712"/>
                  <a:pt x="174696" y="700573"/>
                  <a:pt x="174696" y="689299"/>
                </a:cubicBezTo>
                <a:cubicBezTo>
                  <a:pt x="174696" y="678025"/>
                  <a:pt x="183835" y="668886"/>
                  <a:pt x="195109" y="668886"/>
                </a:cubicBezTo>
                <a:close/>
                <a:moveTo>
                  <a:pt x="146332" y="668886"/>
                </a:moveTo>
                <a:cubicBezTo>
                  <a:pt x="157606" y="668886"/>
                  <a:pt x="166745" y="678025"/>
                  <a:pt x="166745" y="689299"/>
                </a:cubicBezTo>
                <a:cubicBezTo>
                  <a:pt x="166745" y="700573"/>
                  <a:pt x="157606" y="709712"/>
                  <a:pt x="146332" y="709712"/>
                </a:cubicBezTo>
                <a:cubicBezTo>
                  <a:pt x="135058" y="709712"/>
                  <a:pt x="125919" y="700573"/>
                  <a:pt x="125919" y="689299"/>
                </a:cubicBezTo>
                <a:cubicBezTo>
                  <a:pt x="125919" y="678025"/>
                  <a:pt x="135058" y="668886"/>
                  <a:pt x="146332" y="668886"/>
                </a:cubicBezTo>
                <a:close/>
                <a:moveTo>
                  <a:pt x="97555" y="668886"/>
                </a:moveTo>
                <a:cubicBezTo>
                  <a:pt x="108829" y="668886"/>
                  <a:pt x="117968" y="678025"/>
                  <a:pt x="117968" y="689299"/>
                </a:cubicBezTo>
                <a:cubicBezTo>
                  <a:pt x="117968" y="700573"/>
                  <a:pt x="108829" y="709712"/>
                  <a:pt x="97555" y="709712"/>
                </a:cubicBezTo>
                <a:cubicBezTo>
                  <a:pt x="86281" y="709712"/>
                  <a:pt x="77142" y="700573"/>
                  <a:pt x="77142" y="689299"/>
                </a:cubicBezTo>
                <a:cubicBezTo>
                  <a:pt x="77142" y="678025"/>
                  <a:pt x="86281" y="668886"/>
                  <a:pt x="97555" y="668886"/>
                </a:cubicBezTo>
                <a:close/>
                <a:moveTo>
                  <a:pt x="48778" y="668886"/>
                </a:moveTo>
                <a:cubicBezTo>
                  <a:pt x="60052" y="668886"/>
                  <a:pt x="69191" y="678025"/>
                  <a:pt x="69191" y="689299"/>
                </a:cubicBezTo>
                <a:cubicBezTo>
                  <a:pt x="69191" y="700573"/>
                  <a:pt x="60052" y="709712"/>
                  <a:pt x="48778" y="709712"/>
                </a:cubicBezTo>
                <a:cubicBezTo>
                  <a:pt x="37504" y="709712"/>
                  <a:pt x="28365" y="700573"/>
                  <a:pt x="28365" y="689299"/>
                </a:cubicBezTo>
                <a:cubicBezTo>
                  <a:pt x="28365" y="678025"/>
                  <a:pt x="37504" y="668886"/>
                  <a:pt x="48778" y="668886"/>
                </a:cubicBezTo>
                <a:close/>
                <a:moveTo>
                  <a:pt x="2" y="668886"/>
                </a:moveTo>
                <a:cubicBezTo>
                  <a:pt x="11275" y="668886"/>
                  <a:pt x="20414" y="678025"/>
                  <a:pt x="20414" y="689299"/>
                </a:cubicBezTo>
                <a:cubicBezTo>
                  <a:pt x="20414" y="700573"/>
                  <a:pt x="11275" y="709712"/>
                  <a:pt x="2" y="709712"/>
                </a:cubicBezTo>
                <a:lnTo>
                  <a:pt x="0" y="709711"/>
                </a:lnTo>
                <a:lnTo>
                  <a:pt x="0" y="668887"/>
                </a:lnTo>
                <a:close/>
                <a:moveTo>
                  <a:pt x="780434" y="614800"/>
                </a:moveTo>
                <a:cubicBezTo>
                  <a:pt x="786071" y="614800"/>
                  <a:pt x="791174" y="617085"/>
                  <a:pt x="794868" y="620779"/>
                </a:cubicBezTo>
                <a:lnTo>
                  <a:pt x="796523" y="624774"/>
                </a:lnTo>
                <a:lnTo>
                  <a:pt x="780248" y="646539"/>
                </a:lnTo>
                <a:lnTo>
                  <a:pt x="773298" y="654185"/>
                </a:lnTo>
                <a:lnTo>
                  <a:pt x="772488" y="654021"/>
                </a:lnTo>
                <a:cubicBezTo>
                  <a:pt x="765162" y="650923"/>
                  <a:pt x="760021" y="643668"/>
                  <a:pt x="760021" y="635213"/>
                </a:cubicBezTo>
                <a:cubicBezTo>
                  <a:pt x="760021" y="623939"/>
                  <a:pt x="769160" y="614800"/>
                  <a:pt x="780434" y="614800"/>
                </a:cubicBezTo>
                <a:close/>
                <a:moveTo>
                  <a:pt x="731657" y="614800"/>
                </a:moveTo>
                <a:cubicBezTo>
                  <a:pt x="742931" y="614800"/>
                  <a:pt x="752070" y="623939"/>
                  <a:pt x="752070" y="635213"/>
                </a:cubicBezTo>
                <a:cubicBezTo>
                  <a:pt x="752070" y="646487"/>
                  <a:pt x="742931" y="655626"/>
                  <a:pt x="731657" y="655626"/>
                </a:cubicBezTo>
                <a:cubicBezTo>
                  <a:pt x="720383" y="655626"/>
                  <a:pt x="711244" y="646487"/>
                  <a:pt x="711244" y="635213"/>
                </a:cubicBezTo>
                <a:cubicBezTo>
                  <a:pt x="711244" y="623939"/>
                  <a:pt x="720383" y="614800"/>
                  <a:pt x="731657" y="614800"/>
                </a:cubicBezTo>
                <a:close/>
                <a:moveTo>
                  <a:pt x="682880" y="614800"/>
                </a:moveTo>
                <a:cubicBezTo>
                  <a:pt x="694153" y="614800"/>
                  <a:pt x="703293" y="623939"/>
                  <a:pt x="703293" y="635213"/>
                </a:cubicBezTo>
                <a:cubicBezTo>
                  <a:pt x="703293" y="646487"/>
                  <a:pt x="694153" y="655626"/>
                  <a:pt x="682880" y="655626"/>
                </a:cubicBezTo>
                <a:cubicBezTo>
                  <a:pt x="671606" y="655626"/>
                  <a:pt x="662467" y="646487"/>
                  <a:pt x="662467" y="635213"/>
                </a:cubicBezTo>
                <a:cubicBezTo>
                  <a:pt x="662467" y="623939"/>
                  <a:pt x="671606" y="614800"/>
                  <a:pt x="682880" y="614800"/>
                </a:cubicBezTo>
                <a:close/>
                <a:moveTo>
                  <a:pt x="634103" y="614800"/>
                </a:moveTo>
                <a:cubicBezTo>
                  <a:pt x="645377" y="614800"/>
                  <a:pt x="654516" y="623939"/>
                  <a:pt x="654516" y="635213"/>
                </a:cubicBezTo>
                <a:cubicBezTo>
                  <a:pt x="654516" y="646487"/>
                  <a:pt x="645377" y="655626"/>
                  <a:pt x="634103" y="655626"/>
                </a:cubicBezTo>
                <a:cubicBezTo>
                  <a:pt x="622829" y="655626"/>
                  <a:pt x="613690" y="646487"/>
                  <a:pt x="613690" y="635213"/>
                </a:cubicBezTo>
                <a:cubicBezTo>
                  <a:pt x="613690" y="623939"/>
                  <a:pt x="622829" y="614800"/>
                  <a:pt x="634103" y="614800"/>
                </a:cubicBezTo>
                <a:close/>
                <a:moveTo>
                  <a:pt x="585326" y="614800"/>
                </a:moveTo>
                <a:cubicBezTo>
                  <a:pt x="596599" y="614800"/>
                  <a:pt x="605738" y="623939"/>
                  <a:pt x="605738" y="635213"/>
                </a:cubicBezTo>
                <a:cubicBezTo>
                  <a:pt x="605738" y="646487"/>
                  <a:pt x="596599" y="655626"/>
                  <a:pt x="585326" y="655626"/>
                </a:cubicBezTo>
                <a:cubicBezTo>
                  <a:pt x="574052" y="655626"/>
                  <a:pt x="564913" y="646487"/>
                  <a:pt x="564913" y="635213"/>
                </a:cubicBezTo>
                <a:cubicBezTo>
                  <a:pt x="564913" y="623939"/>
                  <a:pt x="574052" y="614800"/>
                  <a:pt x="585326" y="614800"/>
                </a:cubicBezTo>
                <a:close/>
                <a:moveTo>
                  <a:pt x="536549" y="614800"/>
                </a:moveTo>
                <a:cubicBezTo>
                  <a:pt x="547822" y="614800"/>
                  <a:pt x="556961" y="623939"/>
                  <a:pt x="556961" y="635213"/>
                </a:cubicBezTo>
                <a:cubicBezTo>
                  <a:pt x="556961" y="646487"/>
                  <a:pt x="547822" y="655626"/>
                  <a:pt x="536549" y="655626"/>
                </a:cubicBezTo>
                <a:cubicBezTo>
                  <a:pt x="525275" y="655626"/>
                  <a:pt x="516136" y="646487"/>
                  <a:pt x="516136" y="635213"/>
                </a:cubicBezTo>
                <a:cubicBezTo>
                  <a:pt x="516136" y="623939"/>
                  <a:pt x="525275" y="614800"/>
                  <a:pt x="536549" y="614800"/>
                </a:cubicBezTo>
                <a:close/>
                <a:moveTo>
                  <a:pt x="487772" y="614800"/>
                </a:moveTo>
                <a:cubicBezTo>
                  <a:pt x="499045" y="614800"/>
                  <a:pt x="508184" y="623939"/>
                  <a:pt x="508184" y="635213"/>
                </a:cubicBezTo>
                <a:cubicBezTo>
                  <a:pt x="508184" y="646487"/>
                  <a:pt x="499045" y="655626"/>
                  <a:pt x="487772" y="655626"/>
                </a:cubicBezTo>
                <a:cubicBezTo>
                  <a:pt x="476498" y="655626"/>
                  <a:pt x="467359" y="646487"/>
                  <a:pt x="467359" y="635213"/>
                </a:cubicBezTo>
                <a:cubicBezTo>
                  <a:pt x="467359" y="623939"/>
                  <a:pt x="476498" y="614800"/>
                  <a:pt x="487772" y="614800"/>
                </a:cubicBezTo>
                <a:close/>
                <a:moveTo>
                  <a:pt x="438994" y="614800"/>
                </a:moveTo>
                <a:cubicBezTo>
                  <a:pt x="450268" y="614800"/>
                  <a:pt x="459407" y="623939"/>
                  <a:pt x="459407" y="635213"/>
                </a:cubicBezTo>
                <a:cubicBezTo>
                  <a:pt x="459407" y="646487"/>
                  <a:pt x="450268" y="655626"/>
                  <a:pt x="438994" y="655626"/>
                </a:cubicBezTo>
                <a:cubicBezTo>
                  <a:pt x="427721" y="655626"/>
                  <a:pt x="418582" y="646487"/>
                  <a:pt x="418582" y="635213"/>
                </a:cubicBezTo>
                <a:cubicBezTo>
                  <a:pt x="418582" y="623939"/>
                  <a:pt x="427721" y="614800"/>
                  <a:pt x="438994" y="614800"/>
                </a:cubicBezTo>
                <a:close/>
                <a:moveTo>
                  <a:pt x="390217" y="614800"/>
                </a:moveTo>
                <a:cubicBezTo>
                  <a:pt x="401491" y="614800"/>
                  <a:pt x="410630" y="623939"/>
                  <a:pt x="410630" y="635213"/>
                </a:cubicBezTo>
                <a:cubicBezTo>
                  <a:pt x="410630" y="646487"/>
                  <a:pt x="401491" y="655626"/>
                  <a:pt x="390217" y="655626"/>
                </a:cubicBezTo>
                <a:cubicBezTo>
                  <a:pt x="378944" y="655626"/>
                  <a:pt x="369805" y="646487"/>
                  <a:pt x="369805" y="635213"/>
                </a:cubicBezTo>
                <a:cubicBezTo>
                  <a:pt x="369805" y="623939"/>
                  <a:pt x="378944" y="614800"/>
                  <a:pt x="390217" y="614800"/>
                </a:cubicBezTo>
                <a:close/>
                <a:moveTo>
                  <a:pt x="341440" y="614800"/>
                </a:moveTo>
                <a:cubicBezTo>
                  <a:pt x="352714" y="614800"/>
                  <a:pt x="361853" y="623939"/>
                  <a:pt x="361853" y="635213"/>
                </a:cubicBezTo>
                <a:cubicBezTo>
                  <a:pt x="361853" y="646487"/>
                  <a:pt x="352714" y="655626"/>
                  <a:pt x="341440" y="655626"/>
                </a:cubicBezTo>
                <a:cubicBezTo>
                  <a:pt x="330166" y="655626"/>
                  <a:pt x="321028" y="646487"/>
                  <a:pt x="321028" y="635213"/>
                </a:cubicBezTo>
                <a:cubicBezTo>
                  <a:pt x="321028" y="623939"/>
                  <a:pt x="330166" y="614800"/>
                  <a:pt x="341440" y="614800"/>
                </a:cubicBezTo>
                <a:close/>
                <a:moveTo>
                  <a:pt x="292663" y="614800"/>
                </a:moveTo>
                <a:cubicBezTo>
                  <a:pt x="303937" y="614800"/>
                  <a:pt x="313076" y="623939"/>
                  <a:pt x="313076" y="635213"/>
                </a:cubicBezTo>
                <a:cubicBezTo>
                  <a:pt x="313076" y="646487"/>
                  <a:pt x="303937" y="655626"/>
                  <a:pt x="292663" y="655626"/>
                </a:cubicBezTo>
                <a:cubicBezTo>
                  <a:pt x="281389" y="655626"/>
                  <a:pt x="272251" y="646487"/>
                  <a:pt x="272251" y="635213"/>
                </a:cubicBezTo>
                <a:cubicBezTo>
                  <a:pt x="272251" y="623939"/>
                  <a:pt x="281389" y="614800"/>
                  <a:pt x="292663" y="614800"/>
                </a:cubicBezTo>
                <a:close/>
                <a:moveTo>
                  <a:pt x="243886" y="614800"/>
                </a:moveTo>
                <a:cubicBezTo>
                  <a:pt x="255160" y="614800"/>
                  <a:pt x="264299" y="623939"/>
                  <a:pt x="264299" y="635213"/>
                </a:cubicBezTo>
                <a:cubicBezTo>
                  <a:pt x="264299" y="646487"/>
                  <a:pt x="255160" y="655626"/>
                  <a:pt x="243886" y="655626"/>
                </a:cubicBezTo>
                <a:cubicBezTo>
                  <a:pt x="232612" y="655626"/>
                  <a:pt x="223473" y="646487"/>
                  <a:pt x="223473" y="635213"/>
                </a:cubicBezTo>
                <a:cubicBezTo>
                  <a:pt x="223473" y="623939"/>
                  <a:pt x="232612" y="614800"/>
                  <a:pt x="243886" y="614800"/>
                </a:cubicBezTo>
                <a:close/>
                <a:moveTo>
                  <a:pt x="195109" y="614800"/>
                </a:moveTo>
                <a:cubicBezTo>
                  <a:pt x="206383" y="614800"/>
                  <a:pt x="215522" y="623939"/>
                  <a:pt x="215522" y="635213"/>
                </a:cubicBezTo>
                <a:cubicBezTo>
                  <a:pt x="215522" y="646487"/>
                  <a:pt x="206383" y="655626"/>
                  <a:pt x="195109" y="655626"/>
                </a:cubicBezTo>
                <a:cubicBezTo>
                  <a:pt x="183835" y="655626"/>
                  <a:pt x="174696" y="646487"/>
                  <a:pt x="174696" y="635213"/>
                </a:cubicBezTo>
                <a:cubicBezTo>
                  <a:pt x="174696" y="623939"/>
                  <a:pt x="183835" y="614800"/>
                  <a:pt x="195109" y="614800"/>
                </a:cubicBezTo>
                <a:close/>
                <a:moveTo>
                  <a:pt x="146332" y="614800"/>
                </a:moveTo>
                <a:cubicBezTo>
                  <a:pt x="157606" y="614800"/>
                  <a:pt x="166745" y="623939"/>
                  <a:pt x="166745" y="635213"/>
                </a:cubicBezTo>
                <a:cubicBezTo>
                  <a:pt x="166745" y="646487"/>
                  <a:pt x="157606" y="655626"/>
                  <a:pt x="146332" y="655626"/>
                </a:cubicBezTo>
                <a:cubicBezTo>
                  <a:pt x="135058" y="655626"/>
                  <a:pt x="125919" y="646487"/>
                  <a:pt x="125919" y="635213"/>
                </a:cubicBezTo>
                <a:cubicBezTo>
                  <a:pt x="125919" y="623939"/>
                  <a:pt x="135058" y="614800"/>
                  <a:pt x="146332" y="614800"/>
                </a:cubicBezTo>
                <a:close/>
                <a:moveTo>
                  <a:pt x="97555" y="614800"/>
                </a:moveTo>
                <a:cubicBezTo>
                  <a:pt x="108829" y="614800"/>
                  <a:pt x="117968" y="623939"/>
                  <a:pt x="117968" y="635213"/>
                </a:cubicBezTo>
                <a:cubicBezTo>
                  <a:pt x="117968" y="646487"/>
                  <a:pt x="108829" y="655626"/>
                  <a:pt x="97555" y="655626"/>
                </a:cubicBezTo>
                <a:cubicBezTo>
                  <a:pt x="86281" y="655626"/>
                  <a:pt x="77142" y="646487"/>
                  <a:pt x="77142" y="635213"/>
                </a:cubicBezTo>
                <a:cubicBezTo>
                  <a:pt x="77142" y="623939"/>
                  <a:pt x="86281" y="614800"/>
                  <a:pt x="97555" y="614800"/>
                </a:cubicBezTo>
                <a:close/>
                <a:moveTo>
                  <a:pt x="48778" y="614800"/>
                </a:moveTo>
                <a:cubicBezTo>
                  <a:pt x="60052" y="614800"/>
                  <a:pt x="69191" y="623939"/>
                  <a:pt x="69191" y="635213"/>
                </a:cubicBezTo>
                <a:cubicBezTo>
                  <a:pt x="69191" y="646487"/>
                  <a:pt x="60052" y="655626"/>
                  <a:pt x="48778" y="655626"/>
                </a:cubicBezTo>
                <a:cubicBezTo>
                  <a:pt x="37504" y="655626"/>
                  <a:pt x="28365" y="646487"/>
                  <a:pt x="28365" y="635213"/>
                </a:cubicBezTo>
                <a:cubicBezTo>
                  <a:pt x="28365" y="623939"/>
                  <a:pt x="37504" y="614800"/>
                  <a:pt x="48778" y="614800"/>
                </a:cubicBezTo>
                <a:close/>
                <a:moveTo>
                  <a:pt x="2" y="614800"/>
                </a:moveTo>
                <a:cubicBezTo>
                  <a:pt x="11275" y="614800"/>
                  <a:pt x="20414" y="623939"/>
                  <a:pt x="20414" y="635213"/>
                </a:cubicBezTo>
                <a:cubicBezTo>
                  <a:pt x="20414" y="646487"/>
                  <a:pt x="11275" y="655626"/>
                  <a:pt x="2" y="655626"/>
                </a:cubicBezTo>
                <a:lnTo>
                  <a:pt x="0" y="655625"/>
                </a:lnTo>
                <a:lnTo>
                  <a:pt x="0" y="614801"/>
                </a:lnTo>
                <a:close/>
                <a:moveTo>
                  <a:pt x="829211" y="560714"/>
                </a:moveTo>
                <a:cubicBezTo>
                  <a:pt x="832029" y="560714"/>
                  <a:pt x="834714" y="561285"/>
                  <a:pt x="837157" y="562318"/>
                </a:cubicBezTo>
                <a:lnTo>
                  <a:pt x="840828" y="564793"/>
                </a:lnTo>
                <a:lnTo>
                  <a:pt x="838456" y="568698"/>
                </a:lnTo>
                <a:lnTo>
                  <a:pt x="817164" y="597170"/>
                </a:lnTo>
                <a:lnTo>
                  <a:pt x="814777" y="595561"/>
                </a:lnTo>
                <a:cubicBezTo>
                  <a:pt x="811083" y="591867"/>
                  <a:pt x="808798" y="586764"/>
                  <a:pt x="808798" y="581127"/>
                </a:cubicBezTo>
                <a:cubicBezTo>
                  <a:pt x="808798" y="569853"/>
                  <a:pt x="817937" y="560714"/>
                  <a:pt x="829211" y="560714"/>
                </a:cubicBezTo>
                <a:close/>
                <a:moveTo>
                  <a:pt x="780434" y="560714"/>
                </a:moveTo>
                <a:cubicBezTo>
                  <a:pt x="791708" y="560714"/>
                  <a:pt x="800847" y="569853"/>
                  <a:pt x="800847" y="581127"/>
                </a:cubicBezTo>
                <a:cubicBezTo>
                  <a:pt x="800847" y="592400"/>
                  <a:pt x="791708" y="601539"/>
                  <a:pt x="780434" y="601539"/>
                </a:cubicBezTo>
                <a:cubicBezTo>
                  <a:pt x="769160" y="601539"/>
                  <a:pt x="760021" y="592400"/>
                  <a:pt x="760021" y="581127"/>
                </a:cubicBezTo>
                <a:cubicBezTo>
                  <a:pt x="760021" y="569853"/>
                  <a:pt x="769160" y="560714"/>
                  <a:pt x="780434" y="560714"/>
                </a:cubicBezTo>
                <a:close/>
                <a:moveTo>
                  <a:pt x="731657" y="560714"/>
                </a:moveTo>
                <a:cubicBezTo>
                  <a:pt x="742931" y="560714"/>
                  <a:pt x="752070" y="569853"/>
                  <a:pt x="752070" y="581127"/>
                </a:cubicBezTo>
                <a:cubicBezTo>
                  <a:pt x="752070" y="592400"/>
                  <a:pt x="742931" y="601539"/>
                  <a:pt x="731657" y="601539"/>
                </a:cubicBezTo>
                <a:cubicBezTo>
                  <a:pt x="720383" y="601539"/>
                  <a:pt x="711244" y="592400"/>
                  <a:pt x="711244" y="581127"/>
                </a:cubicBezTo>
                <a:cubicBezTo>
                  <a:pt x="711244" y="569853"/>
                  <a:pt x="720383" y="560714"/>
                  <a:pt x="731657" y="560714"/>
                </a:cubicBezTo>
                <a:close/>
                <a:moveTo>
                  <a:pt x="682880" y="560714"/>
                </a:moveTo>
                <a:cubicBezTo>
                  <a:pt x="694153" y="560714"/>
                  <a:pt x="703293" y="569853"/>
                  <a:pt x="703293" y="581127"/>
                </a:cubicBezTo>
                <a:cubicBezTo>
                  <a:pt x="703293" y="592400"/>
                  <a:pt x="694153" y="601539"/>
                  <a:pt x="682880" y="601539"/>
                </a:cubicBezTo>
                <a:cubicBezTo>
                  <a:pt x="671606" y="601539"/>
                  <a:pt x="662467" y="592400"/>
                  <a:pt x="662467" y="581127"/>
                </a:cubicBezTo>
                <a:cubicBezTo>
                  <a:pt x="662467" y="569853"/>
                  <a:pt x="671606" y="560714"/>
                  <a:pt x="682880" y="560714"/>
                </a:cubicBezTo>
                <a:close/>
                <a:moveTo>
                  <a:pt x="634103" y="560714"/>
                </a:moveTo>
                <a:cubicBezTo>
                  <a:pt x="645377" y="560714"/>
                  <a:pt x="654516" y="569853"/>
                  <a:pt x="654516" y="581127"/>
                </a:cubicBezTo>
                <a:cubicBezTo>
                  <a:pt x="654516" y="592400"/>
                  <a:pt x="645377" y="601539"/>
                  <a:pt x="634103" y="601539"/>
                </a:cubicBezTo>
                <a:cubicBezTo>
                  <a:pt x="622829" y="601539"/>
                  <a:pt x="613690" y="592400"/>
                  <a:pt x="613690" y="581127"/>
                </a:cubicBezTo>
                <a:cubicBezTo>
                  <a:pt x="613690" y="569853"/>
                  <a:pt x="622829" y="560714"/>
                  <a:pt x="634103" y="560714"/>
                </a:cubicBezTo>
                <a:close/>
                <a:moveTo>
                  <a:pt x="585326" y="560714"/>
                </a:moveTo>
                <a:cubicBezTo>
                  <a:pt x="596599" y="560714"/>
                  <a:pt x="605738" y="569853"/>
                  <a:pt x="605738" y="581127"/>
                </a:cubicBezTo>
                <a:cubicBezTo>
                  <a:pt x="605738" y="592400"/>
                  <a:pt x="596599" y="601539"/>
                  <a:pt x="585326" y="601539"/>
                </a:cubicBezTo>
                <a:cubicBezTo>
                  <a:pt x="574052" y="601539"/>
                  <a:pt x="564913" y="592400"/>
                  <a:pt x="564913" y="581127"/>
                </a:cubicBezTo>
                <a:cubicBezTo>
                  <a:pt x="564913" y="569853"/>
                  <a:pt x="574052" y="560714"/>
                  <a:pt x="585326" y="560714"/>
                </a:cubicBezTo>
                <a:close/>
                <a:moveTo>
                  <a:pt x="536549" y="560714"/>
                </a:moveTo>
                <a:cubicBezTo>
                  <a:pt x="547822" y="560714"/>
                  <a:pt x="556961" y="569853"/>
                  <a:pt x="556961" y="581127"/>
                </a:cubicBezTo>
                <a:cubicBezTo>
                  <a:pt x="556961" y="592400"/>
                  <a:pt x="547822" y="601539"/>
                  <a:pt x="536549" y="601539"/>
                </a:cubicBezTo>
                <a:cubicBezTo>
                  <a:pt x="525275" y="601539"/>
                  <a:pt x="516136" y="592400"/>
                  <a:pt x="516136" y="581127"/>
                </a:cubicBezTo>
                <a:cubicBezTo>
                  <a:pt x="516136" y="569853"/>
                  <a:pt x="525275" y="560714"/>
                  <a:pt x="536549" y="560714"/>
                </a:cubicBezTo>
                <a:close/>
                <a:moveTo>
                  <a:pt x="487772" y="560714"/>
                </a:moveTo>
                <a:cubicBezTo>
                  <a:pt x="499045" y="560714"/>
                  <a:pt x="508184" y="569853"/>
                  <a:pt x="508184" y="581127"/>
                </a:cubicBezTo>
                <a:cubicBezTo>
                  <a:pt x="508184" y="592400"/>
                  <a:pt x="499045" y="601539"/>
                  <a:pt x="487772" y="601539"/>
                </a:cubicBezTo>
                <a:cubicBezTo>
                  <a:pt x="476498" y="601539"/>
                  <a:pt x="467359" y="592400"/>
                  <a:pt x="467359" y="581127"/>
                </a:cubicBezTo>
                <a:cubicBezTo>
                  <a:pt x="467359" y="569853"/>
                  <a:pt x="476498" y="560714"/>
                  <a:pt x="487772" y="560714"/>
                </a:cubicBezTo>
                <a:close/>
                <a:moveTo>
                  <a:pt x="438994" y="560714"/>
                </a:moveTo>
                <a:cubicBezTo>
                  <a:pt x="450268" y="560714"/>
                  <a:pt x="459407" y="569853"/>
                  <a:pt x="459407" y="581127"/>
                </a:cubicBezTo>
                <a:cubicBezTo>
                  <a:pt x="459407" y="592400"/>
                  <a:pt x="450268" y="601539"/>
                  <a:pt x="438994" y="601539"/>
                </a:cubicBezTo>
                <a:cubicBezTo>
                  <a:pt x="427721" y="601539"/>
                  <a:pt x="418582" y="592400"/>
                  <a:pt x="418582" y="581127"/>
                </a:cubicBezTo>
                <a:cubicBezTo>
                  <a:pt x="418582" y="569853"/>
                  <a:pt x="427721" y="560714"/>
                  <a:pt x="438994" y="560714"/>
                </a:cubicBezTo>
                <a:close/>
                <a:moveTo>
                  <a:pt x="390217" y="560714"/>
                </a:moveTo>
                <a:cubicBezTo>
                  <a:pt x="401491" y="560714"/>
                  <a:pt x="410630" y="569853"/>
                  <a:pt x="410630" y="581127"/>
                </a:cubicBezTo>
                <a:cubicBezTo>
                  <a:pt x="410630" y="592400"/>
                  <a:pt x="401491" y="601539"/>
                  <a:pt x="390217" y="601539"/>
                </a:cubicBezTo>
                <a:cubicBezTo>
                  <a:pt x="378944" y="601539"/>
                  <a:pt x="369805" y="592400"/>
                  <a:pt x="369805" y="581127"/>
                </a:cubicBezTo>
                <a:cubicBezTo>
                  <a:pt x="369805" y="569853"/>
                  <a:pt x="378944" y="560714"/>
                  <a:pt x="390217" y="560714"/>
                </a:cubicBezTo>
                <a:close/>
                <a:moveTo>
                  <a:pt x="341440" y="560714"/>
                </a:moveTo>
                <a:cubicBezTo>
                  <a:pt x="352714" y="560714"/>
                  <a:pt x="361853" y="569853"/>
                  <a:pt x="361853" y="581127"/>
                </a:cubicBezTo>
                <a:cubicBezTo>
                  <a:pt x="361853" y="592400"/>
                  <a:pt x="352714" y="601539"/>
                  <a:pt x="341440" y="601539"/>
                </a:cubicBezTo>
                <a:cubicBezTo>
                  <a:pt x="330166" y="601539"/>
                  <a:pt x="321028" y="592400"/>
                  <a:pt x="321028" y="581127"/>
                </a:cubicBezTo>
                <a:cubicBezTo>
                  <a:pt x="321028" y="569853"/>
                  <a:pt x="330166" y="560714"/>
                  <a:pt x="341440" y="560714"/>
                </a:cubicBezTo>
                <a:close/>
                <a:moveTo>
                  <a:pt x="292663" y="560714"/>
                </a:moveTo>
                <a:cubicBezTo>
                  <a:pt x="303937" y="560714"/>
                  <a:pt x="313076" y="569853"/>
                  <a:pt x="313076" y="581127"/>
                </a:cubicBezTo>
                <a:cubicBezTo>
                  <a:pt x="313076" y="592400"/>
                  <a:pt x="303937" y="601539"/>
                  <a:pt x="292663" y="601539"/>
                </a:cubicBezTo>
                <a:cubicBezTo>
                  <a:pt x="281389" y="601539"/>
                  <a:pt x="272251" y="592400"/>
                  <a:pt x="272251" y="581127"/>
                </a:cubicBezTo>
                <a:cubicBezTo>
                  <a:pt x="272251" y="569853"/>
                  <a:pt x="281389" y="560714"/>
                  <a:pt x="292663" y="560714"/>
                </a:cubicBezTo>
                <a:close/>
                <a:moveTo>
                  <a:pt x="243886" y="560714"/>
                </a:moveTo>
                <a:cubicBezTo>
                  <a:pt x="255160" y="560714"/>
                  <a:pt x="264299" y="569853"/>
                  <a:pt x="264299" y="581127"/>
                </a:cubicBezTo>
                <a:cubicBezTo>
                  <a:pt x="264299" y="592400"/>
                  <a:pt x="255160" y="601539"/>
                  <a:pt x="243886" y="601539"/>
                </a:cubicBezTo>
                <a:cubicBezTo>
                  <a:pt x="232612" y="601539"/>
                  <a:pt x="223473" y="592400"/>
                  <a:pt x="223473" y="581127"/>
                </a:cubicBezTo>
                <a:cubicBezTo>
                  <a:pt x="223473" y="569853"/>
                  <a:pt x="232612" y="560714"/>
                  <a:pt x="243886" y="560714"/>
                </a:cubicBezTo>
                <a:close/>
                <a:moveTo>
                  <a:pt x="195109" y="560714"/>
                </a:moveTo>
                <a:cubicBezTo>
                  <a:pt x="206383" y="560714"/>
                  <a:pt x="215522" y="569853"/>
                  <a:pt x="215522" y="581127"/>
                </a:cubicBezTo>
                <a:cubicBezTo>
                  <a:pt x="215522" y="592400"/>
                  <a:pt x="206383" y="601539"/>
                  <a:pt x="195109" y="601539"/>
                </a:cubicBezTo>
                <a:cubicBezTo>
                  <a:pt x="183835" y="601539"/>
                  <a:pt x="174696" y="592400"/>
                  <a:pt x="174696" y="581127"/>
                </a:cubicBezTo>
                <a:cubicBezTo>
                  <a:pt x="174696" y="569853"/>
                  <a:pt x="183835" y="560714"/>
                  <a:pt x="195109" y="560714"/>
                </a:cubicBezTo>
                <a:close/>
                <a:moveTo>
                  <a:pt x="146332" y="560714"/>
                </a:moveTo>
                <a:cubicBezTo>
                  <a:pt x="157606" y="560714"/>
                  <a:pt x="166745" y="569853"/>
                  <a:pt x="166745" y="581127"/>
                </a:cubicBezTo>
                <a:cubicBezTo>
                  <a:pt x="166745" y="592400"/>
                  <a:pt x="157606" y="601539"/>
                  <a:pt x="146332" y="601539"/>
                </a:cubicBezTo>
                <a:cubicBezTo>
                  <a:pt x="135058" y="601539"/>
                  <a:pt x="125919" y="592400"/>
                  <a:pt x="125919" y="581127"/>
                </a:cubicBezTo>
                <a:cubicBezTo>
                  <a:pt x="125919" y="569853"/>
                  <a:pt x="135058" y="560714"/>
                  <a:pt x="146332" y="560714"/>
                </a:cubicBezTo>
                <a:close/>
                <a:moveTo>
                  <a:pt x="97555" y="560714"/>
                </a:moveTo>
                <a:cubicBezTo>
                  <a:pt x="108829" y="560714"/>
                  <a:pt x="117968" y="569853"/>
                  <a:pt x="117968" y="581127"/>
                </a:cubicBezTo>
                <a:cubicBezTo>
                  <a:pt x="117968" y="592400"/>
                  <a:pt x="108829" y="601539"/>
                  <a:pt x="97555" y="601539"/>
                </a:cubicBezTo>
                <a:cubicBezTo>
                  <a:pt x="86281" y="601539"/>
                  <a:pt x="77142" y="592400"/>
                  <a:pt x="77142" y="581127"/>
                </a:cubicBezTo>
                <a:cubicBezTo>
                  <a:pt x="77142" y="569853"/>
                  <a:pt x="86281" y="560714"/>
                  <a:pt x="97555" y="560714"/>
                </a:cubicBezTo>
                <a:close/>
                <a:moveTo>
                  <a:pt x="48778" y="560714"/>
                </a:moveTo>
                <a:cubicBezTo>
                  <a:pt x="60052" y="560714"/>
                  <a:pt x="69191" y="569853"/>
                  <a:pt x="69191" y="581127"/>
                </a:cubicBezTo>
                <a:cubicBezTo>
                  <a:pt x="69191" y="592400"/>
                  <a:pt x="60052" y="601539"/>
                  <a:pt x="48778" y="601539"/>
                </a:cubicBezTo>
                <a:cubicBezTo>
                  <a:pt x="37504" y="601539"/>
                  <a:pt x="28365" y="592400"/>
                  <a:pt x="28365" y="581127"/>
                </a:cubicBezTo>
                <a:cubicBezTo>
                  <a:pt x="28365" y="569853"/>
                  <a:pt x="37504" y="560714"/>
                  <a:pt x="48778" y="560714"/>
                </a:cubicBezTo>
                <a:close/>
                <a:moveTo>
                  <a:pt x="2" y="560714"/>
                </a:moveTo>
                <a:cubicBezTo>
                  <a:pt x="11275" y="560714"/>
                  <a:pt x="20414" y="569853"/>
                  <a:pt x="20414" y="581127"/>
                </a:cubicBezTo>
                <a:cubicBezTo>
                  <a:pt x="20414" y="592400"/>
                  <a:pt x="11275" y="601539"/>
                  <a:pt x="2" y="601539"/>
                </a:cubicBezTo>
                <a:lnTo>
                  <a:pt x="0" y="601538"/>
                </a:lnTo>
                <a:lnTo>
                  <a:pt x="0" y="560715"/>
                </a:lnTo>
                <a:close/>
                <a:moveTo>
                  <a:pt x="875909" y="507047"/>
                </a:moveTo>
                <a:lnTo>
                  <a:pt x="860084" y="533097"/>
                </a:lnTo>
                <a:lnTo>
                  <a:pt x="857575" y="527040"/>
                </a:lnTo>
                <a:cubicBezTo>
                  <a:pt x="857575" y="518585"/>
                  <a:pt x="862716" y="511331"/>
                  <a:pt x="870042" y="508232"/>
                </a:cubicBezTo>
                <a:close/>
                <a:moveTo>
                  <a:pt x="829211" y="506628"/>
                </a:moveTo>
                <a:cubicBezTo>
                  <a:pt x="840485" y="506628"/>
                  <a:pt x="849624" y="515767"/>
                  <a:pt x="849624" y="527040"/>
                </a:cubicBezTo>
                <a:cubicBezTo>
                  <a:pt x="849624" y="538314"/>
                  <a:pt x="840485" y="547453"/>
                  <a:pt x="829211" y="547453"/>
                </a:cubicBezTo>
                <a:cubicBezTo>
                  <a:pt x="817937" y="547453"/>
                  <a:pt x="808798" y="538314"/>
                  <a:pt x="808798" y="527040"/>
                </a:cubicBezTo>
                <a:cubicBezTo>
                  <a:pt x="808798" y="515767"/>
                  <a:pt x="817937" y="506628"/>
                  <a:pt x="829211" y="506628"/>
                </a:cubicBezTo>
                <a:close/>
                <a:moveTo>
                  <a:pt x="780434" y="506628"/>
                </a:moveTo>
                <a:cubicBezTo>
                  <a:pt x="791708" y="506628"/>
                  <a:pt x="800847" y="515767"/>
                  <a:pt x="800847" y="527040"/>
                </a:cubicBezTo>
                <a:cubicBezTo>
                  <a:pt x="800847" y="538314"/>
                  <a:pt x="791708" y="547453"/>
                  <a:pt x="780434" y="547453"/>
                </a:cubicBezTo>
                <a:cubicBezTo>
                  <a:pt x="769160" y="547453"/>
                  <a:pt x="760021" y="538314"/>
                  <a:pt x="760021" y="527040"/>
                </a:cubicBezTo>
                <a:cubicBezTo>
                  <a:pt x="760021" y="515767"/>
                  <a:pt x="769160" y="506628"/>
                  <a:pt x="780434" y="506628"/>
                </a:cubicBezTo>
                <a:close/>
                <a:moveTo>
                  <a:pt x="731657" y="506628"/>
                </a:moveTo>
                <a:cubicBezTo>
                  <a:pt x="742931" y="506628"/>
                  <a:pt x="752070" y="515767"/>
                  <a:pt x="752070" y="527040"/>
                </a:cubicBezTo>
                <a:cubicBezTo>
                  <a:pt x="752070" y="538314"/>
                  <a:pt x="742931" y="547453"/>
                  <a:pt x="731657" y="547453"/>
                </a:cubicBezTo>
                <a:cubicBezTo>
                  <a:pt x="720383" y="547453"/>
                  <a:pt x="711244" y="538314"/>
                  <a:pt x="711244" y="527040"/>
                </a:cubicBezTo>
                <a:cubicBezTo>
                  <a:pt x="711244" y="515767"/>
                  <a:pt x="720383" y="506628"/>
                  <a:pt x="731657" y="506628"/>
                </a:cubicBezTo>
                <a:close/>
                <a:moveTo>
                  <a:pt x="682880" y="506628"/>
                </a:moveTo>
                <a:cubicBezTo>
                  <a:pt x="694153" y="506628"/>
                  <a:pt x="703293" y="515767"/>
                  <a:pt x="703293" y="527040"/>
                </a:cubicBezTo>
                <a:cubicBezTo>
                  <a:pt x="703293" y="538314"/>
                  <a:pt x="694153" y="547453"/>
                  <a:pt x="682880" y="547453"/>
                </a:cubicBezTo>
                <a:cubicBezTo>
                  <a:pt x="671606" y="547453"/>
                  <a:pt x="662467" y="538314"/>
                  <a:pt x="662467" y="527040"/>
                </a:cubicBezTo>
                <a:cubicBezTo>
                  <a:pt x="662467" y="515767"/>
                  <a:pt x="671606" y="506628"/>
                  <a:pt x="682880" y="506628"/>
                </a:cubicBezTo>
                <a:close/>
                <a:moveTo>
                  <a:pt x="634103" y="506628"/>
                </a:moveTo>
                <a:cubicBezTo>
                  <a:pt x="645377" y="506628"/>
                  <a:pt x="654516" y="515767"/>
                  <a:pt x="654516" y="527040"/>
                </a:cubicBezTo>
                <a:cubicBezTo>
                  <a:pt x="654516" y="538314"/>
                  <a:pt x="645377" y="547453"/>
                  <a:pt x="634103" y="547453"/>
                </a:cubicBezTo>
                <a:cubicBezTo>
                  <a:pt x="622829" y="547453"/>
                  <a:pt x="613690" y="538314"/>
                  <a:pt x="613690" y="527040"/>
                </a:cubicBezTo>
                <a:cubicBezTo>
                  <a:pt x="613690" y="515767"/>
                  <a:pt x="622829" y="506628"/>
                  <a:pt x="634103" y="506628"/>
                </a:cubicBezTo>
                <a:close/>
                <a:moveTo>
                  <a:pt x="585326" y="506628"/>
                </a:moveTo>
                <a:cubicBezTo>
                  <a:pt x="596599" y="506628"/>
                  <a:pt x="605738" y="515767"/>
                  <a:pt x="605738" y="527040"/>
                </a:cubicBezTo>
                <a:cubicBezTo>
                  <a:pt x="605738" y="538314"/>
                  <a:pt x="596599" y="547453"/>
                  <a:pt x="585326" y="547453"/>
                </a:cubicBezTo>
                <a:cubicBezTo>
                  <a:pt x="574052" y="547453"/>
                  <a:pt x="564913" y="538314"/>
                  <a:pt x="564913" y="527040"/>
                </a:cubicBezTo>
                <a:cubicBezTo>
                  <a:pt x="564913" y="515767"/>
                  <a:pt x="574052" y="506628"/>
                  <a:pt x="585326" y="506628"/>
                </a:cubicBezTo>
                <a:close/>
                <a:moveTo>
                  <a:pt x="536549" y="506628"/>
                </a:moveTo>
                <a:cubicBezTo>
                  <a:pt x="547822" y="506628"/>
                  <a:pt x="556961" y="515767"/>
                  <a:pt x="556961" y="527040"/>
                </a:cubicBezTo>
                <a:cubicBezTo>
                  <a:pt x="556961" y="538314"/>
                  <a:pt x="547822" y="547453"/>
                  <a:pt x="536549" y="547453"/>
                </a:cubicBezTo>
                <a:cubicBezTo>
                  <a:pt x="525275" y="547453"/>
                  <a:pt x="516136" y="538314"/>
                  <a:pt x="516136" y="527040"/>
                </a:cubicBezTo>
                <a:cubicBezTo>
                  <a:pt x="516136" y="515767"/>
                  <a:pt x="525275" y="506628"/>
                  <a:pt x="536549" y="506628"/>
                </a:cubicBezTo>
                <a:close/>
                <a:moveTo>
                  <a:pt x="487772" y="506628"/>
                </a:moveTo>
                <a:cubicBezTo>
                  <a:pt x="499045" y="506628"/>
                  <a:pt x="508184" y="515767"/>
                  <a:pt x="508184" y="527040"/>
                </a:cubicBezTo>
                <a:cubicBezTo>
                  <a:pt x="508184" y="538314"/>
                  <a:pt x="499045" y="547453"/>
                  <a:pt x="487772" y="547453"/>
                </a:cubicBezTo>
                <a:cubicBezTo>
                  <a:pt x="476498" y="547453"/>
                  <a:pt x="467359" y="538314"/>
                  <a:pt x="467359" y="527040"/>
                </a:cubicBezTo>
                <a:cubicBezTo>
                  <a:pt x="467359" y="515767"/>
                  <a:pt x="476498" y="506628"/>
                  <a:pt x="487772" y="506628"/>
                </a:cubicBezTo>
                <a:close/>
                <a:moveTo>
                  <a:pt x="438994" y="506628"/>
                </a:moveTo>
                <a:cubicBezTo>
                  <a:pt x="450268" y="506628"/>
                  <a:pt x="459407" y="515767"/>
                  <a:pt x="459407" y="527040"/>
                </a:cubicBezTo>
                <a:cubicBezTo>
                  <a:pt x="459407" y="538314"/>
                  <a:pt x="450268" y="547453"/>
                  <a:pt x="438994" y="547453"/>
                </a:cubicBezTo>
                <a:cubicBezTo>
                  <a:pt x="427721" y="547453"/>
                  <a:pt x="418582" y="538314"/>
                  <a:pt x="418582" y="527040"/>
                </a:cubicBezTo>
                <a:cubicBezTo>
                  <a:pt x="418582" y="515767"/>
                  <a:pt x="427721" y="506628"/>
                  <a:pt x="438994" y="506628"/>
                </a:cubicBezTo>
                <a:close/>
                <a:moveTo>
                  <a:pt x="390217" y="506628"/>
                </a:moveTo>
                <a:cubicBezTo>
                  <a:pt x="401491" y="506628"/>
                  <a:pt x="410630" y="515767"/>
                  <a:pt x="410630" y="527040"/>
                </a:cubicBezTo>
                <a:cubicBezTo>
                  <a:pt x="410630" y="538314"/>
                  <a:pt x="401491" y="547453"/>
                  <a:pt x="390217" y="547453"/>
                </a:cubicBezTo>
                <a:cubicBezTo>
                  <a:pt x="378944" y="547453"/>
                  <a:pt x="369805" y="538314"/>
                  <a:pt x="369805" y="527040"/>
                </a:cubicBezTo>
                <a:cubicBezTo>
                  <a:pt x="369805" y="515767"/>
                  <a:pt x="378944" y="506628"/>
                  <a:pt x="390217" y="506628"/>
                </a:cubicBezTo>
                <a:close/>
                <a:moveTo>
                  <a:pt x="341440" y="506628"/>
                </a:moveTo>
                <a:cubicBezTo>
                  <a:pt x="352714" y="506628"/>
                  <a:pt x="361853" y="515767"/>
                  <a:pt x="361853" y="527040"/>
                </a:cubicBezTo>
                <a:cubicBezTo>
                  <a:pt x="361853" y="538314"/>
                  <a:pt x="352714" y="547453"/>
                  <a:pt x="341440" y="547453"/>
                </a:cubicBezTo>
                <a:cubicBezTo>
                  <a:pt x="330166" y="547453"/>
                  <a:pt x="321028" y="538314"/>
                  <a:pt x="321028" y="527040"/>
                </a:cubicBezTo>
                <a:cubicBezTo>
                  <a:pt x="321028" y="515767"/>
                  <a:pt x="330166" y="506628"/>
                  <a:pt x="341440" y="506628"/>
                </a:cubicBezTo>
                <a:close/>
                <a:moveTo>
                  <a:pt x="292663" y="506628"/>
                </a:moveTo>
                <a:cubicBezTo>
                  <a:pt x="303937" y="506628"/>
                  <a:pt x="313076" y="515767"/>
                  <a:pt x="313076" y="527040"/>
                </a:cubicBezTo>
                <a:cubicBezTo>
                  <a:pt x="313076" y="538314"/>
                  <a:pt x="303937" y="547453"/>
                  <a:pt x="292663" y="547453"/>
                </a:cubicBezTo>
                <a:cubicBezTo>
                  <a:pt x="281389" y="547453"/>
                  <a:pt x="272251" y="538314"/>
                  <a:pt x="272251" y="527040"/>
                </a:cubicBezTo>
                <a:cubicBezTo>
                  <a:pt x="272251" y="515767"/>
                  <a:pt x="281389" y="506628"/>
                  <a:pt x="292663" y="506628"/>
                </a:cubicBezTo>
                <a:close/>
                <a:moveTo>
                  <a:pt x="243886" y="506628"/>
                </a:moveTo>
                <a:cubicBezTo>
                  <a:pt x="255160" y="506628"/>
                  <a:pt x="264299" y="515767"/>
                  <a:pt x="264299" y="527040"/>
                </a:cubicBezTo>
                <a:cubicBezTo>
                  <a:pt x="264299" y="538314"/>
                  <a:pt x="255160" y="547453"/>
                  <a:pt x="243886" y="547453"/>
                </a:cubicBezTo>
                <a:cubicBezTo>
                  <a:pt x="232612" y="547453"/>
                  <a:pt x="223473" y="538314"/>
                  <a:pt x="223473" y="527040"/>
                </a:cubicBezTo>
                <a:cubicBezTo>
                  <a:pt x="223473" y="515767"/>
                  <a:pt x="232612" y="506628"/>
                  <a:pt x="243886" y="506628"/>
                </a:cubicBezTo>
                <a:close/>
                <a:moveTo>
                  <a:pt x="195109" y="506628"/>
                </a:moveTo>
                <a:cubicBezTo>
                  <a:pt x="206383" y="506628"/>
                  <a:pt x="215522" y="515767"/>
                  <a:pt x="215522" y="527040"/>
                </a:cubicBezTo>
                <a:cubicBezTo>
                  <a:pt x="215522" y="538314"/>
                  <a:pt x="206383" y="547453"/>
                  <a:pt x="195109" y="547453"/>
                </a:cubicBezTo>
                <a:cubicBezTo>
                  <a:pt x="183835" y="547453"/>
                  <a:pt x="174696" y="538314"/>
                  <a:pt x="174696" y="527040"/>
                </a:cubicBezTo>
                <a:cubicBezTo>
                  <a:pt x="174696" y="515767"/>
                  <a:pt x="183835" y="506628"/>
                  <a:pt x="195109" y="506628"/>
                </a:cubicBezTo>
                <a:close/>
                <a:moveTo>
                  <a:pt x="146332" y="506628"/>
                </a:moveTo>
                <a:cubicBezTo>
                  <a:pt x="157606" y="506628"/>
                  <a:pt x="166745" y="515767"/>
                  <a:pt x="166745" y="527040"/>
                </a:cubicBezTo>
                <a:cubicBezTo>
                  <a:pt x="166745" y="538314"/>
                  <a:pt x="157606" y="547453"/>
                  <a:pt x="146332" y="547453"/>
                </a:cubicBezTo>
                <a:cubicBezTo>
                  <a:pt x="135058" y="547453"/>
                  <a:pt x="125919" y="538314"/>
                  <a:pt x="125919" y="527040"/>
                </a:cubicBezTo>
                <a:cubicBezTo>
                  <a:pt x="125919" y="515767"/>
                  <a:pt x="135058" y="506628"/>
                  <a:pt x="146332" y="506628"/>
                </a:cubicBezTo>
                <a:close/>
                <a:moveTo>
                  <a:pt x="97555" y="506628"/>
                </a:moveTo>
                <a:cubicBezTo>
                  <a:pt x="108829" y="506628"/>
                  <a:pt x="117968" y="515767"/>
                  <a:pt x="117968" y="527040"/>
                </a:cubicBezTo>
                <a:cubicBezTo>
                  <a:pt x="117968" y="538314"/>
                  <a:pt x="108829" y="547453"/>
                  <a:pt x="97555" y="547453"/>
                </a:cubicBezTo>
                <a:cubicBezTo>
                  <a:pt x="86281" y="547453"/>
                  <a:pt x="77142" y="538314"/>
                  <a:pt x="77142" y="527040"/>
                </a:cubicBezTo>
                <a:cubicBezTo>
                  <a:pt x="77142" y="515767"/>
                  <a:pt x="86281" y="506628"/>
                  <a:pt x="97555" y="506628"/>
                </a:cubicBezTo>
                <a:close/>
                <a:moveTo>
                  <a:pt x="48778" y="506628"/>
                </a:moveTo>
                <a:cubicBezTo>
                  <a:pt x="60052" y="506628"/>
                  <a:pt x="69191" y="515767"/>
                  <a:pt x="69191" y="527040"/>
                </a:cubicBezTo>
                <a:cubicBezTo>
                  <a:pt x="69191" y="538314"/>
                  <a:pt x="60052" y="547453"/>
                  <a:pt x="48778" y="547453"/>
                </a:cubicBezTo>
                <a:cubicBezTo>
                  <a:pt x="37504" y="547453"/>
                  <a:pt x="28365" y="538314"/>
                  <a:pt x="28365" y="527040"/>
                </a:cubicBezTo>
                <a:cubicBezTo>
                  <a:pt x="28365" y="515767"/>
                  <a:pt x="37504" y="506628"/>
                  <a:pt x="48778" y="506628"/>
                </a:cubicBezTo>
                <a:close/>
                <a:moveTo>
                  <a:pt x="2" y="506628"/>
                </a:moveTo>
                <a:cubicBezTo>
                  <a:pt x="11275" y="506628"/>
                  <a:pt x="20414" y="515767"/>
                  <a:pt x="20414" y="527040"/>
                </a:cubicBezTo>
                <a:cubicBezTo>
                  <a:pt x="20414" y="538314"/>
                  <a:pt x="11275" y="547453"/>
                  <a:pt x="2" y="547453"/>
                </a:cubicBezTo>
                <a:lnTo>
                  <a:pt x="0" y="547452"/>
                </a:lnTo>
                <a:lnTo>
                  <a:pt x="0" y="506629"/>
                </a:lnTo>
                <a:close/>
                <a:moveTo>
                  <a:pt x="877988" y="452541"/>
                </a:moveTo>
                <a:cubicBezTo>
                  <a:pt x="883625" y="452541"/>
                  <a:pt x="888728" y="454826"/>
                  <a:pt x="892422" y="458520"/>
                </a:cubicBezTo>
                <a:lnTo>
                  <a:pt x="896859" y="469231"/>
                </a:lnTo>
                <a:lnTo>
                  <a:pt x="889104" y="485329"/>
                </a:lnTo>
                <a:lnTo>
                  <a:pt x="885092" y="491933"/>
                </a:lnTo>
                <a:lnTo>
                  <a:pt x="877988" y="493367"/>
                </a:lnTo>
                <a:cubicBezTo>
                  <a:pt x="866714" y="493367"/>
                  <a:pt x="857575" y="484228"/>
                  <a:pt x="857575" y="472954"/>
                </a:cubicBezTo>
                <a:cubicBezTo>
                  <a:pt x="857575" y="461680"/>
                  <a:pt x="866714" y="452541"/>
                  <a:pt x="877988" y="452541"/>
                </a:cubicBezTo>
                <a:close/>
                <a:moveTo>
                  <a:pt x="829211" y="452541"/>
                </a:moveTo>
                <a:cubicBezTo>
                  <a:pt x="840485" y="452541"/>
                  <a:pt x="849624" y="461680"/>
                  <a:pt x="849624" y="472954"/>
                </a:cubicBezTo>
                <a:cubicBezTo>
                  <a:pt x="849624" y="484228"/>
                  <a:pt x="840485" y="493367"/>
                  <a:pt x="829211" y="493367"/>
                </a:cubicBezTo>
                <a:cubicBezTo>
                  <a:pt x="817937" y="493367"/>
                  <a:pt x="808798" y="484228"/>
                  <a:pt x="808798" y="472954"/>
                </a:cubicBezTo>
                <a:cubicBezTo>
                  <a:pt x="808798" y="461680"/>
                  <a:pt x="817937" y="452541"/>
                  <a:pt x="829211" y="452541"/>
                </a:cubicBezTo>
                <a:close/>
                <a:moveTo>
                  <a:pt x="780434" y="452541"/>
                </a:moveTo>
                <a:cubicBezTo>
                  <a:pt x="791708" y="452541"/>
                  <a:pt x="800847" y="461680"/>
                  <a:pt x="800847" y="472954"/>
                </a:cubicBezTo>
                <a:cubicBezTo>
                  <a:pt x="800847" y="484228"/>
                  <a:pt x="791708" y="493367"/>
                  <a:pt x="780434" y="493367"/>
                </a:cubicBezTo>
                <a:cubicBezTo>
                  <a:pt x="769160" y="493367"/>
                  <a:pt x="760021" y="484228"/>
                  <a:pt x="760021" y="472954"/>
                </a:cubicBezTo>
                <a:cubicBezTo>
                  <a:pt x="760021" y="461680"/>
                  <a:pt x="769160" y="452541"/>
                  <a:pt x="780434" y="452541"/>
                </a:cubicBezTo>
                <a:close/>
                <a:moveTo>
                  <a:pt x="731657" y="452541"/>
                </a:moveTo>
                <a:cubicBezTo>
                  <a:pt x="742931" y="452541"/>
                  <a:pt x="752070" y="461680"/>
                  <a:pt x="752070" y="472954"/>
                </a:cubicBezTo>
                <a:cubicBezTo>
                  <a:pt x="752070" y="484228"/>
                  <a:pt x="742931" y="493367"/>
                  <a:pt x="731657" y="493367"/>
                </a:cubicBezTo>
                <a:cubicBezTo>
                  <a:pt x="720383" y="493367"/>
                  <a:pt x="711244" y="484228"/>
                  <a:pt x="711244" y="472954"/>
                </a:cubicBezTo>
                <a:cubicBezTo>
                  <a:pt x="711244" y="461680"/>
                  <a:pt x="720383" y="452541"/>
                  <a:pt x="731657" y="452541"/>
                </a:cubicBezTo>
                <a:close/>
                <a:moveTo>
                  <a:pt x="682880" y="452541"/>
                </a:moveTo>
                <a:cubicBezTo>
                  <a:pt x="694153" y="452541"/>
                  <a:pt x="703293" y="461680"/>
                  <a:pt x="703293" y="472954"/>
                </a:cubicBezTo>
                <a:cubicBezTo>
                  <a:pt x="703293" y="484228"/>
                  <a:pt x="694153" y="493367"/>
                  <a:pt x="682880" y="493367"/>
                </a:cubicBezTo>
                <a:cubicBezTo>
                  <a:pt x="671606" y="493367"/>
                  <a:pt x="662467" y="484228"/>
                  <a:pt x="662467" y="472954"/>
                </a:cubicBezTo>
                <a:cubicBezTo>
                  <a:pt x="662467" y="461680"/>
                  <a:pt x="671606" y="452541"/>
                  <a:pt x="682880" y="452541"/>
                </a:cubicBezTo>
                <a:close/>
                <a:moveTo>
                  <a:pt x="634103" y="452541"/>
                </a:moveTo>
                <a:cubicBezTo>
                  <a:pt x="645377" y="452541"/>
                  <a:pt x="654516" y="461680"/>
                  <a:pt x="654516" y="472954"/>
                </a:cubicBezTo>
                <a:cubicBezTo>
                  <a:pt x="654516" y="484228"/>
                  <a:pt x="645377" y="493367"/>
                  <a:pt x="634103" y="493367"/>
                </a:cubicBezTo>
                <a:cubicBezTo>
                  <a:pt x="622829" y="493367"/>
                  <a:pt x="613690" y="484228"/>
                  <a:pt x="613690" y="472954"/>
                </a:cubicBezTo>
                <a:cubicBezTo>
                  <a:pt x="613690" y="461680"/>
                  <a:pt x="622829" y="452541"/>
                  <a:pt x="634103" y="452541"/>
                </a:cubicBezTo>
                <a:close/>
                <a:moveTo>
                  <a:pt x="585326" y="452541"/>
                </a:moveTo>
                <a:cubicBezTo>
                  <a:pt x="596599" y="452541"/>
                  <a:pt x="605738" y="461680"/>
                  <a:pt x="605738" y="472954"/>
                </a:cubicBezTo>
                <a:cubicBezTo>
                  <a:pt x="605738" y="484228"/>
                  <a:pt x="596599" y="493367"/>
                  <a:pt x="585326" y="493367"/>
                </a:cubicBezTo>
                <a:cubicBezTo>
                  <a:pt x="574052" y="493367"/>
                  <a:pt x="564913" y="484228"/>
                  <a:pt x="564913" y="472954"/>
                </a:cubicBezTo>
                <a:cubicBezTo>
                  <a:pt x="564913" y="461680"/>
                  <a:pt x="574052" y="452541"/>
                  <a:pt x="585326" y="452541"/>
                </a:cubicBezTo>
                <a:close/>
                <a:moveTo>
                  <a:pt x="536549" y="452541"/>
                </a:moveTo>
                <a:cubicBezTo>
                  <a:pt x="547822" y="452541"/>
                  <a:pt x="556961" y="461680"/>
                  <a:pt x="556961" y="472954"/>
                </a:cubicBezTo>
                <a:cubicBezTo>
                  <a:pt x="556961" y="484228"/>
                  <a:pt x="547822" y="493367"/>
                  <a:pt x="536549" y="493367"/>
                </a:cubicBezTo>
                <a:cubicBezTo>
                  <a:pt x="525275" y="493367"/>
                  <a:pt x="516136" y="484228"/>
                  <a:pt x="516136" y="472954"/>
                </a:cubicBezTo>
                <a:cubicBezTo>
                  <a:pt x="516136" y="461680"/>
                  <a:pt x="525275" y="452541"/>
                  <a:pt x="536549" y="452541"/>
                </a:cubicBezTo>
                <a:close/>
                <a:moveTo>
                  <a:pt x="487772" y="452541"/>
                </a:moveTo>
                <a:cubicBezTo>
                  <a:pt x="499045" y="452541"/>
                  <a:pt x="508184" y="461680"/>
                  <a:pt x="508184" y="472954"/>
                </a:cubicBezTo>
                <a:cubicBezTo>
                  <a:pt x="508184" y="484228"/>
                  <a:pt x="499045" y="493367"/>
                  <a:pt x="487772" y="493367"/>
                </a:cubicBezTo>
                <a:cubicBezTo>
                  <a:pt x="476498" y="493367"/>
                  <a:pt x="467359" y="484228"/>
                  <a:pt x="467359" y="472954"/>
                </a:cubicBezTo>
                <a:cubicBezTo>
                  <a:pt x="467359" y="461680"/>
                  <a:pt x="476498" y="452541"/>
                  <a:pt x="487772" y="452541"/>
                </a:cubicBezTo>
                <a:close/>
                <a:moveTo>
                  <a:pt x="438994" y="452541"/>
                </a:moveTo>
                <a:cubicBezTo>
                  <a:pt x="450268" y="452541"/>
                  <a:pt x="459407" y="461680"/>
                  <a:pt x="459407" y="472954"/>
                </a:cubicBezTo>
                <a:cubicBezTo>
                  <a:pt x="459407" y="484228"/>
                  <a:pt x="450268" y="493367"/>
                  <a:pt x="438994" y="493367"/>
                </a:cubicBezTo>
                <a:cubicBezTo>
                  <a:pt x="427721" y="493367"/>
                  <a:pt x="418582" y="484228"/>
                  <a:pt x="418582" y="472954"/>
                </a:cubicBezTo>
                <a:cubicBezTo>
                  <a:pt x="418582" y="461680"/>
                  <a:pt x="427721" y="452541"/>
                  <a:pt x="438994" y="452541"/>
                </a:cubicBezTo>
                <a:close/>
                <a:moveTo>
                  <a:pt x="390217" y="452541"/>
                </a:moveTo>
                <a:cubicBezTo>
                  <a:pt x="401491" y="452541"/>
                  <a:pt x="410630" y="461680"/>
                  <a:pt x="410630" y="472954"/>
                </a:cubicBezTo>
                <a:cubicBezTo>
                  <a:pt x="410630" y="484228"/>
                  <a:pt x="401491" y="493367"/>
                  <a:pt x="390217" y="493367"/>
                </a:cubicBezTo>
                <a:cubicBezTo>
                  <a:pt x="378944" y="493367"/>
                  <a:pt x="369805" y="484228"/>
                  <a:pt x="369805" y="472954"/>
                </a:cubicBezTo>
                <a:cubicBezTo>
                  <a:pt x="369805" y="461680"/>
                  <a:pt x="378944" y="452541"/>
                  <a:pt x="390217" y="452541"/>
                </a:cubicBezTo>
                <a:close/>
                <a:moveTo>
                  <a:pt x="341440" y="452541"/>
                </a:moveTo>
                <a:cubicBezTo>
                  <a:pt x="352714" y="452541"/>
                  <a:pt x="361853" y="461680"/>
                  <a:pt x="361853" y="472954"/>
                </a:cubicBezTo>
                <a:cubicBezTo>
                  <a:pt x="361853" y="484228"/>
                  <a:pt x="352714" y="493367"/>
                  <a:pt x="341440" y="493367"/>
                </a:cubicBezTo>
                <a:cubicBezTo>
                  <a:pt x="330166" y="493367"/>
                  <a:pt x="321028" y="484228"/>
                  <a:pt x="321028" y="472954"/>
                </a:cubicBezTo>
                <a:cubicBezTo>
                  <a:pt x="321028" y="461680"/>
                  <a:pt x="330166" y="452541"/>
                  <a:pt x="341440" y="452541"/>
                </a:cubicBezTo>
                <a:close/>
                <a:moveTo>
                  <a:pt x="292663" y="452541"/>
                </a:moveTo>
                <a:cubicBezTo>
                  <a:pt x="303937" y="452541"/>
                  <a:pt x="313076" y="461680"/>
                  <a:pt x="313076" y="472954"/>
                </a:cubicBezTo>
                <a:cubicBezTo>
                  <a:pt x="313076" y="484228"/>
                  <a:pt x="303937" y="493367"/>
                  <a:pt x="292663" y="493367"/>
                </a:cubicBezTo>
                <a:cubicBezTo>
                  <a:pt x="281389" y="493367"/>
                  <a:pt x="272251" y="484228"/>
                  <a:pt x="272251" y="472954"/>
                </a:cubicBezTo>
                <a:cubicBezTo>
                  <a:pt x="272251" y="461680"/>
                  <a:pt x="281389" y="452541"/>
                  <a:pt x="292663" y="452541"/>
                </a:cubicBezTo>
                <a:close/>
                <a:moveTo>
                  <a:pt x="243886" y="452541"/>
                </a:moveTo>
                <a:cubicBezTo>
                  <a:pt x="255160" y="452541"/>
                  <a:pt x="264299" y="461680"/>
                  <a:pt x="264299" y="472954"/>
                </a:cubicBezTo>
                <a:cubicBezTo>
                  <a:pt x="264299" y="484228"/>
                  <a:pt x="255160" y="493367"/>
                  <a:pt x="243886" y="493367"/>
                </a:cubicBezTo>
                <a:cubicBezTo>
                  <a:pt x="232612" y="493367"/>
                  <a:pt x="223473" y="484228"/>
                  <a:pt x="223473" y="472954"/>
                </a:cubicBezTo>
                <a:cubicBezTo>
                  <a:pt x="223473" y="461680"/>
                  <a:pt x="232612" y="452541"/>
                  <a:pt x="243886" y="452541"/>
                </a:cubicBezTo>
                <a:close/>
                <a:moveTo>
                  <a:pt x="195109" y="452541"/>
                </a:moveTo>
                <a:cubicBezTo>
                  <a:pt x="206383" y="452541"/>
                  <a:pt x="215522" y="461680"/>
                  <a:pt x="215522" y="472954"/>
                </a:cubicBezTo>
                <a:cubicBezTo>
                  <a:pt x="215522" y="484228"/>
                  <a:pt x="206383" y="493367"/>
                  <a:pt x="195109" y="493367"/>
                </a:cubicBezTo>
                <a:cubicBezTo>
                  <a:pt x="183835" y="493367"/>
                  <a:pt x="174696" y="484228"/>
                  <a:pt x="174696" y="472954"/>
                </a:cubicBezTo>
                <a:cubicBezTo>
                  <a:pt x="174696" y="461680"/>
                  <a:pt x="183835" y="452541"/>
                  <a:pt x="195109" y="452541"/>
                </a:cubicBezTo>
                <a:close/>
                <a:moveTo>
                  <a:pt x="146332" y="452541"/>
                </a:moveTo>
                <a:cubicBezTo>
                  <a:pt x="157606" y="452541"/>
                  <a:pt x="166745" y="461680"/>
                  <a:pt x="166745" y="472954"/>
                </a:cubicBezTo>
                <a:cubicBezTo>
                  <a:pt x="166745" y="484228"/>
                  <a:pt x="157606" y="493367"/>
                  <a:pt x="146332" y="493367"/>
                </a:cubicBezTo>
                <a:cubicBezTo>
                  <a:pt x="135058" y="493367"/>
                  <a:pt x="125919" y="484228"/>
                  <a:pt x="125919" y="472954"/>
                </a:cubicBezTo>
                <a:cubicBezTo>
                  <a:pt x="125919" y="461680"/>
                  <a:pt x="135058" y="452541"/>
                  <a:pt x="146332" y="452541"/>
                </a:cubicBezTo>
                <a:close/>
                <a:moveTo>
                  <a:pt x="97555" y="452541"/>
                </a:moveTo>
                <a:cubicBezTo>
                  <a:pt x="108829" y="452541"/>
                  <a:pt x="117968" y="461680"/>
                  <a:pt x="117968" y="472954"/>
                </a:cubicBezTo>
                <a:cubicBezTo>
                  <a:pt x="117968" y="484228"/>
                  <a:pt x="108829" y="493367"/>
                  <a:pt x="97555" y="493367"/>
                </a:cubicBezTo>
                <a:cubicBezTo>
                  <a:pt x="86281" y="493367"/>
                  <a:pt x="77142" y="484228"/>
                  <a:pt x="77142" y="472954"/>
                </a:cubicBezTo>
                <a:cubicBezTo>
                  <a:pt x="77142" y="461680"/>
                  <a:pt x="86281" y="452541"/>
                  <a:pt x="97555" y="452541"/>
                </a:cubicBezTo>
                <a:close/>
                <a:moveTo>
                  <a:pt x="48778" y="452541"/>
                </a:moveTo>
                <a:cubicBezTo>
                  <a:pt x="60052" y="452541"/>
                  <a:pt x="69191" y="461680"/>
                  <a:pt x="69191" y="472954"/>
                </a:cubicBezTo>
                <a:cubicBezTo>
                  <a:pt x="69191" y="484228"/>
                  <a:pt x="60052" y="493367"/>
                  <a:pt x="48778" y="493367"/>
                </a:cubicBezTo>
                <a:cubicBezTo>
                  <a:pt x="37504" y="493367"/>
                  <a:pt x="28365" y="484228"/>
                  <a:pt x="28365" y="472954"/>
                </a:cubicBezTo>
                <a:cubicBezTo>
                  <a:pt x="28365" y="461680"/>
                  <a:pt x="37504" y="452541"/>
                  <a:pt x="48778" y="452541"/>
                </a:cubicBezTo>
                <a:close/>
                <a:moveTo>
                  <a:pt x="2" y="452541"/>
                </a:moveTo>
                <a:cubicBezTo>
                  <a:pt x="11275" y="452541"/>
                  <a:pt x="20414" y="461680"/>
                  <a:pt x="20414" y="472954"/>
                </a:cubicBezTo>
                <a:cubicBezTo>
                  <a:pt x="20414" y="484228"/>
                  <a:pt x="11275" y="493367"/>
                  <a:pt x="2" y="493367"/>
                </a:cubicBezTo>
                <a:lnTo>
                  <a:pt x="0" y="493366"/>
                </a:lnTo>
                <a:lnTo>
                  <a:pt x="0" y="452542"/>
                </a:lnTo>
                <a:close/>
                <a:moveTo>
                  <a:pt x="926765" y="398455"/>
                </a:moveTo>
                <a:lnTo>
                  <a:pt x="930582" y="399226"/>
                </a:lnTo>
                <a:lnTo>
                  <a:pt x="913716" y="434236"/>
                </a:lnTo>
                <a:lnTo>
                  <a:pt x="912331" y="433302"/>
                </a:lnTo>
                <a:cubicBezTo>
                  <a:pt x="908637" y="429608"/>
                  <a:pt x="906352" y="424505"/>
                  <a:pt x="906352" y="418868"/>
                </a:cubicBezTo>
                <a:cubicBezTo>
                  <a:pt x="906352" y="407594"/>
                  <a:pt x="915491" y="398455"/>
                  <a:pt x="926765" y="398455"/>
                </a:cubicBezTo>
                <a:close/>
                <a:moveTo>
                  <a:pt x="877988" y="398455"/>
                </a:moveTo>
                <a:cubicBezTo>
                  <a:pt x="889262" y="398455"/>
                  <a:pt x="898401" y="407594"/>
                  <a:pt x="898401" y="418868"/>
                </a:cubicBezTo>
                <a:cubicBezTo>
                  <a:pt x="898401" y="430142"/>
                  <a:pt x="889262" y="439281"/>
                  <a:pt x="877988" y="439281"/>
                </a:cubicBezTo>
                <a:cubicBezTo>
                  <a:pt x="866714" y="439281"/>
                  <a:pt x="857575" y="430142"/>
                  <a:pt x="857575" y="418868"/>
                </a:cubicBezTo>
                <a:cubicBezTo>
                  <a:pt x="857575" y="407594"/>
                  <a:pt x="866714" y="398455"/>
                  <a:pt x="877988" y="398455"/>
                </a:cubicBezTo>
                <a:close/>
                <a:moveTo>
                  <a:pt x="829211" y="398455"/>
                </a:moveTo>
                <a:cubicBezTo>
                  <a:pt x="840485" y="398455"/>
                  <a:pt x="849624" y="407594"/>
                  <a:pt x="849624" y="418868"/>
                </a:cubicBezTo>
                <a:cubicBezTo>
                  <a:pt x="849624" y="430142"/>
                  <a:pt x="840485" y="439281"/>
                  <a:pt x="829211" y="439281"/>
                </a:cubicBezTo>
                <a:cubicBezTo>
                  <a:pt x="817937" y="439281"/>
                  <a:pt x="808798" y="430142"/>
                  <a:pt x="808798" y="418868"/>
                </a:cubicBezTo>
                <a:cubicBezTo>
                  <a:pt x="808798" y="407594"/>
                  <a:pt x="817937" y="398455"/>
                  <a:pt x="829211" y="398455"/>
                </a:cubicBezTo>
                <a:close/>
                <a:moveTo>
                  <a:pt x="780434" y="398455"/>
                </a:moveTo>
                <a:cubicBezTo>
                  <a:pt x="791708" y="398455"/>
                  <a:pt x="800847" y="407594"/>
                  <a:pt x="800847" y="418868"/>
                </a:cubicBezTo>
                <a:cubicBezTo>
                  <a:pt x="800847" y="430142"/>
                  <a:pt x="791708" y="439281"/>
                  <a:pt x="780434" y="439281"/>
                </a:cubicBezTo>
                <a:cubicBezTo>
                  <a:pt x="769160" y="439281"/>
                  <a:pt x="760021" y="430142"/>
                  <a:pt x="760021" y="418868"/>
                </a:cubicBezTo>
                <a:cubicBezTo>
                  <a:pt x="760021" y="407594"/>
                  <a:pt x="769160" y="398455"/>
                  <a:pt x="780434" y="398455"/>
                </a:cubicBezTo>
                <a:close/>
                <a:moveTo>
                  <a:pt x="731657" y="398455"/>
                </a:moveTo>
                <a:cubicBezTo>
                  <a:pt x="742931" y="398455"/>
                  <a:pt x="752070" y="407594"/>
                  <a:pt x="752070" y="418868"/>
                </a:cubicBezTo>
                <a:cubicBezTo>
                  <a:pt x="752070" y="430142"/>
                  <a:pt x="742931" y="439281"/>
                  <a:pt x="731657" y="439281"/>
                </a:cubicBezTo>
                <a:cubicBezTo>
                  <a:pt x="720383" y="439281"/>
                  <a:pt x="711244" y="430142"/>
                  <a:pt x="711244" y="418868"/>
                </a:cubicBezTo>
                <a:cubicBezTo>
                  <a:pt x="711244" y="407594"/>
                  <a:pt x="720383" y="398455"/>
                  <a:pt x="731657" y="398455"/>
                </a:cubicBezTo>
                <a:close/>
                <a:moveTo>
                  <a:pt x="682880" y="398455"/>
                </a:moveTo>
                <a:cubicBezTo>
                  <a:pt x="694153" y="398455"/>
                  <a:pt x="703293" y="407594"/>
                  <a:pt x="703293" y="418868"/>
                </a:cubicBezTo>
                <a:cubicBezTo>
                  <a:pt x="703293" y="430142"/>
                  <a:pt x="694153" y="439281"/>
                  <a:pt x="682880" y="439281"/>
                </a:cubicBezTo>
                <a:cubicBezTo>
                  <a:pt x="671606" y="439281"/>
                  <a:pt x="662467" y="430142"/>
                  <a:pt x="662467" y="418868"/>
                </a:cubicBezTo>
                <a:cubicBezTo>
                  <a:pt x="662467" y="407594"/>
                  <a:pt x="671606" y="398455"/>
                  <a:pt x="682880" y="398455"/>
                </a:cubicBezTo>
                <a:close/>
                <a:moveTo>
                  <a:pt x="634103" y="398455"/>
                </a:moveTo>
                <a:cubicBezTo>
                  <a:pt x="645377" y="398455"/>
                  <a:pt x="654516" y="407594"/>
                  <a:pt x="654516" y="418868"/>
                </a:cubicBezTo>
                <a:cubicBezTo>
                  <a:pt x="654516" y="430142"/>
                  <a:pt x="645377" y="439281"/>
                  <a:pt x="634103" y="439281"/>
                </a:cubicBezTo>
                <a:cubicBezTo>
                  <a:pt x="622829" y="439281"/>
                  <a:pt x="613690" y="430142"/>
                  <a:pt x="613690" y="418868"/>
                </a:cubicBezTo>
                <a:cubicBezTo>
                  <a:pt x="613690" y="407594"/>
                  <a:pt x="622829" y="398455"/>
                  <a:pt x="634103" y="398455"/>
                </a:cubicBezTo>
                <a:close/>
                <a:moveTo>
                  <a:pt x="585326" y="398455"/>
                </a:moveTo>
                <a:cubicBezTo>
                  <a:pt x="596599" y="398455"/>
                  <a:pt x="605738" y="407594"/>
                  <a:pt x="605738" y="418868"/>
                </a:cubicBezTo>
                <a:cubicBezTo>
                  <a:pt x="605738" y="430142"/>
                  <a:pt x="596599" y="439281"/>
                  <a:pt x="585326" y="439281"/>
                </a:cubicBezTo>
                <a:cubicBezTo>
                  <a:pt x="574052" y="439281"/>
                  <a:pt x="564913" y="430142"/>
                  <a:pt x="564913" y="418868"/>
                </a:cubicBezTo>
                <a:cubicBezTo>
                  <a:pt x="564913" y="407594"/>
                  <a:pt x="574052" y="398455"/>
                  <a:pt x="585326" y="398455"/>
                </a:cubicBezTo>
                <a:close/>
                <a:moveTo>
                  <a:pt x="536549" y="398455"/>
                </a:moveTo>
                <a:cubicBezTo>
                  <a:pt x="547822" y="398455"/>
                  <a:pt x="556961" y="407594"/>
                  <a:pt x="556961" y="418868"/>
                </a:cubicBezTo>
                <a:cubicBezTo>
                  <a:pt x="556961" y="430142"/>
                  <a:pt x="547822" y="439281"/>
                  <a:pt x="536549" y="439281"/>
                </a:cubicBezTo>
                <a:cubicBezTo>
                  <a:pt x="525275" y="439281"/>
                  <a:pt x="516136" y="430142"/>
                  <a:pt x="516136" y="418868"/>
                </a:cubicBezTo>
                <a:cubicBezTo>
                  <a:pt x="516136" y="407594"/>
                  <a:pt x="525275" y="398455"/>
                  <a:pt x="536549" y="398455"/>
                </a:cubicBezTo>
                <a:close/>
                <a:moveTo>
                  <a:pt x="487772" y="398455"/>
                </a:moveTo>
                <a:cubicBezTo>
                  <a:pt x="499045" y="398455"/>
                  <a:pt x="508184" y="407594"/>
                  <a:pt x="508184" y="418868"/>
                </a:cubicBezTo>
                <a:cubicBezTo>
                  <a:pt x="508184" y="430142"/>
                  <a:pt x="499045" y="439281"/>
                  <a:pt x="487772" y="439281"/>
                </a:cubicBezTo>
                <a:cubicBezTo>
                  <a:pt x="476498" y="439281"/>
                  <a:pt x="467359" y="430142"/>
                  <a:pt x="467359" y="418868"/>
                </a:cubicBezTo>
                <a:cubicBezTo>
                  <a:pt x="467359" y="407594"/>
                  <a:pt x="476498" y="398455"/>
                  <a:pt x="487772" y="398455"/>
                </a:cubicBezTo>
                <a:close/>
                <a:moveTo>
                  <a:pt x="438994" y="398455"/>
                </a:moveTo>
                <a:cubicBezTo>
                  <a:pt x="450268" y="398455"/>
                  <a:pt x="459407" y="407594"/>
                  <a:pt x="459407" y="418868"/>
                </a:cubicBezTo>
                <a:cubicBezTo>
                  <a:pt x="459407" y="430142"/>
                  <a:pt x="450268" y="439281"/>
                  <a:pt x="438994" y="439281"/>
                </a:cubicBezTo>
                <a:cubicBezTo>
                  <a:pt x="427721" y="439281"/>
                  <a:pt x="418582" y="430142"/>
                  <a:pt x="418582" y="418868"/>
                </a:cubicBezTo>
                <a:cubicBezTo>
                  <a:pt x="418582" y="407594"/>
                  <a:pt x="427721" y="398455"/>
                  <a:pt x="438994" y="398455"/>
                </a:cubicBezTo>
                <a:close/>
                <a:moveTo>
                  <a:pt x="390217" y="398455"/>
                </a:moveTo>
                <a:cubicBezTo>
                  <a:pt x="401491" y="398455"/>
                  <a:pt x="410630" y="407594"/>
                  <a:pt x="410630" y="418868"/>
                </a:cubicBezTo>
                <a:cubicBezTo>
                  <a:pt x="410630" y="430142"/>
                  <a:pt x="401491" y="439281"/>
                  <a:pt x="390217" y="439281"/>
                </a:cubicBezTo>
                <a:cubicBezTo>
                  <a:pt x="378944" y="439281"/>
                  <a:pt x="369805" y="430142"/>
                  <a:pt x="369805" y="418868"/>
                </a:cubicBezTo>
                <a:cubicBezTo>
                  <a:pt x="369805" y="407594"/>
                  <a:pt x="378944" y="398455"/>
                  <a:pt x="390217" y="398455"/>
                </a:cubicBezTo>
                <a:close/>
                <a:moveTo>
                  <a:pt x="341440" y="398455"/>
                </a:moveTo>
                <a:cubicBezTo>
                  <a:pt x="352714" y="398455"/>
                  <a:pt x="361853" y="407594"/>
                  <a:pt x="361853" y="418868"/>
                </a:cubicBezTo>
                <a:cubicBezTo>
                  <a:pt x="361853" y="430142"/>
                  <a:pt x="352714" y="439281"/>
                  <a:pt x="341440" y="439281"/>
                </a:cubicBezTo>
                <a:cubicBezTo>
                  <a:pt x="330166" y="439281"/>
                  <a:pt x="321028" y="430142"/>
                  <a:pt x="321028" y="418868"/>
                </a:cubicBezTo>
                <a:cubicBezTo>
                  <a:pt x="321028" y="407594"/>
                  <a:pt x="330166" y="398455"/>
                  <a:pt x="341440" y="398455"/>
                </a:cubicBezTo>
                <a:close/>
                <a:moveTo>
                  <a:pt x="292663" y="398455"/>
                </a:moveTo>
                <a:cubicBezTo>
                  <a:pt x="303937" y="398455"/>
                  <a:pt x="313076" y="407594"/>
                  <a:pt x="313076" y="418868"/>
                </a:cubicBezTo>
                <a:cubicBezTo>
                  <a:pt x="313076" y="430142"/>
                  <a:pt x="303937" y="439281"/>
                  <a:pt x="292663" y="439281"/>
                </a:cubicBezTo>
                <a:cubicBezTo>
                  <a:pt x="281389" y="439281"/>
                  <a:pt x="272251" y="430142"/>
                  <a:pt x="272251" y="418868"/>
                </a:cubicBezTo>
                <a:cubicBezTo>
                  <a:pt x="272251" y="407594"/>
                  <a:pt x="281389" y="398455"/>
                  <a:pt x="292663" y="398455"/>
                </a:cubicBezTo>
                <a:close/>
                <a:moveTo>
                  <a:pt x="243886" y="398455"/>
                </a:moveTo>
                <a:cubicBezTo>
                  <a:pt x="255160" y="398455"/>
                  <a:pt x="264299" y="407594"/>
                  <a:pt x="264299" y="418868"/>
                </a:cubicBezTo>
                <a:cubicBezTo>
                  <a:pt x="264299" y="430142"/>
                  <a:pt x="255160" y="439281"/>
                  <a:pt x="243886" y="439281"/>
                </a:cubicBezTo>
                <a:cubicBezTo>
                  <a:pt x="232612" y="439281"/>
                  <a:pt x="223473" y="430142"/>
                  <a:pt x="223473" y="418868"/>
                </a:cubicBezTo>
                <a:cubicBezTo>
                  <a:pt x="223473" y="407594"/>
                  <a:pt x="232612" y="398455"/>
                  <a:pt x="243886" y="398455"/>
                </a:cubicBezTo>
                <a:close/>
                <a:moveTo>
                  <a:pt x="195109" y="398455"/>
                </a:moveTo>
                <a:cubicBezTo>
                  <a:pt x="206383" y="398455"/>
                  <a:pt x="215522" y="407594"/>
                  <a:pt x="215522" y="418868"/>
                </a:cubicBezTo>
                <a:cubicBezTo>
                  <a:pt x="215522" y="430142"/>
                  <a:pt x="206383" y="439281"/>
                  <a:pt x="195109" y="439281"/>
                </a:cubicBezTo>
                <a:cubicBezTo>
                  <a:pt x="183835" y="439281"/>
                  <a:pt x="174696" y="430142"/>
                  <a:pt x="174696" y="418868"/>
                </a:cubicBezTo>
                <a:cubicBezTo>
                  <a:pt x="174696" y="407594"/>
                  <a:pt x="183835" y="398455"/>
                  <a:pt x="195109" y="398455"/>
                </a:cubicBezTo>
                <a:close/>
                <a:moveTo>
                  <a:pt x="146332" y="398455"/>
                </a:moveTo>
                <a:cubicBezTo>
                  <a:pt x="157606" y="398455"/>
                  <a:pt x="166745" y="407594"/>
                  <a:pt x="166745" y="418868"/>
                </a:cubicBezTo>
                <a:cubicBezTo>
                  <a:pt x="166745" y="430142"/>
                  <a:pt x="157606" y="439281"/>
                  <a:pt x="146332" y="439281"/>
                </a:cubicBezTo>
                <a:cubicBezTo>
                  <a:pt x="135058" y="439281"/>
                  <a:pt x="125919" y="430142"/>
                  <a:pt x="125919" y="418868"/>
                </a:cubicBezTo>
                <a:cubicBezTo>
                  <a:pt x="125919" y="407594"/>
                  <a:pt x="135058" y="398455"/>
                  <a:pt x="146332" y="398455"/>
                </a:cubicBezTo>
                <a:close/>
                <a:moveTo>
                  <a:pt x="97555" y="398455"/>
                </a:moveTo>
                <a:cubicBezTo>
                  <a:pt x="108829" y="398455"/>
                  <a:pt x="117968" y="407594"/>
                  <a:pt x="117968" y="418868"/>
                </a:cubicBezTo>
                <a:cubicBezTo>
                  <a:pt x="117968" y="430142"/>
                  <a:pt x="108829" y="439281"/>
                  <a:pt x="97555" y="439281"/>
                </a:cubicBezTo>
                <a:cubicBezTo>
                  <a:pt x="86281" y="439281"/>
                  <a:pt x="77142" y="430142"/>
                  <a:pt x="77142" y="418868"/>
                </a:cubicBezTo>
                <a:cubicBezTo>
                  <a:pt x="77142" y="407594"/>
                  <a:pt x="86281" y="398455"/>
                  <a:pt x="97555" y="398455"/>
                </a:cubicBezTo>
                <a:close/>
                <a:moveTo>
                  <a:pt x="48778" y="398455"/>
                </a:moveTo>
                <a:cubicBezTo>
                  <a:pt x="60052" y="398455"/>
                  <a:pt x="69191" y="407594"/>
                  <a:pt x="69191" y="418868"/>
                </a:cubicBezTo>
                <a:cubicBezTo>
                  <a:pt x="69191" y="430142"/>
                  <a:pt x="60052" y="439281"/>
                  <a:pt x="48778" y="439281"/>
                </a:cubicBezTo>
                <a:cubicBezTo>
                  <a:pt x="37504" y="439281"/>
                  <a:pt x="28365" y="430142"/>
                  <a:pt x="28365" y="418868"/>
                </a:cubicBezTo>
                <a:cubicBezTo>
                  <a:pt x="28365" y="407594"/>
                  <a:pt x="37504" y="398455"/>
                  <a:pt x="48778" y="398455"/>
                </a:cubicBezTo>
                <a:close/>
                <a:moveTo>
                  <a:pt x="2" y="398455"/>
                </a:moveTo>
                <a:cubicBezTo>
                  <a:pt x="11275" y="398455"/>
                  <a:pt x="20414" y="407594"/>
                  <a:pt x="20414" y="418868"/>
                </a:cubicBezTo>
                <a:cubicBezTo>
                  <a:pt x="20414" y="430142"/>
                  <a:pt x="11275" y="439281"/>
                  <a:pt x="2" y="439281"/>
                </a:cubicBezTo>
                <a:lnTo>
                  <a:pt x="0" y="439280"/>
                </a:lnTo>
                <a:lnTo>
                  <a:pt x="0" y="398456"/>
                </a:lnTo>
                <a:close/>
                <a:moveTo>
                  <a:pt x="926765" y="344369"/>
                </a:moveTo>
                <a:cubicBezTo>
                  <a:pt x="932402" y="344369"/>
                  <a:pt x="937505" y="346654"/>
                  <a:pt x="941199" y="350348"/>
                </a:cubicBezTo>
                <a:lnTo>
                  <a:pt x="945200" y="360008"/>
                </a:lnTo>
                <a:lnTo>
                  <a:pt x="937178" y="381927"/>
                </a:lnTo>
                <a:lnTo>
                  <a:pt x="934711" y="383591"/>
                </a:lnTo>
                <a:cubicBezTo>
                  <a:pt x="932268" y="384624"/>
                  <a:pt x="929583" y="385195"/>
                  <a:pt x="926765" y="385195"/>
                </a:cubicBezTo>
                <a:cubicBezTo>
                  <a:pt x="915491" y="385195"/>
                  <a:pt x="906352" y="376056"/>
                  <a:pt x="906352" y="364782"/>
                </a:cubicBezTo>
                <a:cubicBezTo>
                  <a:pt x="906352" y="353508"/>
                  <a:pt x="915491" y="344369"/>
                  <a:pt x="926765" y="344369"/>
                </a:cubicBezTo>
                <a:close/>
                <a:moveTo>
                  <a:pt x="877988" y="344369"/>
                </a:moveTo>
                <a:cubicBezTo>
                  <a:pt x="889262" y="344369"/>
                  <a:pt x="898401" y="353508"/>
                  <a:pt x="898401" y="364782"/>
                </a:cubicBezTo>
                <a:cubicBezTo>
                  <a:pt x="898401" y="376056"/>
                  <a:pt x="889262" y="385195"/>
                  <a:pt x="877988" y="385195"/>
                </a:cubicBezTo>
                <a:cubicBezTo>
                  <a:pt x="866714" y="385195"/>
                  <a:pt x="857575" y="376056"/>
                  <a:pt x="857575" y="364782"/>
                </a:cubicBezTo>
                <a:cubicBezTo>
                  <a:pt x="857575" y="353508"/>
                  <a:pt x="866714" y="344369"/>
                  <a:pt x="877988" y="344369"/>
                </a:cubicBezTo>
                <a:close/>
                <a:moveTo>
                  <a:pt x="829211" y="344369"/>
                </a:moveTo>
                <a:cubicBezTo>
                  <a:pt x="840485" y="344369"/>
                  <a:pt x="849624" y="353508"/>
                  <a:pt x="849624" y="364782"/>
                </a:cubicBezTo>
                <a:cubicBezTo>
                  <a:pt x="849624" y="376056"/>
                  <a:pt x="840485" y="385195"/>
                  <a:pt x="829211" y="385195"/>
                </a:cubicBezTo>
                <a:cubicBezTo>
                  <a:pt x="817937" y="385195"/>
                  <a:pt x="808798" y="376056"/>
                  <a:pt x="808798" y="364782"/>
                </a:cubicBezTo>
                <a:cubicBezTo>
                  <a:pt x="808798" y="353508"/>
                  <a:pt x="817937" y="344369"/>
                  <a:pt x="829211" y="344369"/>
                </a:cubicBezTo>
                <a:close/>
                <a:moveTo>
                  <a:pt x="780434" y="344369"/>
                </a:moveTo>
                <a:cubicBezTo>
                  <a:pt x="791708" y="344369"/>
                  <a:pt x="800847" y="353508"/>
                  <a:pt x="800847" y="364782"/>
                </a:cubicBezTo>
                <a:cubicBezTo>
                  <a:pt x="800847" y="376056"/>
                  <a:pt x="791708" y="385195"/>
                  <a:pt x="780434" y="385195"/>
                </a:cubicBezTo>
                <a:cubicBezTo>
                  <a:pt x="769160" y="385195"/>
                  <a:pt x="760021" y="376056"/>
                  <a:pt x="760021" y="364782"/>
                </a:cubicBezTo>
                <a:cubicBezTo>
                  <a:pt x="760021" y="353508"/>
                  <a:pt x="769160" y="344369"/>
                  <a:pt x="780434" y="344369"/>
                </a:cubicBezTo>
                <a:close/>
                <a:moveTo>
                  <a:pt x="731657" y="344369"/>
                </a:moveTo>
                <a:cubicBezTo>
                  <a:pt x="742931" y="344369"/>
                  <a:pt x="752070" y="353508"/>
                  <a:pt x="752070" y="364782"/>
                </a:cubicBezTo>
                <a:cubicBezTo>
                  <a:pt x="752070" y="376056"/>
                  <a:pt x="742931" y="385195"/>
                  <a:pt x="731657" y="385195"/>
                </a:cubicBezTo>
                <a:cubicBezTo>
                  <a:pt x="720383" y="385195"/>
                  <a:pt x="711244" y="376056"/>
                  <a:pt x="711244" y="364782"/>
                </a:cubicBezTo>
                <a:cubicBezTo>
                  <a:pt x="711244" y="353508"/>
                  <a:pt x="720383" y="344369"/>
                  <a:pt x="731657" y="344369"/>
                </a:cubicBezTo>
                <a:close/>
                <a:moveTo>
                  <a:pt x="682880" y="344369"/>
                </a:moveTo>
                <a:cubicBezTo>
                  <a:pt x="694153" y="344369"/>
                  <a:pt x="703293" y="353508"/>
                  <a:pt x="703293" y="364782"/>
                </a:cubicBezTo>
                <a:cubicBezTo>
                  <a:pt x="703293" y="376056"/>
                  <a:pt x="694153" y="385195"/>
                  <a:pt x="682880" y="385195"/>
                </a:cubicBezTo>
                <a:cubicBezTo>
                  <a:pt x="671606" y="385195"/>
                  <a:pt x="662467" y="376056"/>
                  <a:pt x="662467" y="364782"/>
                </a:cubicBezTo>
                <a:cubicBezTo>
                  <a:pt x="662467" y="353508"/>
                  <a:pt x="671606" y="344369"/>
                  <a:pt x="682880" y="344369"/>
                </a:cubicBezTo>
                <a:close/>
                <a:moveTo>
                  <a:pt x="634103" y="344369"/>
                </a:moveTo>
                <a:cubicBezTo>
                  <a:pt x="645377" y="344369"/>
                  <a:pt x="654516" y="353508"/>
                  <a:pt x="654516" y="364782"/>
                </a:cubicBezTo>
                <a:cubicBezTo>
                  <a:pt x="654516" y="376056"/>
                  <a:pt x="645377" y="385195"/>
                  <a:pt x="634103" y="385195"/>
                </a:cubicBezTo>
                <a:cubicBezTo>
                  <a:pt x="622829" y="385195"/>
                  <a:pt x="613690" y="376056"/>
                  <a:pt x="613690" y="364782"/>
                </a:cubicBezTo>
                <a:cubicBezTo>
                  <a:pt x="613690" y="353508"/>
                  <a:pt x="622829" y="344369"/>
                  <a:pt x="634103" y="344369"/>
                </a:cubicBezTo>
                <a:close/>
                <a:moveTo>
                  <a:pt x="585326" y="344369"/>
                </a:moveTo>
                <a:cubicBezTo>
                  <a:pt x="596599" y="344369"/>
                  <a:pt x="605738" y="353508"/>
                  <a:pt x="605738" y="364782"/>
                </a:cubicBezTo>
                <a:cubicBezTo>
                  <a:pt x="605738" y="376056"/>
                  <a:pt x="596599" y="385195"/>
                  <a:pt x="585326" y="385195"/>
                </a:cubicBezTo>
                <a:cubicBezTo>
                  <a:pt x="574052" y="385195"/>
                  <a:pt x="564913" y="376056"/>
                  <a:pt x="564913" y="364782"/>
                </a:cubicBezTo>
                <a:cubicBezTo>
                  <a:pt x="564913" y="353508"/>
                  <a:pt x="574052" y="344369"/>
                  <a:pt x="585326" y="344369"/>
                </a:cubicBezTo>
                <a:close/>
                <a:moveTo>
                  <a:pt x="536549" y="344369"/>
                </a:moveTo>
                <a:cubicBezTo>
                  <a:pt x="547822" y="344369"/>
                  <a:pt x="556961" y="353508"/>
                  <a:pt x="556961" y="364782"/>
                </a:cubicBezTo>
                <a:cubicBezTo>
                  <a:pt x="556961" y="376056"/>
                  <a:pt x="547822" y="385195"/>
                  <a:pt x="536549" y="385195"/>
                </a:cubicBezTo>
                <a:cubicBezTo>
                  <a:pt x="525275" y="385195"/>
                  <a:pt x="516136" y="376056"/>
                  <a:pt x="516136" y="364782"/>
                </a:cubicBezTo>
                <a:cubicBezTo>
                  <a:pt x="516136" y="353508"/>
                  <a:pt x="525275" y="344369"/>
                  <a:pt x="536549" y="344369"/>
                </a:cubicBezTo>
                <a:close/>
                <a:moveTo>
                  <a:pt x="487772" y="344369"/>
                </a:moveTo>
                <a:cubicBezTo>
                  <a:pt x="499045" y="344369"/>
                  <a:pt x="508184" y="353508"/>
                  <a:pt x="508184" y="364782"/>
                </a:cubicBezTo>
                <a:cubicBezTo>
                  <a:pt x="508184" y="376056"/>
                  <a:pt x="499045" y="385195"/>
                  <a:pt x="487772" y="385195"/>
                </a:cubicBezTo>
                <a:cubicBezTo>
                  <a:pt x="476498" y="385195"/>
                  <a:pt x="467359" y="376056"/>
                  <a:pt x="467359" y="364782"/>
                </a:cubicBezTo>
                <a:cubicBezTo>
                  <a:pt x="467359" y="353508"/>
                  <a:pt x="476498" y="344369"/>
                  <a:pt x="487772" y="344369"/>
                </a:cubicBezTo>
                <a:close/>
                <a:moveTo>
                  <a:pt x="438994" y="344369"/>
                </a:moveTo>
                <a:cubicBezTo>
                  <a:pt x="450268" y="344369"/>
                  <a:pt x="459407" y="353508"/>
                  <a:pt x="459407" y="364782"/>
                </a:cubicBezTo>
                <a:cubicBezTo>
                  <a:pt x="459407" y="376056"/>
                  <a:pt x="450268" y="385195"/>
                  <a:pt x="438994" y="385195"/>
                </a:cubicBezTo>
                <a:cubicBezTo>
                  <a:pt x="427721" y="385195"/>
                  <a:pt x="418582" y="376056"/>
                  <a:pt x="418582" y="364782"/>
                </a:cubicBezTo>
                <a:cubicBezTo>
                  <a:pt x="418582" y="353508"/>
                  <a:pt x="427721" y="344369"/>
                  <a:pt x="438994" y="344369"/>
                </a:cubicBezTo>
                <a:close/>
                <a:moveTo>
                  <a:pt x="390217" y="344369"/>
                </a:moveTo>
                <a:cubicBezTo>
                  <a:pt x="401491" y="344369"/>
                  <a:pt x="410630" y="353508"/>
                  <a:pt x="410630" y="364782"/>
                </a:cubicBezTo>
                <a:cubicBezTo>
                  <a:pt x="410630" y="376056"/>
                  <a:pt x="401491" y="385195"/>
                  <a:pt x="390217" y="385195"/>
                </a:cubicBezTo>
                <a:cubicBezTo>
                  <a:pt x="378944" y="385195"/>
                  <a:pt x="369805" y="376056"/>
                  <a:pt x="369805" y="364782"/>
                </a:cubicBezTo>
                <a:cubicBezTo>
                  <a:pt x="369805" y="353508"/>
                  <a:pt x="378944" y="344369"/>
                  <a:pt x="390217" y="344369"/>
                </a:cubicBezTo>
                <a:close/>
                <a:moveTo>
                  <a:pt x="341440" y="344369"/>
                </a:moveTo>
                <a:cubicBezTo>
                  <a:pt x="352714" y="344369"/>
                  <a:pt x="361853" y="353508"/>
                  <a:pt x="361853" y="364782"/>
                </a:cubicBezTo>
                <a:cubicBezTo>
                  <a:pt x="361853" y="376056"/>
                  <a:pt x="352714" y="385195"/>
                  <a:pt x="341440" y="385195"/>
                </a:cubicBezTo>
                <a:cubicBezTo>
                  <a:pt x="330166" y="385195"/>
                  <a:pt x="321028" y="376056"/>
                  <a:pt x="321028" y="364782"/>
                </a:cubicBezTo>
                <a:cubicBezTo>
                  <a:pt x="321028" y="353508"/>
                  <a:pt x="330166" y="344369"/>
                  <a:pt x="341440" y="344369"/>
                </a:cubicBezTo>
                <a:close/>
                <a:moveTo>
                  <a:pt x="292663" y="344369"/>
                </a:moveTo>
                <a:cubicBezTo>
                  <a:pt x="303937" y="344369"/>
                  <a:pt x="313076" y="353508"/>
                  <a:pt x="313076" y="364782"/>
                </a:cubicBezTo>
                <a:cubicBezTo>
                  <a:pt x="313076" y="376056"/>
                  <a:pt x="303937" y="385195"/>
                  <a:pt x="292663" y="385195"/>
                </a:cubicBezTo>
                <a:cubicBezTo>
                  <a:pt x="281389" y="385195"/>
                  <a:pt x="272251" y="376056"/>
                  <a:pt x="272251" y="364782"/>
                </a:cubicBezTo>
                <a:cubicBezTo>
                  <a:pt x="272251" y="353508"/>
                  <a:pt x="281389" y="344369"/>
                  <a:pt x="292663" y="344369"/>
                </a:cubicBezTo>
                <a:close/>
                <a:moveTo>
                  <a:pt x="243886" y="344369"/>
                </a:moveTo>
                <a:cubicBezTo>
                  <a:pt x="255160" y="344369"/>
                  <a:pt x="264299" y="353508"/>
                  <a:pt x="264299" y="364782"/>
                </a:cubicBezTo>
                <a:cubicBezTo>
                  <a:pt x="264299" y="376056"/>
                  <a:pt x="255160" y="385195"/>
                  <a:pt x="243886" y="385195"/>
                </a:cubicBezTo>
                <a:cubicBezTo>
                  <a:pt x="232612" y="385195"/>
                  <a:pt x="223473" y="376056"/>
                  <a:pt x="223473" y="364782"/>
                </a:cubicBezTo>
                <a:cubicBezTo>
                  <a:pt x="223473" y="353508"/>
                  <a:pt x="232612" y="344369"/>
                  <a:pt x="243886" y="344369"/>
                </a:cubicBezTo>
                <a:close/>
                <a:moveTo>
                  <a:pt x="195109" y="344369"/>
                </a:moveTo>
                <a:cubicBezTo>
                  <a:pt x="206383" y="344369"/>
                  <a:pt x="215522" y="353508"/>
                  <a:pt x="215522" y="364782"/>
                </a:cubicBezTo>
                <a:cubicBezTo>
                  <a:pt x="215522" y="376056"/>
                  <a:pt x="206383" y="385195"/>
                  <a:pt x="195109" y="385195"/>
                </a:cubicBezTo>
                <a:cubicBezTo>
                  <a:pt x="183835" y="385195"/>
                  <a:pt x="174696" y="376056"/>
                  <a:pt x="174696" y="364782"/>
                </a:cubicBezTo>
                <a:cubicBezTo>
                  <a:pt x="174696" y="353508"/>
                  <a:pt x="183835" y="344369"/>
                  <a:pt x="195109" y="344369"/>
                </a:cubicBezTo>
                <a:close/>
                <a:moveTo>
                  <a:pt x="146332" y="344369"/>
                </a:moveTo>
                <a:cubicBezTo>
                  <a:pt x="157606" y="344369"/>
                  <a:pt x="166745" y="353508"/>
                  <a:pt x="166745" y="364782"/>
                </a:cubicBezTo>
                <a:cubicBezTo>
                  <a:pt x="166745" y="376056"/>
                  <a:pt x="157606" y="385195"/>
                  <a:pt x="146332" y="385195"/>
                </a:cubicBezTo>
                <a:cubicBezTo>
                  <a:pt x="135058" y="385195"/>
                  <a:pt x="125919" y="376056"/>
                  <a:pt x="125919" y="364782"/>
                </a:cubicBezTo>
                <a:cubicBezTo>
                  <a:pt x="125919" y="353508"/>
                  <a:pt x="135058" y="344369"/>
                  <a:pt x="146332" y="344369"/>
                </a:cubicBezTo>
                <a:close/>
                <a:moveTo>
                  <a:pt x="97555" y="344369"/>
                </a:moveTo>
                <a:cubicBezTo>
                  <a:pt x="108829" y="344369"/>
                  <a:pt x="117968" y="353508"/>
                  <a:pt x="117968" y="364782"/>
                </a:cubicBezTo>
                <a:cubicBezTo>
                  <a:pt x="117968" y="376056"/>
                  <a:pt x="108829" y="385195"/>
                  <a:pt x="97555" y="385195"/>
                </a:cubicBezTo>
                <a:cubicBezTo>
                  <a:pt x="86281" y="385195"/>
                  <a:pt x="77142" y="376056"/>
                  <a:pt x="77142" y="364782"/>
                </a:cubicBezTo>
                <a:cubicBezTo>
                  <a:pt x="77142" y="353508"/>
                  <a:pt x="86281" y="344369"/>
                  <a:pt x="97555" y="344369"/>
                </a:cubicBezTo>
                <a:close/>
                <a:moveTo>
                  <a:pt x="48778" y="344369"/>
                </a:moveTo>
                <a:cubicBezTo>
                  <a:pt x="60052" y="344369"/>
                  <a:pt x="69191" y="353508"/>
                  <a:pt x="69191" y="364782"/>
                </a:cubicBezTo>
                <a:cubicBezTo>
                  <a:pt x="69191" y="376056"/>
                  <a:pt x="60052" y="385195"/>
                  <a:pt x="48778" y="385195"/>
                </a:cubicBezTo>
                <a:cubicBezTo>
                  <a:pt x="37504" y="385195"/>
                  <a:pt x="28365" y="376056"/>
                  <a:pt x="28365" y="364782"/>
                </a:cubicBezTo>
                <a:cubicBezTo>
                  <a:pt x="28365" y="353508"/>
                  <a:pt x="37504" y="344369"/>
                  <a:pt x="48778" y="344369"/>
                </a:cubicBezTo>
                <a:close/>
                <a:moveTo>
                  <a:pt x="2" y="344369"/>
                </a:moveTo>
                <a:cubicBezTo>
                  <a:pt x="11275" y="344369"/>
                  <a:pt x="20414" y="353508"/>
                  <a:pt x="20414" y="364782"/>
                </a:cubicBezTo>
                <a:cubicBezTo>
                  <a:pt x="20414" y="376056"/>
                  <a:pt x="11275" y="385195"/>
                  <a:pt x="2" y="385195"/>
                </a:cubicBezTo>
                <a:lnTo>
                  <a:pt x="0" y="385194"/>
                </a:lnTo>
                <a:lnTo>
                  <a:pt x="0" y="344370"/>
                </a:lnTo>
                <a:close/>
                <a:moveTo>
                  <a:pt x="968876" y="291629"/>
                </a:moveTo>
                <a:lnTo>
                  <a:pt x="965684" y="304041"/>
                </a:lnTo>
                <a:lnTo>
                  <a:pt x="959440" y="321103"/>
                </a:lnTo>
                <a:lnTo>
                  <a:pt x="955129" y="310696"/>
                </a:lnTo>
                <a:cubicBezTo>
                  <a:pt x="955129" y="302240"/>
                  <a:pt x="960270" y="294986"/>
                  <a:pt x="967596" y="291887"/>
                </a:cubicBezTo>
                <a:close/>
                <a:moveTo>
                  <a:pt x="926765" y="290283"/>
                </a:moveTo>
                <a:cubicBezTo>
                  <a:pt x="938039" y="290283"/>
                  <a:pt x="947178" y="299422"/>
                  <a:pt x="947178" y="310696"/>
                </a:cubicBezTo>
                <a:cubicBezTo>
                  <a:pt x="947178" y="321970"/>
                  <a:pt x="938039" y="331108"/>
                  <a:pt x="926765" y="331108"/>
                </a:cubicBezTo>
                <a:cubicBezTo>
                  <a:pt x="915491" y="331108"/>
                  <a:pt x="906352" y="321970"/>
                  <a:pt x="906352" y="310696"/>
                </a:cubicBezTo>
                <a:cubicBezTo>
                  <a:pt x="906352" y="299422"/>
                  <a:pt x="915491" y="290283"/>
                  <a:pt x="926765" y="290283"/>
                </a:cubicBezTo>
                <a:close/>
                <a:moveTo>
                  <a:pt x="877988" y="290283"/>
                </a:moveTo>
                <a:cubicBezTo>
                  <a:pt x="889262" y="290283"/>
                  <a:pt x="898401" y="299422"/>
                  <a:pt x="898401" y="310696"/>
                </a:cubicBezTo>
                <a:cubicBezTo>
                  <a:pt x="898401" y="321970"/>
                  <a:pt x="889262" y="331108"/>
                  <a:pt x="877988" y="331108"/>
                </a:cubicBezTo>
                <a:cubicBezTo>
                  <a:pt x="866714" y="331108"/>
                  <a:pt x="857575" y="321970"/>
                  <a:pt x="857575" y="310696"/>
                </a:cubicBezTo>
                <a:cubicBezTo>
                  <a:pt x="857575" y="299422"/>
                  <a:pt x="866714" y="290283"/>
                  <a:pt x="877988" y="290283"/>
                </a:cubicBezTo>
                <a:close/>
                <a:moveTo>
                  <a:pt x="829211" y="290283"/>
                </a:moveTo>
                <a:cubicBezTo>
                  <a:pt x="840485" y="290283"/>
                  <a:pt x="849624" y="299422"/>
                  <a:pt x="849624" y="310696"/>
                </a:cubicBezTo>
                <a:cubicBezTo>
                  <a:pt x="849624" y="321970"/>
                  <a:pt x="840485" y="331108"/>
                  <a:pt x="829211" y="331108"/>
                </a:cubicBezTo>
                <a:cubicBezTo>
                  <a:pt x="817937" y="331108"/>
                  <a:pt x="808798" y="321970"/>
                  <a:pt x="808798" y="310696"/>
                </a:cubicBezTo>
                <a:cubicBezTo>
                  <a:pt x="808798" y="299422"/>
                  <a:pt x="817937" y="290283"/>
                  <a:pt x="829211" y="290283"/>
                </a:cubicBezTo>
                <a:close/>
                <a:moveTo>
                  <a:pt x="780434" y="290283"/>
                </a:moveTo>
                <a:cubicBezTo>
                  <a:pt x="791708" y="290283"/>
                  <a:pt x="800847" y="299422"/>
                  <a:pt x="800847" y="310696"/>
                </a:cubicBezTo>
                <a:cubicBezTo>
                  <a:pt x="800847" y="321970"/>
                  <a:pt x="791708" y="331108"/>
                  <a:pt x="780434" y="331108"/>
                </a:cubicBezTo>
                <a:cubicBezTo>
                  <a:pt x="769160" y="331108"/>
                  <a:pt x="760021" y="321970"/>
                  <a:pt x="760021" y="310696"/>
                </a:cubicBezTo>
                <a:cubicBezTo>
                  <a:pt x="760021" y="299422"/>
                  <a:pt x="769160" y="290283"/>
                  <a:pt x="780434" y="290283"/>
                </a:cubicBezTo>
                <a:close/>
                <a:moveTo>
                  <a:pt x="731657" y="290283"/>
                </a:moveTo>
                <a:cubicBezTo>
                  <a:pt x="742931" y="290283"/>
                  <a:pt x="752070" y="299422"/>
                  <a:pt x="752070" y="310696"/>
                </a:cubicBezTo>
                <a:cubicBezTo>
                  <a:pt x="752070" y="321970"/>
                  <a:pt x="742931" y="331108"/>
                  <a:pt x="731657" y="331108"/>
                </a:cubicBezTo>
                <a:cubicBezTo>
                  <a:pt x="720383" y="331108"/>
                  <a:pt x="711244" y="321970"/>
                  <a:pt x="711244" y="310696"/>
                </a:cubicBezTo>
                <a:cubicBezTo>
                  <a:pt x="711244" y="299422"/>
                  <a:pt x="720383" y="290283"/>
                  <a:pt x="731657" y="290283"/>
                </a:cubicBezTo>
                <a:close/>
                <a:moveTo>
                  <a:pt x="682880" y="290283"/>
                </a:moveTo>
                <a:cubicBezTo>
                  <a:pt x="694153" y="290283"/>
                  <a:pt x="703293" y="299422"/>
                  <a:pt x="703293" y="310696"/>
                </a:cubicBezTo>
                <a:cubicBezTo>
                  <a:pt x="703293" y="321970"/>
                  <a:pt x="694153" y="331108"/>
                  <a:pt x="682880" y="331108"/>
                </a:cubicBezTo>
                <a:cubicBezTo>
                  <a:pt x="671606" y="331108"/>
                  <a:pt x="662467" y="321970"/>
                  <a:pt x="662467" y="310696"/>
                </a:cubicBezTo>
                <a:cubicBezTo>
                  <a:pt x="662467" y="299422"/>
                  <a:pt x="671606" y="290283"/>
                  <a:pt x="682880" y="290283"/>
                </a:cubicBezTo>
                <a:close/>
                <a:moveTo>
                  <a:pt x="634103" y="290283"/>
                </a:moveTo>
                <a:cubicBezTo>
                  <a:pt x="645377" y="290283"/>
                  <a:pt x="654516" y="299422"/>
                  <a:pt x="654516" y="310696"/>
                </a:cubicBezTo>
                <a:cubicBezTo>
                  <a:pt x="654516" y="321970"/>
                  <a:pt x="645377" y="331108"/>
                  <a:pt x="634103" y="331108"/>
                </a:cubicBezTo>
                <a:cubicBezTo>
                  <a:pt x="622829" y="331108"/>
                  <a:pt x="613690" y="321970"/>
                  <a:pt x="613690" y="310696"/>
                </a:cubicBezTo>
                <a:cubicBezTo>
                  <a:pt x="613690" y="299422"/>
                  <a:pt x="622829" y="290283"/>
                  <a:pt x="634103" y="290283"/>
                </a:cubicBezTo>
                <a:close/>
                <a:moveTo>
                  <a:pt x="585326" y="290283"/>
                </a:moveTo>
                <a:cubicBezTo>
                  <a:pt x="596599" y="290283"/>
                  <a:pt x="605738" y="299422"/>
                  <a:pt x="605738" y="310696"/>
                </a:cubicBezTo>
                <a:cubicBezTo>
                  <a:pt x="605738" y="321970"/>
                  <a:pt x="596599" y="331108"/>
                  <a:pt x="585326" y="331108"/>
                </a:cubicBezTo>
                <a:cubicBezTo>
                  <a:pt x="574052" y="331108"/>
                  <a:pt x="564913" y="321970"/>
                  <a:pt x="564913" y="310696"/>
                </a:cubicBezTo>
                <a:cubicBezTo>
                  <a:pt x="564913" y="299422"/>
                  <a:pt x="574052" y="290283"/>
                  <a:pt x="585326" y="290283"/>
                </a:cubicBezTo>
                <a:close/>
                <a:moveTo>
                  <a:pt x="536549" y="290283"/>
                </a:moveTo>
                <a:cubicBezTo>
                  <a:pt x="547822" y="290283"/>
                  <a:pt x="556961" y="299422"/>
                  <a:pt x="556961" y="310696"/>
                </a:cubicBezTo>
                <a:cubicBezTo>
                  <a:pt x="556961" y="321970"/>
                  <a:pt x="547822" y="331108"/>
                  <a:pt x="536549" y="331108"/>
                </a:cubicBezTo>
                <a:cubicBezTo>
                  <a:pt x="525275" y="331108"/>
                  <a:pt x="516136" y="321970"/>
                  <a:pt x="516136" y="310696"/>
                </a:cubicBezTo>
                <a:cubicBezTo>
                  <a:pt x="516136" y="299422"/>
                  <a:pt x="525275" y="290283"/>
                  <a:pt x="536549" y="290283"/>
                </a:cubicBezTo>
                <a:close/>
                <a:moveTo>
                  <a:pt x="487772" y="290283"/>
                </a:moveTo>
                <a:cubicBezTo>
                  <a:pt x="499045" y="290283"/>
                  <a:pt x="508184" y="299422"/>
                  <a:pt x="508184" y="310696"/>
                </a:cubicBezTo>
                <a:cubicBezTo>
                  <a:pt x="508184" y="321970"/>
                  <a:pt x="499045" y="331108"/>
                  <a:pt x="487772" y="331108"/>
                </a:cubicBezTo>
                <a:cubicBezTo>
                  <a:pt x="476498" y="331108"/>
                  <a:pt x="467359" y="321970"/>
                  <a:pt x="467359" y="310696"/>
                </a:cubicBezTo>
                <a:cubicBezTo>
                  <a:pt x="467359" y="299422"/>
                  <a:pt x="476498" y="290283"/>
                  <a:pt x="487772" y="290283"/>
                </a:cubicBezTo>
                <a:close/>
                <a:moveTo>
                  <a:pt x="438994" y="290283"/>
                </a:moveTo>
                <a:cubicBezTo>
                  <a:pt x="450268" y="290283"/>
                  <a:pt x="459407" y="299422"/>
                  <a:pt x="459407" y="310696"/>
                </a:cubicBezTo>
                <a:cubicBezTo>
                  <a:pt x="459407" y="321970"/>
                  <a:pt x="450268" y="331108"/>
                  <a:pt x="438994" y="331108"/>
                </a:cubicBezTo>
                <a:cubicBezTo>
                  <a:pt x="427721" y="331108"/>
                  <a:pt x="418582" y="321970"/>
                  <a:pt x="418582" y="310696"/>
                </a:cubicBezTo>
                <a:cubicBezTo>
                  <a:pt x="418582" y="299422"/>
                  <a:pt x="427721" y="290283"/>
                  <a:pt x="438994" y="290283"/>
                </a:cubicBezTo>
                <a:close/>
                <a:moveTo>
                  <a:pt x="390217" y="290283"/>
                </a:moveTo>
                <a:cubicBezTo>
                  <a:pt x="401491" y="290283"/>
                  <a:pt x="410630" y="299422"/>
                  <a:pt x="410630" y="310696"/>
                </a:cubicBezTo>
                <a:cubicBezTo>
                  <a:pt x="410630" y="321970"/>
                  <a:pt x="401491" y="331108"/>
                  <a:pt x="390217" y="331108"/>
                </a:cubicBezTo>
                <a:cubicBezTo>
                  <a:pt x="378944" y="331108"/>
                  <a:pt x="369805" y="321970"/>
                  <a:pt x="369805" y="310696"/>
                </a:cubicBezTo>
                <a:cubicBezTo>
                  <a:pt x="369805" y="299422"/>
                  <a:pt x="378944" y="290283"/>
                  <a:pt x="390217" y="290283"/>
                </a:cubicBezTo>
                <a:close/>
                <a:moveTo>
                  <a:pt x="341440" y="290283"/>
                </a:moveTo>
                <a:cubicBezTo>
                  <a:pt x="352714" y="290283"/>
                  <a:pt x="361853" y="299422"/>
                  <a:pt x="361853" y="310696"/>
                </a:cubicBezTo>
                <a:cubicBezTo>
                  <a:pt x="361853" y="321970"/>
                  <a:pt x="352714" y="331108"/>
                  <a:pt x="341440" y="331108"/>
                </a:cubicBezTo>
                <a:cubicBezTo>
                  <a:pt x="330166" y="331108"/>
                  <a:pt x="321028" y="321970"/>
                  <a:pt x="321028" y="310696"/>
                </a:cubicBezTo>
                <a:cubicBezTo>
                  <a:pt x="321028" y="299422"/>
                  <a:pt x="330166" y="290283"/>
                  <a:pt x="341440" y="290283"/>
                </a:cubicBezTo>
                <a:close/>
                <a:moveTo>
                  <a:pt x="292663" y="290283"/>
                </a:moveTo>
                <a:cubicBezTo>
                  <a:pt x="303937" y="290283"/>
                  <a:pt x="313076" y="299422"/>
                  <a:pt x="313076" y="310696"/>
                </a:cubicBezTo>
                <a:cubicBezTo>
                  <a:pt x="313076" y="321970"/>
                  <a:pt x="303937" y="331108"/>
                  <a:pt x="292663" y="331108"/>
                </a:cubicBezTo>
                <a:cubicBezTo>
                  <a:pt x="281389" y="331108"/>
                  <a:pt x="272251" y="321970"/>
                  <a:pt x="272251" y="310696"/>
                </a:cubicBezTo>
                <a:cubicBezTo>
                  <a:pt x="272251" y="299422"/>
                  <a:pt x="281389" y="290283"/>
                  <a:pt x="292663" y="290283"/>
                </a:cubicBezTo>
                <a:close/>
                <a:moveTo>
                  <a:pt x="243886" y="290283"/>
                </a:moveTo>
                <a:cubicBezTo>
                  <a:pt x="255160" y="290283"/>
                  <a:pt x="264299" y="299422"/>
                  <a:pt x="264299" y="310696"/>
                </a:cubicBezTo>
                <a:cubicBezTo>
                  <a:pt x="264299" y="321970"/>
                  <a:pt x="255160" y="331108"/>
                  <a:pt x="243886" y="331108"/>
                </a:cubicBezTo>
                <a:cubicBezTo>
                  <a:pt x="232612" y="331108"/>
                  <a:pt x="223473" y="321970"/>
                  <a:pt x="223473" y="310696"/>
                </a:cubicBezTo>
                <a:cubicBezTo>
                  <a:pt x="223473" y="299422"/>
                  <a:pt x="232612" y="290283"/>
                  <a:pt x="243886" y="290283"/>
                </a:cubicBezTo>
                <a:close/>
                <a:moveTo>
                  <a:pt x="195109" y="290283"/>
                </a:moveTo>
                <a:cubicBezTo>
                  <a:pt x="206383" y="290283"/>
                  <a:pt x="215522" y="299422"/>
                  <a:pt x="215522" y="310696"/>
                </a:cubicBezTo>
                <a:cubicBezTo>
                  <a:pt x="215522" y="321970"/>
                  <a:pt x="206383" y="331108"/>
                  <a:pt x="195109" y="331108"/>
                </a:cubicBezTo>
                <a:cubicBezTo>
                  <a:pt x="183835" y="331108"/>
                  <a:pt x="174696" y="321970"/>
                  <a:pt x="174696" y="310696"/>
                </a:cubicBezTo>
                <a:cubicBezTo>
                  <a:pt x="174696" y="299422"/>
                  <a:pt x="183835" y="290283"/>
                  <a:pt x="195109" y="290283"/>
                </a:cubicBezTo>
                <a:close/>
                <a:moveTo>
                  <a:pt x="146332" y="290283"/>
                </a:moveTo>
                <a:cubicBezTo>
                  <a:pt x="157606" y="290283"/>
                  <a:pt x="166745" y="299422"/>
                  <a:pt x="166745" y="310696"/>
                </a:cubicBezTo>
                <a:cubicBezTo>
                  <a:pt x="166745" y="321970"/>
                  <a:pt x="157606" y="331108"/>
                  <a:pt x="146332" y="331108"/>
                </a:cubicBezTo>
                <a:cubicBezTo>
                  <a:pt x="135058" y="331108"/>
                  <a:pt x="125919" y="321970"/>
                  <a:pt x="125919" y="310696"/>
                </a:cubicBezTo>
                <a:cubicBezTo>
                  <a:pt x="125919" y="299422"/>
                  <a:pt x="135058" y="290283"/>
                  <a:pt x="146332" y="290283"/>
                </a:cubicBezTo>
                <a:close/>
                <a:moveTo>
                  <a:pt x="97555" y="290283"/>
                </a:moveTo>
                <a:cubicBezTo>
                  <a:pt x="108829" y="290283"/>
                  <a:pt x="117968" y="299422"/>
                  <a:pt x="117968" y="310696"/>
                </a:cubicBezTo>
                <a:cubicBezTo>
                  <a:pt x="117968" y="321970"/>
                  <a:pt x="108829" y="331108"/>
                  <a:pt x="97555" y="331108"/>
                </a:cubicBezTo>
                <a:cubicBezTo>
                  <a:pt x="86281" y="331108"/>
                  <a:pt x="77142" y="321970"/>
                  <a:pt x="77142" y="310696"/>
                </a:cubicBezTo>
                <a:cubicBezTo>
                  <a:pt x="77142" y="299422"/>
                  <a:pt x="86281" y="290283"/>
                  <a:pt x="97555" y="290283"/>
                </a:cubicBezTo>
                <a:close/>
                <a:moveTo>
                  <a:pt x="48778" y="290283"/>
                </a:moveTo>
                <a:cubicBezTo>
                  <a:pt x="60052" y="290283"/>
                  <a:pt x="69191" y="299422"/>
                  <a:pt x="69191" y="310696"/>
                </a:cubicBezTo>
                <a:cubicBezTo>
                  <a:pt x="69191" y="321970"/>
                  <a:pt x="60052" y="331108"/>
                  <a:pt x="48778" y="331108"/>
                </a:cubicBezTo>
                <a:cubicBezTo>
                  <a:pt x="37504" y="331108"/>
                  <a:pt x="28365" y="321970"/>
                  <a:pt x="28365" y="310696"/>
                </a:cubicBezTo>
                <a:cubicBezTo>
                  <a:pt x="28365" y="299422"/>
                  <a:pt x="37504" y="290283"/>
                  <a:pt x="48778" y="290283"/>
                </a:cubicBezTo>
                <a:close/>
                <a:moveTo>
                  <a:pt x="2" y="290283"/>
                </a:moveTo>
                <a:cubicBezTo>
                  <a:pt x="11275" y="290283"/>
                  <a:pt x="20414" y="299422"/>
                  <a:pt x="20414" y="310696"/>
                </a:cubicBezTo>
                <a:cubicBezTo>
                  <a:pt x="20414" y="321970"/>
                  <a:pt x="11275" y="331108"/>
                  <a:pt x="2" y="331108"/>
                </a:cubicBezTo>
                <a:lnTo>
                  <a:pt x="0" y="331107"/>
                </a:lnTo>
                <a:lnTo>
                  <a:pt x="0" y="290284"/>
                </a:lnTo>
                <a:close/>
                <a:moveTo>
                  <a:pt x="975542" y="236197"/>
                </a:moveTo>
                <a:lnTo>
                  <a:pt x="982755" y="237653"/>
                </a:lnTo>
                <a:lnTo>
                  <a:pt x="972775" y="276464"/>
                </a:lnTo>
                <a:lnTo>
                  <a:pt x="967596" y="275418"/>
                </a:lnTo>
                <a:cubicBezTo>
                  <a:pt x="960270" y="272320"/>
                  <a:pt x="955129" y="265065"/>
                  <a:pt x="955129" y="256609"/>
                </a:cubicBezTo>
                <a:cubicBezTo>
                  <a:pt x="955129" y="245336"/>
                  <a:pt x="964268" y="236197"/>
                  <a:pt x="975542" y="236197"/>
                </a:cubicBezTo>
                <a:close/>
                <a:moveTo>
                  <a:pt x="926765" y="236197"/>
                </a:moveTo>
                <a:cubicBezTo>
                  <a:pt x="938039" y="236197"/>
                  <a:pt x="947178" y="245336"/>
                  <a:pt x="947178" y="256609"/>
                </a:cubicBezTo>
                <a:cubicBezTo>
                  <a:pt x="947178" y="267883"/>
                  <a:pt x="938039" y="277022"/>
                  <a:pt x="926765" y="277022"/>
                </a:cubicBezTo>
                <a:cubicBezTo>
                  <a:pt x="915491" y="277022"/>
                  <a:pt x="906352" y="267883"/>
                  <a:pt x="906352" y="256609"/>
                </a:cubicBezTo>
                <a:cubicBezTo>
                  <a:pt x="906352" y="245336"/>
                  <a:pt x="915491" y="236197"/>
                  <a:pt x="926765" y="236197"/>
                </a:cubicBezTo>
                <a:close/>
                <a:moveTo>
                  <a:pt x="877988" y="236197"/>
                </a:moveTo>
                <a:cubicBezTo>
                  <a:pt x="889262" y="236197"/>
                  <a:pt x="898401" y="245336"/>
                  <a:pt x="898401" y="256609"/>
                </a:cubicBezTo>
                <a:cubicBezTo>
                  <a:pt x="898401" y="267883"/>
                  <a:pt x="889262" y="277022"/>
                  <a:pt x="877988" y="277022"/>
                </a:cubicBezTo>
                <a:cubicBezTo>
                  <a:pt x="866714" y="277022"/>
                  <a:pt x="857575" y="267883"/>
                  <a:pt x="857575" y="256609"/>
                </a:cubicBezTo>
                <a:cubicBezTo>
                  <a:pt x="857575" y="245336"/>
                  <a:pt x="866714" y="236197"/>
                  <a:pt x="877988" y="236197"/>
                </a:cubicBezTo>
                <a:close/>
                <a:moveTo>
                  <a:pt x="829211" y="236197"/>
                </a:moveTo>
                <a:cubicBezTo>
                  <a:pt x="840485" y="236197"/>
                  <a:pt x="849624" y="245336"/>
                  <a:pt x="849624" y="256609"/>
                </a:cubicBezTo>
                <a:cubicBezTo>
                  <a:pt x="849624" y="267883"/>
                  <a:pt x="840485" y="277022"/>
                  <a:pt x="829211" y="277022"/>
                </a:cubicBezTo>
                <a:cubicBezTo>
                  <a:pt x="817937" y="277022"/>
                  <a:pt x="808798" y="267883"/>
                  <a:pt x="808798" y="256609"/>
                </a:cubicBezTo>
                <a:cubicBezTo>
                  <a:pt x="808798" y="245336"/>
                  <a:pt x="817937" y="236197"/>
                  <a:pt x="829211" y="236197"/>
                </a:cubicBezTo>
                <a:close/>
                <a:moveTo>
                  <a:pt x="780434" y="236197"/>
                </a:moveTo>
                <a:cubicBezTo>
                  <a:pt x="791708" y="236197"/>
                  <a:pt x="800847" y="245336"/>
                  <a:pt x="800847" y="256609"/>
                </a:cubicBezTo>
                <a:cubicBezTo>
                  <a:pt x="800847" y="267883"/>
                  <a:pt x="791708" y="277022"/>
                  <a:pt x="780434" y="277022"/>
                </a:cubicBezTo>
                <a:cubicBezTo>
                  <a:pt x="769160" y="277022"/>
                  <a:pt x="760021" y="267883"/>
                  <a:pt x="760021" y="256609"/>
                </a:cubicBezTo>
                <a:cubicBezTo>
                  <a:pt x="760021" y="245336"/>
                  <a:pt x="769160" y="236197"/>
                  <a:pt x="780434" y="236197"/>
                </a:cubicBezTo>
                <a:close/>
                <a:moveTo>
                  <a:pt x="731657" y="236197"/>
                </a:moveTo>
                <a:cubicBezTo>
                  <a:pt x="742931" y="236197"/>
                  <a:pt x="752070" y="245336"/>
                  <a:pt x="752070" y="256609"/>
                </a:cubicBezTo>
                <a:cubicBezTo>
                  <a:pt x="752070" y="267883"/>
                  <a:pt x="742931" y="277022"/>
                  <a:pt x="731657" y="277022"/>
                </a:cubicBezTo>
                <a:cubicBezTo>
                  <a:pt x="720383" y="277022"/>
                  <a:pt x="711244" y="267883"/>
                  <a:pt x="711244" y="256609"/>
                </a:cubicBezTo>
                <a:cubicBezTo>
                  <a:pt x="711244" y="245336"/>
                  <a:pt x="720383" y="236197"/>
                  <a:pt x="731657" y="236197"/>
                </a:cubicBezTo>
                <a:close/>
                <a:moveTo>
                  <a:pt x="682880" y="236197"/>
                </a:moveTo>
                <a:cubicBezTo>
                  <a:pt x="694153" y="236197"/>
                  <a:pt x="703293" y="245336"/>
                  <a:pt x="703293" y="256609"/>
                </a:cubicBezTo>
                <a:cubicBezTo>
                  <a:pt x="703293" y="267883"/>
                  <a:pt x="694153" y="277022"/>
                  <a:pt x="682880" y="277022"/>
                </a:cubicBezTo>
                <a:cubicBezTo>
                  <a:pt x="671606" y="277022"/>
                  <a:pt x="662467" y="267883"/>
                  <a:pt x="662467" y="256609"/>
                </a:cubicBezTo>
                <a:cubicBezTo>
                  <a:pt x="662467" y="245336"/>
                  <a:pt x="671606" y="236197"/>
                  <a:pt x="682880" y="236197"/>
                </a:cubicBezTo>
                <a:close/>
                <a:moveTo>
                  <a:pt x="634103" y="236197"/>
                </a:moveTo>
                <a:cubicBezTo>
                  <a:pt x="645377" y="236197"/>
                  <a:pt x="654516" y="245336"/>
                  <a:pt x="654516" y="256609"/>
                </a:cubicBezTo>
                <a:cubicBezTo>
                  <a:pt x="654516" y="267883"/>
                  <a:pt x="645377" y="277022"/>
                  <a:pt x="634103" y="277022"/>
                </a:cubicBezTo>
                <a:cubicBezTo>
                  <a:pt x="622829" y="277022"/>
                  <a:pt x="613690" y="267883"/>
                  <a:pt x="613690" y="256609"/>
                </a:cubicBezTo>
                <a:cubicBezTo>
                  <a:pt x="613690" y="245336"/>
                  <a:pt x="622829" y="236197"/>
                  <a:pt x="634103" y="236197"/>
                </a:cubicBezTo>
                <a:close/>
                <a:moveTo>
                  <a:pt x="585326" y="236197"/>
                </a:moveTo>
                <a:cubicBezTo>
                  <a:pt x="596599" y="236197"/>
                  <a:pt x="605738" y="245336"/>
                  <a:pt x="605738" y="256609"/>
                </a:cubicBezTo>
                <a:cubicBezTo>
                  <a:pt x="605738" y="267883"/>
                  <a:pt x="596599" y="277022"/>
                  <a:pt x="585326" y="277022"/>
                </a:cubicBezTo>
                <a:cubicBezTo>
                  <a:pt x="574052" y="277022"/>
                  <a:pt x="564913" y="267883"/>
                  <a:pt x="564913" y="256609"/>
                </a:cubicBezTo>
                <a:cubicBezTo>
                  <a:pt x="564913" y="245336"/>
                  <a:pt x="574052" y="236197"/>
                  <a:pt x="585326" y="236197"/>
                </a:cubicBezTo>
                <a:close/>
                <a:moveTo>
                  <a:pt x="536549" y="236197"/>
                </a:moveTo>
                <a:cubicBezTo>
                  <a:pt x="547822" y="236197"/>
                  <a:pt x="556961" y="245336"/>
                  <a:pt x="556961" y="256609"/>
                </a:cubicBezTo>
                <a:cubicBezTo>
                  <a:pt x="556961" y="267883"/>
                  <a:pt x="547822" y="277022"/>
                  <a:pt x="536549" y="277022"/>
                </a:cubicBezTo>
                <a:cubicBezTo>
                  <a:pt x="525275" y="277022"/>
                  <a:pt x="516136" y="267883"/>
                  <a:pt x="516136" y="256609"/>
                </a:cubicBezTo>
                <a:cubicBezTo>
                  <a:pt x="516136" y="245336"/>
                  <a:pt x="525275" y="236197"/>
                  <a:pt x="536549" y="236197"/>
                </a:cubicBezTo>
                <a:close/>
                <a:moveTo>
                  <a:pt x="487772" y="236197"/>
                </a:moveTo>
                <a:cubicBezTo>
                  <a:pt x="499045" y="236197"/>
                  <a:pt x="508184" y="245336"/>
                  <a:pt x="508184" y="256609"/>
                </a:cubicBezTo>
                <a:cubicBezTo>
                  <a:pt x="508184" y="267883"/>
                  <a:pt x="499045" y="277022"/>
                  <a:pt x="487772" y="277022"/>
                </a:cubicBezTo>
                <a:cubicBezTo>
                  <a:pt x="476498" y="277022"/>
                  <a:pt x="467359" y="267883"/>
                  <a:pt x="467359" y="256609"/>
                </a:cubicBezTo>
                <a:cubicBezTo>
                  <a:pt x="467359" y="245336"/>
                  <a:pt x="476498" y="236197"/>
                  <a:pt x="487772" y="236197"/>
                </a:cubicBezTo>
                <a:close/>
                <a:moveTo>
                  <a:pt x="438994" y="236197"/>
                </a:moveTo>
                <a:cubicBezTo>
                  <a:pt x="450268" y="236197"/>
                  <a:pt x="459407" y="245336"/>
                  <a:pt x="459407" y="256609"/>
                </a:cubicBezTo>
                <a:cubicBezTo>
                  <a:pt x="459407" y="267883"/>
                  <a:pt x="450268" y="277022"/>
                  <a:pt x="438994" y="277022"/>
                </a:cubicBezTo>
                <a:cubicBezTo>
                  <a:pt x="427721" y="277022"/>
                  <a:pt x="418582" y="267883"/>
                  <a:pt x="418582" y="256609"/>
                </a:cubicBezTo>
                <a:cubicBezTo>
                  <a:pt x="418582" y="245336"/>
                  <a:pt x="427721" y="236197"/>
                  <a:pt x="438994" y="236197"/>
                </a:cubicBezTo>
                <a:close/>
                <a:moveTo>
                  <a:pt x="390217" y="236197"/>
                </a:moveTo>
                <a:cubicBezTo>
                  <a:pt x="401491" y="236197"/>
                  <a:pt x="410630" y="245336"/>
                  <a:pt x="410630" y="256609"/>
                </a:cubicBezTo>
                <a:cubicBezTo>
                  <a:pt x="410630" y="267883"/>
                  <a:pt x="401491" y="277022"/>
                  <a:pt x="390217" y="277022"/>
                </a:cubicBezTo>
                <a:cubicBezTo>
                  <a:pt x="378944" y="277022"/>
                  <a:pt x="369805" y="267883"/>
                  <a:pt x="369805" y="256609"/>
                </a:cubicBezTo>
                <a:cubicBezTo>
                  <a:pt x="369805" y="245336"/>
                  <a:pt x="378944" y="236197"/>
                  <a:pt x="390217" y="236197"/>
                </a:cubicBezTo>
                <a:close/>
                <a:moveTo>
                  <a:pt x="341440" y="236197"/>
                </a:moveTo>
                <a:cubicBezTo>
                  <a:pt x="352714" y="236197"/>
                  <a:pt x="361853" y="245336"/>
                  <a:pt x="361853" y="256609"/>
                </a:cubicBezTo>
                <a:cubicBezTo>
                  <a:pt x="361853" y="267883"/>
                  <a:pt x="352714" y="277022"/>
                  <a:pt x="341440" y="277022"/>
                </a:cubicBezTo>
                <a:cubicBezTo>
                  <a:pt x="330166" y="277022"/>
                  <a:pt x="321028" y="267883"/>
                  <a:pt x="321028" y="256609"/>
                </a:cubicBezTo>
                <a:cubicBezTo>
                  <a:pt x="321028" y="245336"/>
                  <a:pt x="330166" y="236197"/>
                  <a:pt x="341440" y="236197"/>
                </a:cubicBezTo>
                <a:close/>
                <a:moveTo>
                  <a:pt x="292663" y="236197"/>
                </a:moveTo>
                <a:cubicBezTo>
                  <a:pt x="303937" y="236197"/>
                  <a:pt x="313076" y="245336"/>
                  <a:pt x="313076" y="256609"/>
                </a:cubicBezTo>
                <a:cubicBezTo>
                  <a:pt x="313076" y="267883"/>
                  <a:pt x="303937" y="277022"/>
                  <a:pt x="292663" y="277022"/>
                </a:cubicBezTo>
                <a:cubicBezTo>
                  <a:pt x="281389" y="277022"/>
                  <a:pt x="272251" y="267883"/>
                  <a:pt x="272251" y="256609"/>
                </a:cubicBezTo>
                <a:cubicBezTo>
                  <a:pt x="272251" y="245336"/>
                  <a:pt x="281389" y="236197"/>
                  <a:pt x="292663" y="236197"/>
                </a:cubicBezTo>
                <a:close/>
                <a:moveTo>
                  <a:pt x="243886" y="236197"/>
                </a:moveTo>
                <a:cubicBezTo>
                  <a:pt x="255160" y="236197"/>
                  <a:pt x="264299" y="245336"/>
                  <a:pt x="264299" y="256609"/>
                </a:cubicBezTo>
                <a:cubicBezTo>
                  <a:pt x="264299" y="267883"/>
                  <a:pt x="255160" y="277022"/>
                  <a:pt x="243886" y="277022"/>
                </a:cubicBezTo>
                <a:cubicBezTo>
                  <a:pt x="232612" y="277022"/>
                  <a:pt x="223473" y="267883"/>
                  <a:pt x="223473" y="256609"/>
                </a:cubicBezTo>
                <a:cubicBezTo>
                  <a:pt x="223473" y="245336"/>
                  <a:pt x="232612" y="236197"/>
                  <a:pt x="243886" y="236197"/>
                </a:cubicBezTo>
                <a:close/>
                <a:moveTo>
                  <a:pt x="195109" y="236197"/>
                </a:moveTo>
                <a:cubicBezTo>
                  <a:pt x="206383" y="236197"/>
                  <a:pt x="215522" y="245336"/>
                  <a:pt x="215522" y="256609"/>
                </a:cubicBezTo>
                <a:cubicBezTo>
                  <a:pt x="215522" y="267883"/>
                  <a:pt x="206383" y="277022"/>
                  <a:pt x="195109" y="277022"/>
                </a:cubicBezTo>
                <a:cubicBezTo>
                  <a:pt x="183835" y="277022"/>
                  <a:pt x="174696" y="267883"/>
                  <a:pt x="174696" y="256609"/>
                </a:cubicBezTo>
                <a:cubicBezTo>
                  <a:pt x="174696" y="245336"/>
                  <a:pt x="183835" y="236197"/>
                  <a:pt x="195109" y="236197"/>
                </a:cubicBezTo>
                <a:close/>
                <a:moveTo>
                  <a:pt x="146332" y="236197"/>
                </a:moveTo>
                <a:cubicBezTo>
                  <a:pt x="157606" y="236197"/>
                  <a:pt x="166745" y="245336"/>
                  <a:pt x="166745" y="256609"/>
                </a:cubicBezTo>
                <a:cubicBezTo>
                  <a:pt x="166745" y="267883"/>
                  <a:pt x="157606" y="277022"/>
                  <a:pt x="146332" y="277022"/>
                </a:cubicBezTo>
                <a:cubicBezTo>
                  <a:pt x="135058" y="277022"/>
                  <a:pt x="125919" y="267883"/>
                  <a:pt x="125919" y="256609"/>
                </a:cubicBezTo>
                <a:cubicBezTo>
                  <a:pt x="125919" y="245336"/>
                  <a:pt x="135058" y="236197"/>
                  <a:pt x="146332" y="236197"/>
                </a:cubicBezTo>
                <a:close/>
                <a:moveTo>
                  <a:pt x="97555" y="236197"/>
                </a:moveTo>
                <a:cubicBezTo>
                  <a:pt x="108829" y="236197"/>
                  <a:pt x="117968" y="245336"/>
                  <a:pt x="117968" y="256609"/>
                </a:cubicBezTo>
                <a:cubicBezTo>
                  <a:pt x="117968" y="267883"/>
                  <a:pt x="108829" y="277022"/>
                  <a:pt x="97555" y="277022"/>
                </a:cubicBezTo>
                <a:cubicBezTo>
                  <a:pt x="86281" y="277022"/>
                  <a:pt x="77142" y="267883"/>
                  <a:pt x="77142" y="256609"/>
                </a:cubicBezTo>
                <a:cubicBezTo>
                  <a:pt x="77142" y="245336"/>
                  <a:pt x="86281" y="236197"/>
                  <a:pt x="97555" y="236197"/>
                </a:cubicBezTo>
                <a:close/>
                <a:moveTo>
                  <a:pt x="48778" y="236197"/>
                </a:moveTo>
                <a:cubicBezTo>
                  <a:pt x="60052" y="236197"/>
                  <a:pt x="69191" y="245336"/>
                  <a:pt x="69191" y="256609"/>
                </a:cubicBezTo>
                <a:cubicBezTo>
                  <a:pt x="69191" y="267883"/>
                  <a:pt x="60052" y="277022"/>
                  <a:pt x="48778" y="277022"/>
                </a:cubicBezTo>
                <a:cubicBezTo>
                  <a:pt x="37504" y="277022"/>
                  <a:pt x="28365" y="267883"/>
                  <a:pt x="28365" y="256609"/>
                </a:cubicBezTo>
                <a:cubicBezTo>
                  <a:pt x="28365" y="245336"/>
                  <a:pt x="37504" y="236197"/>
                  <a:pt x="48778" y="236197"/>
                </a:cubicBezTo>
                <a:close/>
                <a:moveTo>
                  <a:pt x="2" y="236197"/>
                </a:moveTo>
                <a:cubicBezTo>
                  <a:pt x="11275" y="236197"/>
                  <a:pt x="20414" y="245336"/>
                  <a:pt x="20414" y="256609"/>
                </a:cubicBezTo>
                <a:cubicBezTo>
                  <a:pt x="20414" y="267883"/>
                  <a:pt x="11275" y="277022"/>
                  <a:pt x="2" y="277022"/>
                </a:cubicBezTo>
                <a:lnTo>
                  <a:pt x="0" y="277021"/>
                </a:lnTo>
                <a:lnTo>
                  <a:pt x="0" y="236198"/>
                </a:lnTo>
                <a:close/>
                <a:moveTo>
                  <a:pt x="975542" y="182110"/>
                </a:moveTo>
                <a:cubicBezTo>
                  <a:pt x="981179" y="182110"/>
                  <a:pt x="986282" y="184395"/>
                  <a:pt x="989976" y="188089"/>
                </a:cubicBezTo>
                <a:lnTo>
                  <a:pt x="992557" y="194320"/>
                </a:lnTo>
                <a:lnTo>
                  <a:pt x="990601" y="207139"/>
                </a:lnTo>
                <a:lnTo>
                  <a:pt x="987678" y="218507"/>
                </a:lnTo>
                <a:lnTo>
                  <a:pt x="983488" y="221332"/>
                </a:lnTo>
                <a:cubicBezTo>
                  <a:pt x="981046" y="222365"/>
                  <a:pt x="978360" y="222936"/>
                  <a:pt x="975542" y="222936"/>
                </a:cubicBezTo>
                <a:cubicBezTo>
                  <a:pt x="964268" y="222936"/>
                  <a:pt x="955129" y="213797"/>
                  <a:pt x="955129" y="202523"/>
                </a:cubicBezTo>
                <a:cubicBezTo>
                  <a:pt x="955129" y="191250"/>
                  <a:pt x="964268" y="182110"/>
                  <a:pt x="975542" y="182110"/>
                </a:cubicBezTo>
                <a:close/>
                <a:moveTo>
                  <a:pt x="926765" y="182110"/>
                </a:moveTo>
                <a:cubicBezTo>
                  <a:pt x="938039" y="182110"/>
                  <a:pt x="947178" y="191250"/>
                  <a:pt x="947178" y="202523"/>
                </a:cubicBezTo>
                <a:cubicBezTo>
                  <a:pt x="947178" y="213797"/>
                  <a:pt x="938039" y="222936"/>
                  <a:pt x="926765" y="222936"/>
                </a:cubicBezTo>
                <a:cubicBezTo>
                  <a:pt x="915491" y="222936"/>
                  <a:pt x="906352" y="213797"/>
                  <a:pt x="906352" y="202523"/>
                </a:cubicBezTo>
                <a:cubicBezTo>
                  <a:pt x="906352" y="191250"/>
                  <a:pt x="915491" y="182110"/>
                  <a:pt x="926765" y="182110"/>
                </a:cubicBezTo>
                <a:close/>
                <a:moveTo>
                  <a:pt x="877988" y="182110"/>
                </a:moveTo>
                <a:cubicBezTo>
                  <a:pt x="889262" y="182110"/>
                  <a:pt x="898401" y="191250"/>
                  <a:pt x="898401" y="202523"/>
                </a:cubicBezTo>
                <a:cubicBezTo>
                  <a:pt x="898401" y="213797"/>
                  <a:pt x="889262" y="222936"/>
                  <a:pt x="877988" y="222936"/>
                </a:cubicBezTo>
                <a:cubicBezTo>
                  <a:pt x="866714" y="222936"/>
                  <a:pt x="857575" y="213797"/>
                  <a:pt x="857575" y="202523"/>
                </a:cubicBezTo>
                <a:cubicBezTo>
                  <a:pt x="857575" y="191250"/>
                  <a:pt x="866714" y="182110"/>
                  <a:pt x="877988" y="182110"/>
                </a:cubicBezTo>
                <a:close/>
                <a:moveTo>
                  <a:pt x="829211" y="182110"/>
                </a:moveTo>
                <a:cubicBezTo>
                  <a:pt x="840485" y="182110"/>
                  <a:pt x="849624" y="191250"/>
                  <a:pt x="849624" y="202523"/>
                </a:cubicBezTo>
                <a:cubicBezTo>
                  <a:pt x="849624" y="213797"/>
                  <a:pt x="840485" y="222936"/>
                  <a:pt x="829211" y="222936"/>
                </a:cubicBezTo>
                <a:cubicBezTo>
                  <a:pt x="817937" y="222936"/>
                  <a:pt x="808798" y="213797"/>
                  <a:pt x="808798" y="202523"/>
                </a:cubicBezTo>
                <a:cubicBezTo>
                  <a:pt x="808798" y="191250"/>
                  <a:pt x="817937" y="182110"/>
                  <a:pt x="829211" y="182110"/>
                </a:cubicBezTo>
                <a:close/>
                <a:moveTo>
                  <a:pt x="780434" y="182110"/>
                </a:moveTo>
                <a:cubicBezTo>
                  <a:pt x="791708" y="182110"/>
                  <a:pt x="800847" y="191250"/>
                  <a:pt x="800847" y="202523"/>
                </a:cubicBezTo>
                <a:cubicBezTo>
                  <a:pt x="800847" y="213797"/>
                  <a:pt x="791708" y="222936"/>
                  <a:pt x="780434" y="222936"/>
                </a:cubicBezTo>
                <a:cubicBezTo>
                  <a:pt x="769160" y="222936"/>
                  <a:pt x="760021" y="213797"/>
                  <a:pt x="760021" y="202523"/>
                </a:cubicBezTo>
                <a:cubicBezTo>
                  <a:pt x="760021" y="191250"/>
                  <a:pt x="769160" y="182110"/>
                  <a:pt x="780434" y="182110"/>
                </a:cubicBezTo>
                <a:close/>
                <a:moveTo>
                  <a:pt x="731657" y="182110"/>
                </a:moveTo>
                <a:cubicBezTo>
                  <a:pt x="742931" y="182110"/>
                  <a:pt x="752070" y="191250"/>
                  <a:pt x="752070" y="202523"/>
                </a:cubicBezTo>
                <a:cubicBezTo>
                  <a:pt x="752070" y="213797"/>
                  <a:pt x="742931" y="222936"/>
                  <a:pt x="731657" y="222936"/>
                </a:cubicBezTo>
                <a:cubicBezTo>
                  <a:pt x="720383" y="222936"/>
                  <a:pt x="711244" y="213797"/>
                  <a:pt x="711244" y="202523"/>
                </a:cubicBezTo>
                <a:cubicBezTo>
                  <a:pt x="711244" y="191250"/>
                  <a:pt x="720383" y="182110"/>
                  <a:pt x="731657" y="182110"/>
                </a:cubicBezTo>
                <a:close/>
                <a:moveTo>
                  <a:pt x="682880" y="182110"/>
                </a:moveTo>
                <a:cubicBezTo>
                  <a:pt x="694153" y="182110"/>
                  <a:pt x="703293" y="191250"/>
                  <a:pt x="703293" y="202523"/>
                </a:cubicBezTo>
                <a:cubicBezTo>
                  <a:pt x="703293" y="213797"/>
                  <a:pt x="694153" y="222936"/>
                  <a:pt x="682880" y="222936"/>
                </a:cubicBezTo>
                <a:cubicBezTo>
                  <a:pt x="671606" y="222936"/>
                  <a:pt x="662467" y="213797"/>
                  <a:pt x="662467" y="202523"/>
                </a:cubicBezTo>
                <a:cubicBezTo>
                  <a:pt x="662467" y="191250"/>
                  <a:pt x="671606" y="182110"/>
                  <a:pt x="682880" y="182110"/>
                </a:cubicBezTo>
                <a:close/>
                <a:moveTo>
                  <a:pt x="634103" y="182110"/>
                </a:moveTo>
                <a:cubicBezTo>
                  <a:pt x="645377" y="182110"/>
                  <a:pt x="654516" y="191250"/>
                  <a:pt x="654516" y="202523"/>
                </a:cubicBezTo>
                <a:cubicBezTo>
                  <a:pt x="654516" y="213797"/>
                  <a:pt x="645377" y="222936"/>
                  <a:pt x="634103" y="222936"/>
                </a:cubicBezTo>
                <a:cubicBezTo>
                  <a:pt x="622829" y="222936"/>
                  <a:pt x="613690" y="213797"/>
                  <a:pt x="613690" y="202523"/>
                </a:cubicBezTo>
                <a:cubicBezTo>
                  <a:pt x="613690" y="191250"/>
                  <a:pt x="622829" y="182110"/>
                  <a:pt x="634103" y="182110"/>
                </a:cubicBezTo>
                <a:close/>
                <a:moveTo>
                  <a:pt x="585326" y="182110"/>
                </a:moveTo>
                <a:cubicBezTo>
                  <a:pt x="596599" y="182110"/>
                  <a:pt x="605738" y="191250"/>
                  <a:pt x="605738" y="202523"/>
                </a:cubicBezTo>
                <a:cubicBezTo>
                  <a:pt x="605738" y="213797"/>
                  <a:pt x="596599" y="222936"/>
                  <a:pt x="585326" y="222936"/>
                </a:cubicBezTo>
                <a:cubicBezTo>
                  <a:pt x="574052" y="222936"/>
                  <a:pt x="564913" y="213797"/>
                  <a:pt x="564913" y="202523"/>
                </a:cubicBezTo>
                <a:cubicBezTo>
                  <a:pt x="564913" y="191250"/>
                  <a:pt x="574052" y="182110"/>
                  <a:pt x="585326" y="182110"/>
                </a:cubicBezTo>
                <a:close/>
                <a:moveTo>
                  <a:pt x="536549" y="182110"/>
                </a:moveTo>
                <a:cubicBezTo>
                  <a:pt x="547822" y="182110"/>
                  <a:pt x="556961" y="191250"/>
                  <a:pt x="556961" y="202523"/>
                </a:cubicBezTo>
                <a:cubicBezTo>
                  <a:pt x="556961" y="213797"/>
                  <a:pt x="547822" y="222936"/>
                  <a:pt x="536549" y="222936"/>
                </a:cubicBezTo>
                <a:cubicBezTo>
                  <a:pt x="525275" y="222936"/>
                  <a:pt x="516136" y="213797"/>
                  <a:pt x="516136" y="202523"/>
                </a:cubicBezTo>
                <a:cubicBezTo>
                  <a:pt x="516136" y="191250"/>
                  <a:pt x="525275" y="182110"/>
                  <a:pt x="536549" y="182110"/>
                </a:cubicBezTo>
                <a:close/>
                <a:moveTo>
                  <a:pt x="487772" y="182110"/>
                </a:moveTo>
                <a:cubicBezTo>
                  <a:pt x="499045" y="182110"/>
                  <a:pt x="508184" y="191250"/>
                  <a:pt x="508184" y="202523"/>
                </a:cubicBezTo>
                <a:cubicBezTo>
                  <a:pt x="508184" y="213797"/>
                  <a:pt x="499045" y="222936"/>
                  <a:pt x="487772" y="222936"/>
                </a:cubicBezTo>
                <a:cubicBezTo>
                  <a:pt x="476498" y="222936"/>
                  <a:pt x="467359" y="213797"/>
                  <a:pt x="467359" y="202523"/>
                </a:cubicBezTo>
                <a:cubicBezTo>
                  <a:pt x="467359" y="191250"/>
                  <a:pt x="476498" y="182110"/>
                  <a:pt x="487772" y="182110"/>
                </a:cubicBezTo>
                <a:close/>
                <a:moveTo>
                  <a:pt x="438994" y="182110"/>
                </a:moveTo>
                <a:cubicBezTo>
                  <a:pt x="450268" y="182110"/>
                  <a:pt x="459407" y="191250"/>
                  <a:pt x="459407" y="202523"/>
                </a:cubicBezTo>
                <a:cubicBezTo>
                  <a:pt x="459407" y="213797"/>
                  <a:pt x="450268" y="222936"/>
                  <a:pt x="438994" y="222936"/>
                </a:cubicBezTo>
                <a:cubicBezTo>
                  <a:pt x="427721" y="222936"/>
                  <a:pt x="418582" y="213797"/>
                  <a:pt x="418582" y="202523"/>
                </a:cubicBezTo>
                <a:cubicBezTo>
                  <a:pt x="418582" y="191250"/>
                  <a:pt x="427721" y="182110"/>
                  <a:pt x="438994" y="182110"/>
                </a:cubicBezTo>
                <a:close/>
                <a:moveTo>
                  <a:pt x="390217" y="182110"/>
                </a:moveTo>
                <a:cubicBezTo>
                  <a:pt x="401491" y="182110"/>
                  <a:pt x="410630" y="191250"/>
                  <a:pt x="410630" y="202523"/>
                </a:cubicBezTo>
                <a:cubicBezTo>
                  <a:pt x="410630" y="213797"/>
                  <a:pt x="401491" y="222936"/>
                  <a:pt x="390217" y="222936"/>
                </a:cubicBezTo>
                <a:cubicBezTo>
                  <a:pt x="378944" y="222936"/>
                  <a:pt x="369805" y="213797"/>
                  <a:pt x="369805" y="202523"/>
                </a:cubicBezTo>
                <a:cubicBezTo>
                  <a:pt x="369805" y="191250"/>
                  <a:pt x="378944" y="182110"/>
                  <a:pt x="390217" y="182110"/>
                </a:cubicBezTo>
                <a:close/>
                <a:moveTo>
                  <a:pt x="341440" y="182110"/>
                </a:moveTo>
                <a:cubicBezTo>
                  <a:pt x="352714" y="182110"/>
                  <a:pt x="361853" y="191250"/>
                  <a:pt x="361853" y="202523"/>
                </a:cubicBezTo>
                <a:cubicBezTo>
                  <a:pt x="361853" y="213797"/>
                  <a:pt x="352714" y="222936"/>
                  <a:pt x="341440" y="222936"/>
                </a:cubicBezTo>
                <a:cubicBezTo>
                  <a:pt x="330166" y="222936"/>
                  <a:pt x="321028" y="213797"/>
                  <a:pt x="321028" y="202523"/>
                </a:cubicBezTo>
                <a:cubicBezTo>
                  <a:pt x="321028" y="191250"/>
                  <a:pt x="330166" y="182110"/>
                  <a:pt x="341440" y="182110"/>
                </a:cubicBezTo>
                <a:close/>
                <a:moveTo>
                  <a:pt x="292663" y="182110"/>
                </a:moveTo>
                <a:cubicBezTo>
                  <a:pt x="303937" y="182110"/>
                  <a:pt x="313076" y="191250"/>
                  <a:pt x="313076" y="202523"/>
                </a:cubicBezTo>
                <a:cubicBezTo>
                  <a:pt x="313076" y="213797"/>
                  <a:pt x="303937" y="222936"/>
                  <a:pt x="292663" y="222936"/>
                </a:cubicBezTo>
                <a:cubicBezTo>
                  <a:pt x="281389" y="222936"/>
                  <a:pt x="272251" y="213797"/>
                  <a:pt x="272251" y="202523"/>
                </a:cubicBezTo>
                <a:cubicBezTo>
                  <a:pt x="272251" y="191250"/>
                  <a:pt x="281389" y="182110"/>
                  <a:pt x="292663" y="182110"/>
                </a:cubicBezTo>
                <a:close/>
                <a:moveTo>
                  <a:pt x="243886" y="182110"/>
                </a:moveTo>
                <a:cubicBezTo>
                  <a:pt x="255160" y="182110"/>
                  <a:pt x="264299" y="191250"/>
                  <a:pt x="264299" y="202523"/>
                </a:cubicBezTo>
                <a:cubicBezTo>
                  <a:pt x="264299" y="213797"/>
                  <a:pt x="255160" y="222936"/>
                  <a:pt x="243886" y="222936"/>
                </a:cubicBezTo>
                <a:cubicBezTo>
                  <a:pt x="232612" y="222936"/>
                  <a:pt x="223473" y="213797"/>
                  <a:pt x="223473" y="202523"/>
                </a:cubicBezTo>
                <a:cubicBezTo>
                  <a:pt x="223473" y="191250"/>
                  <a:pt x="232612" y="182110"/>
                  <a:pt x="243886" y="182110"/>
                </a:cubicBezTo>
                <a:close/>
                <a:moveTo>
                  <a:pt x="195109" y="182110"/>
                </a:moveTo>
                <a:cubicBezTo>
                  <a:pt x="206383" y="182110"/>
                  <a:pt x="215522" y="191250"/>
                  <a:pt x="215522" y="202523"/>
                </a:cubicBezTo>
                <a:cubicBezTo>
                  <a:pt x="215522" y="213797"/>
                  <a:pt x="206383" y="222936"/>
                  <a:pt x="195109" y="222936"/>
                </a:cubicBezTo>
                <a:cubicBezTo>
                  <a:pt x="183835" y="222936"/>
                  <a:pt x="174696" y="213797"/>
                  <a:pt x="174696" y="202523"/>
                </a:cubicBezTo>
                <a:cubicBezTo>
                  <a:pt x="174696" y="191250"/>
                  <a:pt x="183835" y="182110"/>
                  <a:pt x="195109" y="182110"/>
                </a:cubicBezTo>
                <a:close/>
                <a:moveTo>
                  <a:pt x="146332" y="182110"/>
                </a:moveTo>
                <a:cubicBezTo>
                  <a:pt x="157606" y="182110"/>
                  <a:pt x="166745" y="191250"/>
                  <a:pt x="166745" y="202523"/>
                </a:cubicBezTo>
                <a:cubicBezTo>
                  <a:pt x="166745" y="213797"/>
                  <a:pt x="157606" y="222936"/>
                  <a:pt x="146332" y="222936"/>
                </a:cubicBezTo>
                <a:cubicBezTo>
                  <a:pt x="135058" y="222936"/>
                  <a:pt x="125919" y="213797"/>
                  <a:pt x="125919" y="202523"/>
                </a:cubicBezTo>
                <a:cubicBezTo>
                  <a:pt x="125919" y="191250"/>
                  <a:pt x="135058" y="182110"/>
                  <a:pt x="146332" y="182110"/>
                </a:cubicBezTo>
                <a:close/>
                <a:moveTo>
                  <a:pt x="97555" y="182110"/>
                </a:moveTo>
                <a:cubicBezTo>
                  <a:pt x="108829" y="182110"/>
                  <a:pt x="117968" y="191250"/>
                  <a:pt x="117968" y="202523"/>
                </a:cubicBezTo>
                <a:cubicBezTo>
                  <a:pt x="117968" y="213797"/>
                  <a:pt x="108829" y="222936"/>
                  <a:pt x="97555" y="222936"/>
                </a:cubicBezTo>
                <a:cubicBezTo>
                  <a:pt x="86281" y="222936"/>
                  <a:pt x="77142" y="213797"/>
                  <a:pt x="77142" y="202523"/>
                </a:cubicBezTo>
                <a:cubicBezTo>
                  <a:pt x="77142" y="191250"/>
                  <a:pt x="86281" y="182110"/>
                  <a:pt x="97555" y="182110"/>
                </a:cubicBezTo>
                <a:close/>
                <a:moveTo>
                  <a:pt x="48778" y="182110"/>
                </a:moveTo>
                <a:cubicBezTo>
                  <a:pt x="60052" y="182110"/>
                  <a:pt x="69191" y="191250"/>
                  <a:pt x="69191" y="202523"/>
                </a:cubicBezTo>
                <a:cubicBezTo>
                  <a:pt x="69191" y="213797"/>
                  <a:pt x="60052" y="222936"/>
                  <a:pt x="48778" y="222936"/>
                </a:cubicBezTo>
                <a:cubicBezTo>
                  <a:pt x="37504" y="222936"/>
                  <a:pt x="28365" y="213797"/>
                  <a:pt x="28365" y="202523"/>
                </a:cubicBezTo>
                <a:cubicBezTo>
                  <a:pt x="28365" y="191250"/>
                  <a:pt x="37504" y="182110"/>
                  <a:pt x="48778" y="182110"/>
                </a:cubicBezTo>
                <a:close/>
                <a:moveTo>
                  <a:pt x="2" y="182110"/>
                </a:moveTo>
                <a:cubicBezTo>
                  <a:pt x="11275" y="182110"/>
                  <a:pt x="20414" y="191250"/>
                  <a:pt x="20414" y="202523"/>
                </a:cubicBezTo>
                <a:cubicBezTo>
                  <a:pt x="20414" y="213797"/>
                  <a:pt x="11275" y="222936"/>
                  <a:pt x="2" y="222936"/>
                </a:cubicBezTo>
                <a:lnTo>
                  <a:pt x="0" y="222935"/>
                </a:lnTo>
                <a:lnTo>
                  <a:pt x="0" y="182111"/>
                </a:lnTo>
                <a:close/>
                <a:moveTo>
                  <a:pt x="975542" y="128024"/>
                </a:moveTo>
                <a:cubicBezTo>
                  <a:pt x="986816" y="128024"/>
                  <a:pt x="995955" y="137163"/>
                  <a:pt x="995955" y="148437"/>
                </a:cubicBezTo>
                <a:cubicBezTo>
                  <a:pt x="995955" y="159711"/>
                  <a:pt x="986816" y="168850"/>
                  <a:pt x="975542" y="168850"/>
                </a:cubicBezTo>
                <a:cubicBezTo>
                  <a:pt x="964268" y="168850"/>
                  <a:pt x="955129" y="159711"/>
                  <a:pt x="955129" y="148437"/>
                </a:cubicBezTo>
                <a:cubicBezTo>
                  <a:pt x="955129" y="137163"/>
                  <a:pt x="964268" y="128024"/>
                  <a:pt x="975542" y="128024"/>
                </a:cubicBezTo>
                <a:close/>
                <a:moveTo>
                  <a:pt x="926765" y="128024"/>
                </a:moveTo>
                <a:cubicBezTo>
                  <a:pt x="938039" y="128024"/>
                  <a:pt x="947178" y="137163"/>
                  <a:pt x="947178" y="148437"/>
                </a:cubicBezTo>
                <a:cubicBezTo>
                  <a:pt x="947178" y="159711"/>
                  <a:pt x="938039" y="168850"/>
                  <a:pt x="926765" y="168850"/>
                </a:cubicBezTo>
                <a:cubicBezTo>
                  <a:pt x="915491" y="168850"/>
                  <a:pt x="906352" y="159711"/>
                  <a:pt x="906352" y="148437"/>
                </a:cubicBezTo>
                <a:cubicBezTo>
                  <a:pt x="906352" y="137163"/>
                  <a:pt x="915491" y="128024"/>
                  <a:pt x="926765" y="128024"/>
                </a:cubicBezTo>
                <a:close/>
                <a:moveTo>
                  <a:pt x="877988" y="128024"/>
                </a:moveTo>
                <a:cubicBezTo>
                  <a:pt x="889262" y="128024"/>
                  <a:pt x="898401" y="137163"/>
                  <a:pt x="898401" y="148437"/>
                </a:cubicBezTo>
                <a:cubicBezTo>
                  <a:pt x="898401" y="159711"/>
                  <a:pt x="889262" y="168850"/>
                  <a:pt x="877988" y="168850"/>
                </a:cubicBezTo>
                <a:cubicBezTo>
                  <a:pt x="866714" y="168850"/>
                  <a:pt x="857575" y="159711"/>
                  <a:pt x="857575" y="148437"/>
                </a:cubicBezTo>
                <a:cubicBezTo>
                  <a:pt x="857575" y="137163"/>
                  <a:pt x="866714" y="128024"/>
                  <a:pt x="877988" y="128024"/>
                </a:cubicBezTo>
                <a:close/>
                <a:moveTo>
                  <a:pt x="829211" y="128024"/>
                </a:moveTo>
                <a:cubicBezTo>
                  <a:pt x="840485" y="128024"/>
                  <a:pt x="849624" y="137163"/>
                  <a:pt x="849624" y="148437"/>
                </a:cubicBezTo>
                <a:cubicBezTo>
                  <a:pt x="849624" y="159711"/>
                  <a:pt x="840485" y="168850"/>
                  <a:pt x="829211" y="168850"/>
                </a:cubicBezTo>
                <a:cubicBezTo>
                  <a:pt x="817937" y="168850"/>
                  <a:pt x="808798" y="159711"/>
                  <a:pt x="808798" y="148437"/>
                </a:cubicBezTo>
                <a:cubicBezTo>
                  <a:pt x="808798" y="137163"/>
                  <a:pt x="817937" y="128024"/>
                  <a:pt x="829211" y="128024"/>
                </a:cubicBezTo>
                <a:close/>
                <a:moveTo>
                  <a:pt x="780434" y="128024"/>
                </a:moveTo>
                <a:cubicBezTo>
                  <a:pt x="791708" y="128024"/>
                  <a:pt x="800847" y="137163"/>
                  <a:pt x="800847" y="148437"/>
                </a:cubicBezTo>
                <a:cubicBezTo>
                  <a:pt x="800847" y="159711"/>
                  <a:pt x="791708" y="168850"/>
                  <a:pt x="780434" y="168850"/>
                </a:cubicBezTo>
                <a:cubicBezTo>
                  <a:pt x="769160" y="168850"/>
                  <a:pt x="760021" y="159711"/>
                  <a:pt x="760021" y="148437"/>
                </a:cubicBezTo>
                <a:cubicBezTo>
                  <a:pt x="760021" y="137163"/>
                  <a:pt x="769160" y="128024"/>
                  <a:pt x="780434" y="128024"/>
                </a:cubicBezTo>
                <a:close/>
                <a:moveTo>
                  <a:pt x="731657" y="128024"/>
                </a:moveTo>
                <a:cubicBezTo>
                  <a:pt x="742931" y="128024"/>
                  <a:pt x="752070" y="137163"/>
                  <a:pt x="752070" y="148437"/>
                </a:cubicBezTo>
                <a:cubicBezTo>
                  <a:pt x="752070" y="159711"/>
                  <a:pt x="742931" y="168850"/>
                  <a:pt x="731657" y="168850"/>
                </a:cubicBezTo>
                <a:cubicBezTo>
                  <a:pt x="720383" y="168850"/>
                  <a:pt x="711244" y="159711"/>
                  <a:pt x="711244" y="148437"/>
                </a:cubicBezTo>
                <a:cubicBezTo>
                  <a:pt x="711244" y="137163"/>
                  <a:pt x="720383" y="128024"/>
                  <a:pt x="731657" y="128024"/>
                </a:cubicBezTo>
                <a:close/>
                <a:moveTo>
                  <a:pt x="682880" y="128024"/>
                </a:moveTo>
                <a:cubicBezTo>
                  <a:pt x="694153" y="128024"/>
                  <a:pt x="703293" y="137163"/>
                  <a:pt x="703293" y="148437"/>
                </a:cubicBezTo>
                <a:cubicBezTo>
                  <a:pt x="703293" y="159711"/>
                  <a:pt x="694153" y="168850"/>
                  <a:pt x="682880" y="168850"/>
                </a:cubicBezTo>
                <a:cubicBezTo>
                  <a:pt x="671606" y="168850"/>
                  <a:pt x="662467" y="159711"/>
                  <a:pt x="662467" y="148437"/>
                </a:cubicBezTo>
                <a:cubicBezTo>
                  <a:pt x="662467" y="137163"/>
                  <a:pt x="671606" y="128024"/>
                  <a:pt x="682880" y="128024"/>
                </a:cubicBezTo>
                <a:close/>
                <a:moveTo>
                  <a:pt x="634103" y="128024"/>
                </a:moveTo>
                <a:cubicBezTo>
                  <a:pt x="645377" y="128024"/>
                  <a:pt x="654516" y="137163"/>
                  <a:pt x="654516" y="148437"/>
                </a:cubicBezTo>
                <a:cubicBezTo>
                  <a:pt x="654516" y="159711"/>
                  <a:pt x="645377" y="168850"/>
                  <a:pt x="634103" y="168850"/>
                </a:cubicBezTo>
                <a:cubicBezTo>
                  <a:pt x="622829" y="168850"/>
                  <a:pt x="613690" y="159711"/>
                  <a:pt x="613690" y="148437"/>
                </a:cubicBezTo>
                <a:cubicBezTo>
                  <a:pt x="613690" y="137163"/>
                  <a:pt x="622829" y="128024"/>
                  <a:pt x="634103" y="128024"/>
                </a:cubicBezTo>
                <a:close/>
                <a:moveTo>
                  <a:pt x="585326" y="128024"/>
                </a:moveTo>
                <a:cubicBezTo>
                  <a:pt x="596599" y="128024"/>
                  <a:pt x="605738" y="137163"/>
                  <a:pt x="605738" y="148437"/>
                </a:cubicBezTo>
                <a:cubicBezTo>
                  <a:pt x="605738" y="159711"/>
                  <a:pt x="596599" y="168850"/>
                  <a:pt x="585326" y="168850"/>
                </a:cubicBezTo>
                <a:cubicBezTo>
                  <a:pt x="574052" y="168850"/>
                  <a:pt x="564913" y="159711"/>
                  <a:pt x="564913" y="148437"/>
                </a:cubicBezTo>
                <a:cubicBezTo>
                  <a:pt x="564913" y="137163"/>
                  <a:pt x="574052" y="128024"/>
                  <a:pt x="585326" y="128024"/>
                </a:cubicBezTo>
                <a:close/>
                <a:moveTo>
                  <a:pt x="536549" y="128024"/>
                </a:moveTo>
                <a:cubicBezTo>
                  <a:pt x="547822" y="128024"/>
                  <a:pt x="556961" y="137163"/>
                  <a:pt x="556961" y="148437"/>
                </a:cubicBezTo>
                <a:cubicBezTo>
                  <a:pt x="556961" y="159711"/>
                  <a:pt x="547822" y="168850"/>
                  <a:pt x="536549" y="168850"/>
                </a:cubicBezTo>
                <a:cubicBezTo>
                  <a:pt x="525275" y="168850"/>
                  <a:pt x="516136" y="159711"/>
                  <a:pt x="516136" y="148437"/>
                </a:cubicBezTo>
                <a:cubicBezTo>
                  <a:pt x="516136" y="137163"/>
                  <a:pt x="525275" y="128024"/>
                  <a:pt x="536549" y="128024"/>
                </a:cubicBezTo>
                <a:close/>
                <a:moveTo>
                  <a:pt x="487772" y="128024"/>
                </a:moveTo>
                <a:cubicBezTo>
                  <a:pt x="499045" y="128024"/>
                  <a:pt x="508184" y="137163"/>
                  <a:pt x="508184" y="148437"/>
                </a:cubicBezTo>
                <a:cubicBezTo>
                  <a:pt x="508184" y="159711"/>
                  <a:pt x="499045" y="168850"/>
                  <a:pt x="487772" y="168850"/>
                </a:cubicBezTo>
                <a:cubicBezTo>
                  <a:pt x="476498" y="168850"/>
                  <a:pt x="467359" y="159711"/>
                  <a:pt x="467359" y="148437"/>
                </a:cubicBezTo>
                <a:cubicBezTo>
                  <a:pt x="467359" y="137163"/>
                  <a:pt x="476498" y="128024"/>
                  <a:pt x="487772" y="128024"/>
                </a:cubicBezTo>
                <a:close/>
                <a:moveTo>
                  <a:pt x="438994" y="128024"/>
                </a:moveTo>
                <a:cubicBezTo>
                  <a:pt x="450268" y="128024"/>
                  <a:pt x="459407" y="137163"/>
                  <a:pt x="459407" y="148437"/>
                </a:cubicBezTo>
                <a:cubicBezTo>
                  <a:pt x="459407" y="159711"/>
                  <a:pt x="450268" y="168850"/>
                  <a:pt x="438994" y="168850"/>
                </a:cubicBezTo>
                <a:cubicBezTo>
                  <a:pt x="427721" y="168850"/>
                  <a:pt x="418582" y="159711"/>
                  <a:pt x="418582" y="148437"/>
                </a:cubicBezTo>
                <a:cubicBezTo>
                  <a:pt x="418582" y="137163"/>
                  <a:pt x="427721" y="128024"/>
                  <a:pt x="438994" y="128024"/>
                </a:cubicBezTo>
                <a:close/>
                <a:moveTo>
                  <a:pt x="390217" y="128024"/>
                </a:moveTo>
                <a:cubicBezTo>
                  <a:pt x="401491" y="128024"/>
                  <a:pt x="410630" y="137163"/>
                  <a:pt x="410630" y="148437"/>
                </a:cubicBezTo>
                <a:cubicBezTo>
                  <a:pt x="410630" y="159711"/>
                  <a:pt x="401491" y="168850"/>
                  <a:pt x="390217" y="168850"/>
                </a:cubicBezTo>
                <a:cubicBezTo>
                  <a:pt x="378944" y="168850"/>
                  <a:pt x="369805" y="159711"/>
                  <a:pt x="369805" y="148437"/>
                </a:cubicBezTo>
                <a:cubicBezTo>
                  <a:pt x="369805" y="137163"/>
                  <a:pt x="378944" y="128024"/>
                  <a:pt x="390217" y="128024"/>
                </a:cubicBezTo>
                <a:close/>
                <a:moveTo>
                  <a:pt x="341440" y="128024"/>
                </a:moveTo>
                <a:cubicBezTo>
                  <a:pt x="352714" y="128024"/>
                  <a:pt x="361853" y="137163"/>
                  <a:pt x="361853" y="148437"/>
                </a:cubicBezTo>
                <a:cubicBezTo>
                  <a:pt x="361853" y="159711"/>
                  <a:pt x="352714" y="168850"/>
                  <a:pt x="341440" y="168850"/>
                </a:cubicBezTo>
                <a:cubicBezTo>
                  <a:pt x="330166" y="168850"/>
                  <a:pt x="321028" y="159711"/>
                  <a:pt x="321028" y="148437"/>
                </a:cubicBezTo>
                <a:cubicBezTo>
                  <a:pt x="321028" y="137163"/>
                  <a:pt x="330166" y="128024"/>
                  <a:pt x="341440" y="128024"/>
                </a:cubicBezTo>
                <a:close/>
                <a:moveTo>
                  <a:pt x="292663" y="128024"/>
                </a:moveTo>
                <a:cubicBezTo>
                  <a:pt x="303937" y="128024"/>
                  <a:pt x="313076" y="137163"/>
                  <a:pt x="313076" y="148437"/>
                </a:cubicBezTo>
                <a:cubicBezTo>
                  <a:pt x="313076" y="159711"/>
                  <a:pt x="303937" y="168850"/>
                  <a:pt x="292663" y="168850"/>
                </a:cubicBezTo>
                <a:cubicBezTo>
                  <a:pt x="281389" y="168850"/>
                  <a:pt x="272251" y="159711"/>
                  <a:pt x="272251" y="148437"/>
                </a:cubicBezTo>
                <a:cubicBezTo>
                  <a:pt x="272251" y="137163"/>
                  <a:pt x="281389" y="128024"/>
                  <a:pt x="292663" y="128024"/>
                </a:cubicBezTo>
                <a:close/>
                <a:moveTo>
                  <a:pt x="243886" y="128024"/>
                </a:moveTo>
                <a:cubicBezTo>
                  <a:pt x="255160" y="128024"/>
                  <a:pt x="264299" y="137163"/>
                  <a:pt x="264299" y="148437"/>
                </a:cubicBezTo>
                <a:cubicBezTo>
                  <a:pt x="264299" y="159711"/>
                  <a:pt x="255160" y="168850"/>
                  <a:pt x="243886" y="168850"/>
                </a:cubicBezTo>
                <a:cubicBezTo>
                  <a:pt x="232612" y="168850"/>
                  <a:pt x="223473" y="159711"/>
                  <a:pt x="223473" y="148437"/>
                </a:cubicBezTo>
                <a:cubicBezTo>
                  <a:pt x="223473" y="137163"/>
                  <a:pt x="232612" y="128024"/>
                  <a:pt x="243886" y="128024"/>
                </a:cubicBezTo>
                <a:close/>
                <a:moveTo>
                  <a:pt x="195109" y="128024"/>
                </a:moveTo>
                <a:cubicBezTo>
                  <a:pt x="206383" y="128024"/>
                  <a:pt x="215522" y="137163"/>
                  <a:pt x="215522" y="148437"/>
                </a:cubicBezTo>
                <a:cubicBezTo>
                  <a:pt x="215522" y="159711"/>
                  <a:pt x="206383" y="168850"/>
                  <a:pt x="195109" y="168850"/>
                </a:cubicBezTo>
                <a:cubicBezTo>
                  <a:pt x="183835" y="168850"/>
                  <a:pt x="174696" y="159711"/>
                  <a:pt x="174696" y="148437"/>
                </a:cubicBezTo>
                <a:cubicBezTo>
                  <a:pt x="174696" y="137163"/>
                  <a:pt x="183835" y="128024"/>
                  <a:pt x="195109" y="128024"/>
                </a:cubicBezTo>
                <a:close/>
                <a:moveTo>
                  <a:pt x="146332" y="128024"/>
                </a:moveTo>
                <a:cubicBezTo>
                  <a:pt x="157606" y="128024"/>
                  <a:pt x="166745" y="137163"/>
                  <a:pt x="166745" y="148437"/>
                </a:cubicBezTo>
                <a:cubicBezTo>
                  <a:pt x="166745" y="159711"/>
                  <a:pt x="157606" y="168850"/>
                  <a:pt x="146332" y="168850"/>
                </a:cubicBezTo>
                <a:cubicBezTo>
                  <a:pt x="135058" y="168850"/>
                  <a:pt x="125919" y="159711"/>
                  <a:pt x="125919" y="148437"/>
                </a:cubicBezTo>
                <a:cubicBezTo>
                  <a:pt x="125919" y="137163"/>
                  <a:pt x="135058" y="128024"/>
                  <a:pt x="146332" y="128024"/>
                </a:cubicBezTo>
                <a:close/>
                <a:moveTo>
                  <a:pt x="97555" y="128024"/>
                </a:moveTo>
                <a:cubicBezTo>
                  <a:pt x="108829" y="128024"/>
                  <a:pt x="117968" y="137163"/>
                  <a:pt x="117968" y="148437"/>
                </a:cubicBezTo>
                <a:cubicBezTo>
                  <a:pt x="117968" y="159711"/>
                  <a:pt x="108829" y="168850"/>
                  <a:pt x="97555" y="168850"/>
                </a:cubicBezTo>
                <a:cubicBezTo>
                  <a:pt x="86281" y="168850"/>
                  <a:pt x="77142" y="159711"/>
                  <a:pt x="77142" y="148437"/>
                </a:cubicBezTo>
                <a:cubicBezTo>
                  <a:pt x="77142" y="137163"/>
                  <a:pt x="86281" y="128024"/>
                  <a:pt x="97555" y="128024"/>
                </a:cubicBezTo>
                <a:close/>
                <a:moveTo>
                  <a:pt x="48778" y="128024"/>
                </a:moveTo>
                <a:cubicBezTo>
                  <a:pt x="60052" y="128024"/>
                  <a:pt x="69191" y="137163"/>
                  <a:pt x="69191" y="148437"/>
                </a:cubicBezTo>
                <a:cubicBezTo>
                  <a:pt x="69191" y="159711"/>
                  <a:pt x="60052" y="168850"/>
                  <a:pt x="48778" y="168850"/>
                </a:cubicBezTo>
                <a:cubicBezTo>
                  <a:pt x="37504" y="168850"/>
                  <a:pt x="28365" y="159711"/>
                  <a:pt x="28365" y="148437"/>
                </a:cubicBezTo>
                <a:cubicBezTo>
                  <a:pt x="28365" y="137163"/>
                  <a:pt x="37504" y="128024"/>
                  <a:pt x="48778" y="128024"/>
                </a:cubicBezTo>
                <a:close/>
                <a:moveTo>
                  <a:pt x="2" y="128024"/>
                </a:moveTo>
                <a:cubicBezTo>
                  <a:pt x="11275" y="128024"/>
                  <a:pt x="20414" y="137163"/>
                  <a:pt x="20414" y="148437"/>
                </a:cubicBezTo>
                <a:cubicBezTo>
                  <a:pt x="20414" y="159711"/>
                  <a:pt x="11275" y="168850"/>
                  <a:pt x="2" y="168850"/>
                </a:cubicBezTo>
                <a:lnTo>
                  <a:pt x="0" y="168849"/>
                </a:lnTo>
                <a:lnTo>
                  <a:pt x="0" y="128025"/>
                </a:lnTo>
                <a:close/>
                <a:moveTo>
                  <a:pt x="1006915" y="87087"/>
                </a:moveTo>
                <a:lnTo>
                  <a:pt x="1006262" y="100037"/>
                </a:lnTo>
                <a:lnTo>
                  <a:pt x="1003906" y="94351"/>
                </a:lnTo>
                <a:close/>
                <a:moveTo>
                  <a:pt x="975542" y="73938"/>
                </a:moveTo>
                <a:cubicBezTo>
                  <a:pt x="986816" y="73938"/>
                  <a:pt x="995955" y="83077"/>
                  <a:pt x="995955" y="94351"/>
                </a:cubicBezTo>
                <a:cubicBezTo>
                  <a:pt x="995955" y="105625"/>
                  <a:pt x="986816" y="114764"/>
                  <a:pt x="975542" y="114764"/>
                </a:cubicBezTo>
                <a:cubicBezTo>
                  <a:pt x="964268" y="114764"/>
                  <a:pt x="955129" y="105625"/>
                  <a:pt x="955129" y="94351"/>
                </a:cubicBezTo>
                <a:cubicBezTo>
                  <a:pt x="955129" y="83077"/>
                  <a:pt x="964268" y="73938"/>
                  <a:pt x="975542" y="73938"/>
                </a:cubicBezTo>
                <a:close/>
                <a:moveTo>
                  <a:pt x="926765" y="73938"/>
                </a:moveTo>
                <a:cubicBezTo>
                  <a:pt x="938039" y="73938"/>
                  <a:pt x="947178" y="83077"/>
                  <a:pt x="947178" y="94351"/>
                </a:cubicBezTo>
                <a:cubicBezTo>
                  <a:pt x="947178" y="105625"/>
                  <a:pt x="938039" y="114764"/>
                  <a:pt x="926765" y="114764"/>
                </a:cubicBezTo>
                <a:cubicBezTo>
                  <a:pt x="915491" y="114764"/>
                  <a:pt x="906352" y="105625"/>
                  <a:pt x="906352" y="94351"/>
                </a:cubicBezTo>
                <a:cubicBezTo>
                  <a:pt x="906352" y="83077"/>
                  <a:pt x="915491" y="73938"/>
                  <a:pt x="926765" y="73938"/>
                </a:cubicBezTo>
                <a:close/>
                <a:moveTo>
                  <a:pt x="877988" y="73938"/>
                </a:moveTo>
                <a:cubicBezTo>
                  <a:pt x="889262" y="73938"/>
                  <a:pt x="898401" y="83077"/>
                  <a:pt x="898401" y="94351"/>
                </a:cubicBezTo>
                <a:cubicBezTo>
                  <a:pt x="898401" y="105625"/>
                  <a:pt x="889262" y="114764"/>
                  <a:pt x="877988" y="114764"/>
                </a:cubicBezTo>
                <a:cubicBezTo>
                  <a:pt x="866714" y="114764"/>
                  <a:pt x="857575" y="105625"/>
                  <a:pt x="857575" y="94351"/>
                </a:cubicBezTo>
                <a:cubicBezTo>
                  <a:pt x="857575" y="83077"/>
                  <a:pt x="866714" y="73938"/>
                  <a:pt x="877988" y="73938"/>
                </a:cubicBezTo>
                <a:close/>
                <a:moveTo>
                  <a:pt x="829211" y="73938"/>
                </a:moveTo>
                <a:cubicBezTo>
                  <a:pt x="840485" y="73938"/>
                  <a:pt x="849624" y="83077"/>
                  <a:pt x="849624" y="94351"/>
                </a:cubicBezTo>
                <a:cubicBezTo>
                  <a:pt x="849624" y="105625"/>
                  <a:pt x="840485" y="114764"/>
                  <a:pt x="829211" y="114764"/>
                </a:cubicBezTo>
                <a:cubicBezTo>
                  <a:pt x="817937" y="114764"/>
                  <a:pt x="808798" y="105625"/>
                  <a:pt x="808798" y="94351"/>
                </a:cubicBezTo>
                <a:cubicBezTo>
                  <a:pt x="808798" y="83077"/>
                  <a:pt x="817937" y="73938"/>
                  <a:pt x="829211" y="73938"/>
                </a:cubicBezTo>
                <a:close/>
                <a:moveTo>
                  <a:pt x="780434" y="73938"/>
                </a:moveTo>
                <a:cubicBezTo>
                  <a:pt x="791708" y="73938"/>
                  <a:pt x="800847" y="83077"/>
                  <a:pt x="800847" y="94351"/>
                </a:cubicBezTo>
                <a:cubicBezTo>
                  <a:pt x="800847" y="105625"/>
                  <a:pt x="791708" y="114764"/>
                  <a:pt x="780434" y="114764"/>
                </a:cubicBezTo>
                <a:cubicBezTo>
                  <a:pt x="769160" y="114764"/>
                  <a:pt x="760021" y="105625"/>
                  <a:pt x="760021" y="94351"/>
                </a:cubicBezTo>
                <a:cubicBezTo>
                  <a:pt x="760021" y="83077"/>
                  <a:pt x="769160" y="73938"/>
                  <a:pt x="780434" y="73938"/>
                </a:cubicBezTo>
                <a:close/>
                <a:moveTo>
                  <a:pt x="731657" y="73938"/>
                </a:moveTo>
                <a:cubicBezTo>
                  <a:pt x="742931" y="73938"/>
                  <a:pt x="752070" y="83077"/>
                  <a:pt x="752070" y="94351"/>
                </a:cubicBezTo>
                <a:cubicBezTo>
                  <a:pt x="752070" y="105625"/>
                  <a:pt x="742931" y="114764"/>
                  <a:pt x="731657" y="114764"/>
                </a:cubicBezTo>
                <a:cubicBezTo>
                  <a:pt x="720383" y="114764"/>
                  <a:pt x="711244" y="105625"/>
                  <a:pt x="711244" y="94351"/>
                </a:cubicBezTo>
                <a:cubicBezTo>
                  <a:pt x="711244" y="83077"/>
                  <a:pt x="720383" y="73938"/>
                  <a:pt x="731657" y="73938"/>
                </a:cubicBezTo>
                <a:close/>
                <a:moveTo>
                  <a:pt x="682880" y="73938"/>
                </a:moveTo>
                <a:cubicBezTo>
                  <a:pt x="694153" y="73938"/>
                  <a:pt x="703293" y="83077"/>
                  <a:pt x="703293" y="94351"/>
                </a:cubicBezTo>
                <a:cubicBezTo>
                  <a:pt x="703293" y="105625"/>
                  <a:pt x="694153" y="114764"/>
                  <a:pt x="682880" y="114764"/>
                </a:cubicBezTo>
                <a:cubicBezTo>
                  <a:pt x="671606" y="114764"/>
                  <a:pt x="662467" y="105625"/>
                  <a:pt x="662467" y="94351"/>
                </a:cubicBezTo>
                <a:cubicBezTo>
                  <a:pt x="662467" y="83077"/>
                  <a:pt x="671606" y="73938"/>
                  <a:pt x="682880" y="73938"/>
                </a:cubicBezTo>
                <a:close/>
                <a:moveTo>
                  <a:pt x="634103" y="73938"/>
                </a:moveTo>
                <a:cubicBezTo>
                  <a:pt x="645377" y="73938"/>
                  <a:pt x="654516" y="83077"/>
                  <a:pt x="654516" y="94351"/>
                </a:cubicBezTo>
                <a:cubicBezTo>
                  <a:pt x="654516" y="105625"/>
                  <a:pt x="645377" y="114764"/>
                  <a:pt x="634103" y="114764"/>
                </a:cubicBezTo>
                <a:cubicBezTo>
                  <a:pt x="622829" y="114764"/>
                  <a:pt x="613690" y="105625"/>
                  <a:pt x="613690" y="94351"/>
                </a:cubicBezTo>
                <a:cubicBezTo>
                  <a:pt x="613690" y="83077"/>
                  <a:pt x="622829" y="73938"/>
                  <a:pt x="634103" y="73938"/>
                </a:cubicBezTo>
                <a:close/>
                <a:moveTo>
                  <a:pt x="585326" y="73938"/>
                </a:moveTo>
                <a:cubicBezTo>
                  <a:pt x="596599" y="73938"/>
                  <a:pt x="605738" y="83077"/>
                  <a:pt x="605738" y="94351"/>
                </a:cubicBezTo>
                <a:cubicBezTo>
                  <a:pt x="605738" y="105625"/>
                  <a:pt x="596599" y="114764"/>
                  <a:pt x="585326" y="114764"/>
                </a:cubicBezTo>
                <a:cubicBezTo>
                  <a:pt x="574052" y="114764"/>
                  <a:pt x="564913" y="105625"/>
                  <a:pt x="564913" y="94351"/>
                </a:cubicBezTo>
                <a:cubicBezTo>
                  <a:pt x="564913" y="83077"/>
                  <a:pt x="574052" y="73938"/>
                  <a:pt x="585326" y="73938"/>
                </a:cubicBezTo>
                <a:close/>
                <a:moveTo>
                  <a:pt x="536549" y="73938"/>
                </a:moveTo>
                <a:cubicBezTo>
                  <a:pt x="547822" y="73938"/>
                  <a:pt x="556961" y="83077"/>
                  <a:pt x="556961" y="94351"/>
                </a:cubicBezTo>
                <a:cubicBezTo>
                  <a:pt x="556961" y="105625"/>
                  <a:pt x="547822" y="114764"/>
                  <a:pt x="536549" y="114764"/>
                </a:cubicBezTo>
                <a:cubicBezTo>
                  <a:pt x="525275" y="114764"/>
                  <a:pt x="516136" y="105625"/>
                  <a:pt x="516136" y="94351"/>
                </a:cubicBezTo>
                <a:cubicBezTo>
                  <a:pt x="516136" y="83077"/>
                  <a:pt x="525275" y="73938"/>
                  <a:pt x="536549" y="73938"/>
                </a:cubicBezTo>
                <a:close/>
                <a:moveTo>
                  <a:pt x="487772" y="73938"/>
                </a:moveTo>
                <a:cubicBezTo>
                  <a:pt x="499045" y="73938"/>
                  <a:pt x="508184" y="83077"/>
                  <a:pt x="508184" y="94351"/>
                </a:cubicBezTo>
                <a:cubicBezTo>
                  <a:pt x="508184" y="105625"/>
                  <a:pt x="499045" y="114764"/>
                  <a:pt x="487772" y="114764"/>
                </a:cubicBezTo>
                <a:cubicBezTo>
                  <a:pt x="476498" y="114764"/>
                  <a:pt x="467359" y="105625"/>
                  <a:pt x="467359" y="94351"/>
                </a:cubicBezTo>
                <a:cubicBezTo>
                  <a:pt x="467359" y="83077"/>
                  <a:pt x="476498" y="73938"/>
                  <a:pt x="487772" y="73938"/>
                </a:cubicBezTo>
                <a:close/>
                <a:moveTo>
                  <a:pt x="438994" y="73938"/>
                </a:moveTo>
                <a:cubicBezTo>
                  <a:pt x="450268" y="73938"/>
                  <a:pt x="459407" y="83077"/>
                  <a:pt x="459407" y="94351"/>
                </a:cubicBezTo>
                <a:cubicBezTo>
                  <a:pt x="459407" y="105625"/>
                  <a:pt x="450268" y="114764"/>
                  <a:pt x="438994" y="114764"/>
                </a:cubicBezTo>
                <a:cubicBezTo>
                  <a:pt x="427721" y="114764"/>
                  <a:pt x="418582" y="105625"/>
                  <a:pt x="418582" y="94351"/>
                </a:cubicBezTo>
                <a:cubicBezTo>
                  <a:pt x="418582" y="83077"/>
                  <a:pt x="427721" y="73938"/>
                  <a:pt x="438994" y="73938"/>
                </a:cubicBezTo>
                <a:close/>
                <a:moveTo>
                  <a:pt x="390217" y="73938"/>
                </a:moveTo>
                <a:cubicBezTo>
                  <a:pt x="401491" y="73938"/>
                  <a:pt x="410630" y="83077"/>
                  <a:pt x="410630" y="94351"/>
                </a:cubicBezTo>
                <a:cubicBezTo>
                  <a:pt x="410630" y="105625"/>
                  <a:pt x="401491" y="114764"/>
                  <a:pt x="390217" y="114764"/>
                </a:cubicBezTo>
                <a:cubicBezTo>
                  <a:pt x="378944" y="114764"/>
                  <a:pt x="369805" y="105625"/>
                  <a:pt x="369805" y="94351"/>
                </a:cubicBezTo>
                <a:cubicBezTo>
                  <a:pt x="369805" y="83077"/>
                  <a:pt x="378944" y="73938"/>
                  <a:pt x="390217" y="73938"/>
                </a:cubicBezTo>
                <a:close/>
                <a:moveTo>
                  <a:pt x="341440" y="73938"/>
                </a:moveTo>
                <a:cubicBezTo>
                  <a:pt x="352714" y="73938"/>
                  <a:pt x="361853" y="83077"/>
                  <a:pt x="361853" y="94351"/>
                </a:cubicBezTo>
                <a:cubicBezTo>
                  <a:pt x="361853" y="105625"/>
                  <a:pt x="352714" y="114764"/>
                  <a:pt x="341440" y="114764"/>
                </a:cubicBezTo>
                <a:cubicBezTo>
                  <a:pt x="330166" y="114764"/>
                  <a:pt x="321028" y="105625"/>
                  <a:pt x="321028" y="94351"/>
                </a:cubicBezTo>
                <a:cubicBezTo>
                  <a:pt x="321028" y="83077"/>
                  <a:pt x="330166" y="73938"/>
                  <a:pt x="341440" y="73938"/>
                </a:cubicBezTo>
                <a:close/>
                <a:moveTo>
                  <a:pt x="292663" y="73938"/>
                </a:moveTo>
                <a:cubicBezTo>
                  <a:pt x="303937" y="73938"/>
                  <a:pt x="313076" y="83077"/>
                  <a:pt x="313076" y="94351"/>
                </a:cubicBezTo>
                <a:cubicBezTo>
                  <a:pt x="313076" y="105625"/>
                  <a:pt x="303937" y="114764"/>
                  <a:pt x="292663" y="114764"/>
                </a:cubicBezTo>
                <a:cubicBezTo>
                  <a:pt x="281389" y="114764"/>
                  <a:pt x="272251" y="105625"/>
                  <a:pt x="272251" y="94351"/>
                </a:cubicBezTo>
                <a:cubicBezTo>
                  <a:pt x="272251" y="83077"/>
                  <a:pt x="281389" y="73938"/>
                  <a:pt x="292663" y="73938"/>
                </a:cubicBezTo>
                <a:close/>
                <a:moveTo>
                  <a:pt x="243886" y="73938"/>
                </a:moveTo>
                <a:cubicBezTo>
                  <a:pt x="255160" y="73938"/>
                  <a:pt x="264299" y="83077"/>
                  <a:pt x="264299" y="94351"/>
                </a:cubicBezTo>
                <a:cubicBezTo>
                  <a:pt x="264299" y="105625"/>
                  <a:pt x="255160" y="114764"/>
                  <a:pt x="243886" y="114764"/>
                </a:cubicBezTo>
                <a:cubicBezTo>
                  <a:pt x="232612" y="114764"/>
                  <a:pt x="223473" y="105625"/>
                  <a:pt x="223473" y="94351"/>
                </a:cubicBezTo>
                <a:cubicBezTo>
                  <a:pt x="223473" y="83077"/>
                  <a:pt x="232612" y="73938"/>
                  <a:pt x="243886" y="73938"/>
                </a:cubicBezTo>
                <a:close/>
                <a:moveTo>
                  <a:pt x="195109" y="73938"/>
                </a:moveTo>
                <a:cubicBezTo>
                  <a:pt x="206383" y="73938"/>
                  <a:pt x="215522" y="83077"/>
                  <a:pt x="215522" y="94351"/>
                </a:cubicBezTo>
                <a:cubicBezTo>
                  <a:pt x="215522" y="105625"/>
                  <a:pt x="206383" y="114764"/>
                  <a:pt x="195109" y="114764"/>
                </a:cubicBezTo>
                <a:cubicBezTo>
                  <a:pt x="183835" y="114764"/>
                  <a:pt x="174696" y="105625"/>
                  <a:pt x="174696" y="94351"/>
                </a:cubicBezTo>
                <a:cubicBezTo>
                  <a:pt x="174696" y="83077"/>
                  <a:pt x="183835" y="73938"/>
                  <a:pt x="195109" y="73938"/>
                </a:cubicBezTo>
                <a:close/>
                <a:moveTo>
                  <a:pt x="146332" y="73938"/>
                </a:moveTo>
                <a:cubicBezTo>
                  <a:pt x="157606" y="73938"/>
                  <a:pt x="166745" y="83077"/>
                  <a:pt x="166745" y="94351"/>
                </a:cubicBezTo>
                <a:cubicBezTo>
                  <a:pt x="166745" y="105625"/>
                  <a:pt x="157606" y="114764"/>
                  <a:pt x="146332" y="114764"/>
                </a:cubicBezTo>
                <a:cubicBezTo>
                  <a:pt x="135058" y="114764"/>
                  <a:pt x="125919" y="105625"/>
                  <a:pt x="125919" y="94351"/>
                </a:cubicBezTo>
                <a:cubicBezTo>
                  <a:pt x="125919" y="83077"/>
                  <a:pt x="135058" y="73938"/>
                  <a:pt x="146332" y="73938"/>
                </a:cubicBezTo>
                <a:close/>
                <a:moveTo>
                  <a:pt x="97555" y="73938"/>
                </a:moveTo>
                <a:cubicBezTo>
                  <a:pt x="108829" y="73938"/>
                  <a:pt x="117968" y="83077"/>
                  <a:pt x="117968" y="94351"/>
                </a:cubicBezTo>
                <a:cubicBezTo>
                  <a:pt x="117968" y="105625"/>
                  <a:pt x="108829" y="114764"/>
                  <a:pt x="97555" y="114764"/>
                </a:cubicBezTo>
                <a:cubicBezTo>
                  <a:pt x="86281" y="114764"/>
                  <a:pt x="77142" y="105625"/>
                  <a:pt x="77142" y="94351"/>
                </a:cubicBezTo>
                <a:cubicBezTo>
                  <a:pt x="77142" y="83077"/>
                  <a:pt x="86281" y="73938"/>
                  <a:pt x="97555" y="73938"/>
                </a:cubicBezTo>
                <a:close/>
                <a:moveTo>
                  <a:pt x="48778" y="73938"/>
                </a:moveTo>
                <a:cubicBezTo>
                  <a:pt x="60052" y="73938"/>
                  <a:pt x="69191" y="83077"/>
                  <a:pt x="69191" y="94351"/>
                </a:cubicBezTo>
                <a:cubicBezTo>
                  <a:pt x="69191" y="105625"/>
                  <a:pt x="60052" y="114764"/>
                  <a:pt x="48778" y="114764"/>
                </a:cubicBezTo>
                <a:cubicBezTo>
                  <a:pt x="37504" y="114764"/>
                  <a:pt x="28365" y="105625"/>
                  <a:pt x="28365" y="94351"/>
                </a:cubicBezTo>
                <a:cubicBezTo>
                  <a:pt x="28365" y="83077"/>
                  <a:pt x="37504" y="73938"/>
                  <a:pt x="48778" y="73938"/>
                </a:cubicBezTo>
                <a:close/>
                <a:moveTo>
                  <a:pt x="2" y="73938"/>
                </a:moveTo>
                <a:cubicBezTo>
                  <a:pt x="11275" y="73938"/>
                  <a:pt x="20414" y="83077"/>
                  <a:pt x="20414" y="94351"/>
                </a:cubicBezTo>
                <a:cubicBezTo>
                  <a:pt x="20414" y="105625"/>
                  <a:pt x="11275" y="114764"/>
                  <a:pt x="2" y="114764"/>
                </a:cubicBezTo>
                <a:lnTo>
                  <a:pt x="0" y="114763"/>
                </a:lnTo>
                <a:lnTo>
                  <a:pt x="0" y="73939"/>
                </a:lnTo>
                <a:close/>
                <a:moveTo>
                  <a:pt x="1010013" y="25745"/>
                </a:moveTo>
                <a:lnTo>
                  <a:pt x="1008696" y="51828"/>
                </a:lnTo>
                <a:lnTo>
                  <a:pt x="1003906" y="40265"/>
                </a:lnTo>
                <a:cubicBezTo>
                  <a:pt x="1003906" y="34628"/>
                  <a:pt x="1006192" y="29525"/>
                  <a:pt x="1009885" y="25831"/>
                </a:cubicBezTo>
                <a:close/>
                <a:moveTo>
                  <a:pt x="975542" y="19852"/>
                </a:moveTo>
                <a:cubicBezTo>
                  <a:pt x="986816" y="19852"/>
                  <a:pt x="995955" y="28991"/>
                  <a:pt x="995955" y="40265"/>
                </a:cubicBezTo>
                <a:cubicBezTo>
                  <a:pt x="995955" y="51539"/>
                  <a:pt x="986816" y="60678"/>
                  <a:pt x="975542" y="60678"/>
                </a:cubicBezTo>
                <a:cubicBezTo>
                  <a:pt x="964268" y="60678"/>
                  <a:pt x="955129" y="51539"/>
                  <a:pt x="955129" y="40265"/>
                </a:cubicBezTo>
                <a:cubicBezTo>
                  <a:pt x="955129" y="28991"/>
                  <a:pt x="964268" y="19852"/>
                  <a:pt x="975542" y="19852"/>
                </a:cubicBezTo>
                <a:close/>
                <a:moveTo>
                  <a:pt x="926765" y="19852"/>
                </a:moveTo>
                <a:cubicBezTo>
                  <a:pt x="938039" y="19852"/>
                  <a:pt x="947178" y="28991"/>
                  <a:pt x="947178" y="40265"/>
                </a:cubicBezTo>
                <a:cubicBezTo>
                  <a:pt x="947178" y="51539"/>
                  <a:pt x="938039" y="60678"/>
                  <a:pt x="926765" y="60678"/>
                </a:cubicBezTo>
                <a:cubicBezTo>
                  <a:pt x="915491" y="60678"/>
                  <a:pt x="906352" y="51539"/>
                  <a:pt x="906352" y="40265"/>
                </a:cubicBezTo>
                <a:cubicBezTo>
                  <a:pt x="906352" y="28991"/>
                  <a:pt x="915491" y="19852"/>
                  <a:pt x="926765" y="19852"/>
                </a:cubicBezTo>
                <a:close/>
                <a:moveTo>
                  <a:pt x="877988" y="19852"/>
                </a:moveTo>
                <a:cubicBezTo>
                  <a:pt x="889262" y="19852"/>
                  <a:pt x="898401" y="28991"/>
                  <a:pt x="898401" y="40265"/>
                </a:cubicBezTo>
                <a:cubicBezTo>
                  <a:pt x="898401" y="51539"/>
                  <a:pt x="889262" y="60678"/>
                  <a:pt x="877988" y="60678"/>
                </a:cubicBezTo>
                <a:cubicBezTo>
                  <a:pt x="866714" y="60678"/>
                  <a:pt x="857575" y="51539"/>
                  <a:pt x="857575" y="40265"/>
                </a:cubicBezTo>
                <a:cubicBezTo>
                  <a:pt x="857575" y="28991"/>
                  <a:pt x="866714" y="19852"/>
                  <a:pt x="877988" y="19852"/>
                </a:cubicBezTo>
                <a:close/>
                <a:moveTo>
                  <a:pt x="829211" y="19852"/>
                </a:moveTo>
                <a:cubicBezTo>
                  <a:pt x="840485" y="19852"/>
                  <a:pt x="849624" y="28991"/>
                  <a:pt x="849624" y="40265"/>
                </a:cubicBezTo>
                <a:cubicBezTo>
                  <a:pt x="849624" y="51539"/>
                  <a:pt x="840485" y="60678"/>
                  <a:pt x="829211" y="60678"/>
                </a:cubicBezTo>
                <a:cubicBezTo>
                  <a:pt x="817937" y="60678"/>
                  <a:pt x="808798" y="51539"/>
                  <a:pt x="808798" y="40265"/>
                </a:cubicBezTo>
                <a:cubicBezTo>
                  <a:pt x="808798" y="28991"/>
                  <a:pt x="817937" y="19852"/>
                  <a:pt x="829211" y="19852"/>
                </a:cubicBezTo>
                <a:close/>
                <a:moveTo>
                  <a:pt x="780434" y="19852"/>
                </a:moveTo>
                <a:cubicBezTo>
                  <a:pt x="791708" y="19852"/>
                  <a:pt x="800847" y="28991"/>
                  <a:pt x="800847" y="40265"/>
                </a:cubicBezTo>
                <a:cubicBezTo>
                  <a:pt x="800847" y="51539"/>
                  <a:pt x="791708" y="60678"/>
                  <a:pt x="780434" y="60678"/>
                </a:cubicBezTo>
                <a:cubicBezTo>
                  <a:pt x="769160" y="60678"/>
                  <a:pt x="760021" y="51539"/>
                  <a:pt x="760021" y="40265"/>
                </a:cubicBezTo>
                <a:cubicBezTo>
                  <a:pt x="760021" y="28991"/>
                  <a:pt x="769160" y="19852"/>
                  <a:pt x="780434" y="19852"/>
                </a:cubicBezTo>
                <a:close/>
                <a:moveTo>
                  <a:pt x="731657" y="19852"/>
                </a:moveTo>
                <a:cubicBezTo>
                  <a:pt x="742931" y="19852"/>
                  <a:pt x="752070" y="28991"/>
                  <a:pt x="752070" y="40265"/>
                </a:cubicBezTo>
                <a:cubicBezTo>
                  <a:pt x="752070" y="51539"/>
                  <a:pt x="742931" y="60678"/>
                  <a:pt x="731657" y="60678"/>
                </a:cubicBezTo>
                <a:cubicBezTo>
                  <a:pt x="720383" y="60678"/>
                  <a:pt x="711244" y="51539"/>
                  <a:pt x="711244" y="40265"/>
                </a:cubicBezTo>
                <a:cubicBezTo>
                  <a:pt x="711244" y="28991"/>
                  <a:pt x="720383" y="19852"/>
                  <a:pt x="731657" y="19852"/>
                </a:cubicBezTo>
                <a:close/>
                <a:moveTo>
                  <a:pt x="682880" y="19852"/>
                </a:moveTo>
                <a:cubicBezTo>
                  <a:pt x="694153" y="19852"/>
                  <a:pt x="703293" y="28991"/>
                  <a:pt x="703293" y="40265"/>
                </a:cubicBezTo>
                <a:cubicBezTo>
                  <a:pt x="703293" y="51539"/>
                  <a:pt x="694153" y="60678"/>
                  <a:pt x="682880" y="60678"/>
                </a:cubicBezTo>
                <a:cubicBezTo>
                  <a:pt x="671606" y="60678"/>
                  <a:pt x="662467" y="51539"/>
                  <a:pt x="662467" y="40265"/>
                </a:cubicBezTo>
                <a:cubicBezTo>
                  <a:pt x="662467" y="28991"/>
                  <a:pt x="671606" y="19852"/>
                  <a:pt x="682880" y="19852"/>
                </a:cubicBezTo>
                <a:close/>
                <a:moveTo>
                  <a:pt x="634103" y="19852"/>
                </a:moveTo>
                <a:cubicBezTo>
                  <a:pt x="645377" y="19852"/>
                  <a:pt x="654516" y="28991"/>
                  <a:pt x="654516" y="40265"/>
                </a:cubicBezTo>
                <a:cubicBezTo>
                  <a:pt x="654516" y="51539"/>
                  <a:pt x="645377" y="60678"/>
                  <a:pt x="634103" y="60678"/>
                </a:cubicBezTo>
                <a:cubicBezTo>
                  <a:pt x="622829" y="60678"/>
                  <a:pt x="613690" y="51539"/>
                  <a:pt x="613690" y="40265"/>
                </a:cubicBezTo>
                <a:cubicBezTo>
                  <a:pt x="613690" y="28991"/>
                  <a:pt x="622829" y="19852"/>
                  <a:pt x="634103" y="19852"/>
                </a:cubicBezTo>
                <a:close/>
                <a:moveTo>
                  <a:pt x="585326" y="19852"/>
                </a:moveTo>
                <a:cubicBezTo>
                  <a:pt x="596599" y="19852"/>
                  <a:pt x="605738" y="28991"/>
                  <a:pt x="605738" y="40265"/>
                </a:cubicBezTo>
                <a:cubicBezTo>
                  <a:pt x="605738" y="51539"/>
                  <a:pt x="596599" y="60678"/>
                  <a:pt x="585326" y="60678"/>
                </a:cubicBezTo>
                <a:cubicBezTo>
                  <a:pt x="574052" y="60678"/>
                  <a:pt x="564913" y="51539"/>
                  <a:pt x="564913" y="40265"/>
                </a:cubicBezTo>
                <a:cubicBezTo>
                  <a:pt x="564913" y="28991"/>
                  <a:pt x="574052" y="19852"/>
                  <a:pt x="585326" y="19852"/>
                </a:cubicBezTo>
                <a:close/>
                <a:moveTo>
                  <a:pt x="536549" y="19852"/>
                </a:moveTo>
                <a:cubicBezTo>
                  <a:pt x="547822" y="19852"/>
                  <a:pt x="556961" y="28991"/>
                  <a:pt x="556961" y="40265"/>
                </a:cubicBezTo>
                <a:cubicBezTo>
                  <a:pt x="556961" y="51539"/>
                  <a:pt x="547822" y="60678"/>
                  <a:pt x="536549" y="60678"/>
                </a:cubicBezTo>
                <a:cubicBezTo>
                  <a:pt x="525275" y="60678"/>
                  <a:pt x="516136" y="51539"/>
                  <a:pt x="516136" y="40265"/>
                </a:cubicBezTo>
                <a:cubicBezTo>
                  <a:pt x="516136" y="28991"/>
                  <a:pt x="525275" y="19852"/>
                  <a:pt x="536549" y="19852"/>
                </a:cubicBezTo>
                <a:close/>
                <a:moveTo>
                  <a:pt x="487772" y="19852"/>
                </a:moveTo>
                <a:cubicBezTo>
                  <a:pt x="499045" y="19852"/>
                  <a:pt x="508184" y="28991"/>
                  <a:pt x="508184" y="40265"/>
                </a:cubicBezTo>
                <a:cubicBezTo>
                  <a:pt x="508184" y="51539"/>
                  <a:pt x="499045" y="60678"/>
                  <a:pt x="487772" y="60678"/>
                </a:cubicBezTo>
                <a:cubicBezTo>
                  <a:pt x="476498" y="60678"/>
                  <a:pt x="467359" y="51539"/>
                  <a:pt x="467359" y="40265"/>
                </a:cubicBezTo>
                <a:cubicBezTo>
                  <a:pt x="467359" y="28991"/>
                  <a:pt x="476498" y="19852"/>
                  <a:pt x="487772" y="19852"/>
                </a:cubicBezTo>
                <a:close/>
                <a:moveTo>
                  <a:pt x="438994" y="19852"/>
                </a:moveTo>
                <a:cubicBezTo>
                  <a:pt x="450268" y="19852"/>
                  <a:pt x="459407" y="28991"/>
                  <a:pt x="459407" y="40265"/>
                </a:cubicBezTo>
                <a:cubicBezTo>
                  <a:pt x="459407" y="51539"/>
                  <a:pt x="450268" y="60678"/>
                  <a:pt x="438994" y="60678"/>
                </a:cubicBezTo>
                <a:cubicBezTo>
                  <a:pt x="427721" y="60678"/>
                  <a:pt x="418582" y="51539"/>
                  <a:pt x="418582" y="40265"/>
                </a:cubicBezTo>
                <a:cubicBezTo>
                  <a:pt x="418582" y="28991"/>
                  <a:pt x="427721" y="19852"/>
                  <a:pt x="438994" y="19852"/>
                </a:cubicBezTo>
                <a:close/>
                <a:moveTo>
                  <a:pt x="390217" y="19852"/>
                </a:moveTo>
                <a:cubicBezTo>
                  <a:pt x="401491" y="19852"/>
                  <a:pt x="410630" y="28991"/>
                  <a:pt x="410630" y="40265"/>
                </a:cubicBezTo>
                <a:cubicBezTo>
                  <a:pt x="410630" y="51539"/>
                  <a:pt x="401491" y="60678"/>
                  <a:pt x="390217" y="60678"/>
                </a:cubicBezTo>
                <a:cubicBezTo>
                  <a:pt x="378944" y="60678"/>
                  <a:pt x="369805" y="51539"/>
                  <a:pt x="369805" y="40265"/>
                </a:cubicBezTo>
                <a:cubicBezTo>
                  <a:pt x="369805" y="28991"/>
                  <a:pt x="378944" y="19852"/>
                  <a:pt x="390217" y="19852"/>
                </a:cubicBezTo>
                <a:close/>
                <a:moveTo>
                  <a:pt x="341440" y="19852"/>
                </a:moveTo>
                <a:cubicBezTo>
                  <a:pt x="352714" y="19852"/>
                  <a:pt x="361853" y="28991"/>
                  <a:pt x="361853" y="40265"/>
                </a:cubicBezTo>
                <a:cubicBezTo>
                  <a:pt x="361853" y="51539"/>
                  <a:pt x="352714" y="60678"/>
                  <a:pt x="341440" y="60678"/>
                </a:cubicBezTo>
                <a:cubicBezTo>
                  <a:pt x="330166" y="60678"/>
                  <a:pt x="321028" y="51539"/>
                  <a:pt x="321028" y="40265"/>
                </a:cubicBezTo>
                <a:cubicBezTo>
                  <a:pt x="321028" y="28991"/>
                  <a:pt x="330166" y="19852"/>
                  <a:pt x="341440" y="19852"/>
                </a:cubicBezTo>
                <a:close/>
                <a:moveTo>
                  <a:pt x="292663" y="19852"/>
                </a:moveTo>
                <a:cubicBezTo>
                  <a:pt x="303937" y="19852"/>
                  <a:pt x="313076" y="28991"/>
                  <a:pt x="313076" y="40265"/>
                </a:cubicBezTo>
                <a:cubicBezTo>
                  <a:pt x="313076" y="51539"/>
                  <a:pt x="303937" y="60678"/>
                  <a:pt x="292663" y="60678"/>
                </a:cubicBezTo>
                <a:cubicBezTo>
                  <a:pt x="281389" y="60678"/>
                  <a:pt x="272251" y="51539"/>
                  <a:pt x="272251" y="40265"/>
                </a:cubicBezTo>
                <a:cubicBezTo>
                  <a:pt x="272251" y="28991"/>
                  <a:pt x="281389" y="19852"/>
                  <a:pt x="292663" y="19852"/>
                </a:cubicBezTo>
                <a:close/>
                <a:moveTo>
                  <a:pt x="243886" y="19852"/>
                </a:moveTo>
                <a:cubicBezTo>
                  <a:pt x="255160" y="19852"/>
                  <a:pt x="264299" y="28991"/>
                  <a:pt x="264299" y="40265"/>
                </a:cubicBezTo>
                <a:cubicBezTo>
                  <a:pt x="264299" y="51539"/>
                  <a:pt x="255160" y="60678"/>
                  <a:pt x="243886" y="60678"/>
                </a:cubicBezTo>
                <a:cubicBezTo>
                  <a:pt x="232612" y="60678"/>
                  <a:pt x="223473" y="51539"/>
                  <a:pt x="223473" y="40265"/>
                </a:cubicBezTo>
                <a:cubicBezTo>
                  <a:pt x="223473" y="28991"/>
                  <a:pt x="232612" y="19852"/>
                  <a:pt x="243886" y="19852"/>
                </a:cubicBezTo>
                <a:close/>
                <a:moveTo>
                  <a:pt x="195109" y="19852"/>
                </a:moveTo>
                <a:cubicBezTo>
                  <a:pt x="206383" y="19852"/>
                  <a:pt x="215522" y="28991"/>
                  <a:pt x="215522" y="40265"/>
                </a:cubicBezTo>
                <a:cubicBezTo>
                  <a:pt x="215522" y="51539"/>
                  <a:pt x="206383" y="60678"/>
                  <a:pt x="195109" y="60678"/>
                </a:cubicBezTo>
                <a:cubicBezTo>
                  <a:pt x="183835" y="60678"/>
                  <a:pt x="174696" y="51539"/>
                  <a:pt x="174696" y="40265"/>
                </a:cubicBezTo>
                <a:cubicBezTo>
                  <a:pt x="174696" y="28991"/>
                  <a:pt x="183835" y="19852"/>
                  <a:pt x="195109" y="19852"/>
                </a:cubicBezTo>
                <a:close/>
                <a:moveTo>
                  <a:pt x="146332" y="19852"/>
                </a:moveTo>
                <a:cubicBezTo>
                  <a:pt x="157606" y="19852"/>
                  <a:pt x="166745" y="28991"/>
                  <a:pt x="166745" y="40265"/>
                </a:cubicBezTo>
                <a:cubicBezTo>
                  <a:pt x="166745" y="51539"/>
                  <a:pt x="157606" y="60678"/>
                  <a:pt x="146332" y="60678"/>
                </a:cubicBezTo>
                <a:cubicBezTo>
                  <a:pt x="135058" y="60678"/>
                  <a:pt x="125919" y="51539"/>
                  <a:pt x="125919" y="40265"/>
                </a:cubicBezTo>
                <a:cubicBezTo>
                  <a:pt x="125919" y="28991"/>
                  <a:pt x="135058" y="19852"/>
                  <a:pt x="146332" y="19852"/>
                </a:cubicBezTo>
                <a:close/>
                <a:moveTo>
                  <a:pt x="97555" y="19852"/>
                </a:moveTo>
                <a:cubicBezTo>
                  <a:pt x="108829" y="19852"/>
                  <a:pt x="117968" y="28991"/>
                  <a:pt x="117968" y="40265"/>
                </a:cubicBezTo>
                <a:cubicBezTo>
                  <a:pt x="117968" y="51539"/>
                  <a:pt x="108829" y="60678"/>
                  <a:pt x="97555" y="60678"/>
                </a:cubicBezTo>
                <a:cubicBezTo>
                  <a:pt x="86281" y="60678"/>
                  <a:pt x="77142" y="51539"/>
                  <a:pt x="77142" y="40265"/>
                </a:cubicBezTo>
                <a:cubicBezTo>
                  <a:pt x="77142" y="28991"/>
                  <a:pt x="86281" y="19852"/>
                  <a:pt x="97555" y="19852"/>
                </a:cubicBezTo>
                <a:close/>
                <a:moveTo>
                  <a:pt x="48778" y="19852"/>
                </a:moveTo>
                <a:cubicBezTo>
                  <a:pt x="60052" y="19852"/>
                  <a:pt x="69191" y="28991"/>
                  <a:pt x="69191" y="40265"/>
                </a:cubicBezTo>
                <a:cubicBezTo>
                  <a:pt x="69191" y="51539"/>
                  <a:pt x="60052" y="60678"/>
                  <a:pt x="48778" y="60678"/>
                </a:cubicBezTo>
                <a:cubicBezTo>
                  <a:pt x="37504" y="60678"/>
                  <a:pt x="28365" y="51539"/>
                  <a:pt x="28365" y="40265"/>
                </a:cubicBezTo>
                <a:cubicBezTo>
                  <a:pt x="28365" y="28991"/>
                  <a:pt x="37504" y="19852"/>
                  <a:pt x="48778" y="19852"/>
                </a:cubicBezTo>
                <a:close/>
                <a:moveTo>
                  <a:pt x="2" y="19852"/>
                </a:moveTo>
                <a:cubicBezTo>
                  <a:pt x="11275" y="19852"/>
                  <a:pt x="20414" y="28991"/>
                  <a:pt x="20414" y="40265"/>
                </a:cubicBezTo>
                <a:cubicBezTo>
                  <a:pt x="20414" y="51539"/>
                  <a:pt x="11275" y="60678"/>
                  <a:pt x="2" y="60678"/>
                </a:cubicBezTo>
                <a:lnTo>
                  <a:pt x="0" y="60677"/>
                </a:lnTo>
                <a:lnTo>
                  <a:pt x="0" y="19853"/>
                </a:lnTo>
                <a:close/>
                <a:moveTo>
                  <a:pt x="1009631" y="0"/>
                </a:moveTo>
                <a:lnTo>
                  <a:pt x="1010974" y="0"/>
                </a:lnTo>
                <a:lnTo>
                  <a:pt x="1011044" y="1394"/>
                </a:lnTo>
                <a:lnTo>
                  <a:pt x="1009885" y="613"/>
                </a:lnTo>
                <a:close/>
                <a:moveTo>
                  <a:pt x="960854" y="0"/>
                </a:moveTo>
                <a:lnTo>
                  <a:pt x="990230" y="0"/>
                </a:lnTo>
                <a:lnTo>
                  <a:pt x="989976" y="613"/>
                </a:lnTo>
                <a:cubicBezTo>
                  <a:pt x="986282" y="4307"/>
                  <a:pt x="981179" y="6592"/>
                  <a:pt x="975542" y="6592"/>
                </a:cubicBezTo>
                <a:cubicBezTo>
                  <a:pt x="969905" y="6592"/>
                  <a:pt x="964802" y="4307"/>
                  <a:pt x="961108" y="613"/>
                </a:cubicBezTo>
                <a:close/>
                <a:moveTo>
                  <a:pt x="912077" y="0"/>
                </a:moveTo>
                <a:lnTo>
                  <a:pt x="941453" y="0"/>
                </a:lnTo>
                <a:lnTo>
                  <a:pt x="941199" y="613"/>
                </a:lnTo>
                <a:cubicBezTo>
                  <a:pt x="937505" y="4307"/>
                  <a:pt x="932402" y="6592"/>
                  <a:pt x="926765" y="6592"/>
                </a:cubicBezTo>
                <a:cubicBezTo>
                  <a:pt x="921128" y="6592"/>
                  <a:pt x="916025" y="4307"/>
                  <a:pt x="912331" y="613"/>
                </a:cubicBezTo>
                <a:close/>
                <a:moveTo>
                  <a:pt x="863300" y="0"/>
                </a:moveTo>
                <a:lnTo>
                  <a:pt x="892676" y="0"/>
                </a:lnTo>
                <a:lnTo>
                  <a:pt x="892422" y="613"/>
                </a:lnTo>
                <a:cubicBezTo>
                  <a:pt x="888728" y="4307"/>
                  <a:pt x="883625" y="6592"/>
                  <a:pt x="877988" y="6592"/>
                </a:cubicBezTo>
                <a:cubicBezTo>
                  <a:pt x="872351" y="6592"/>
                  <a:pt x="867248" y="4307"/>
                  <a:pt x="863554" y="613"/>
                </a:cubicBezTo>
                <a:close/>
                <a:moveTo>
                  <a:pt x="814523" y="0"/>
                </a:moveTo>
                <a:lnTo>
                  <a:pt x="843899" y="0"/>
                </a:lnTo>
                <a:lnTo>
                  <a:pt x="843645" y="613"/>
                </a:lnTo>
                <a:cubicBezTo>
                  <a:pt x="839951" y="4307"/>
                  <a:pt x="834848" y="6592"/>
                  <a:pt x="829211" y="6592"/>
                </a:cubicBezTo>
                <a:cubicBezTo>
                  <a:pt x="823574" y="6592"/>
                  <a:pt x="818471" y="4307"/>
                  <a:pt x="814777" y="613"/>
                </a:cubicBezTo>
                <a:close/>
                <a:moveTo>
                  <a:pt x="765746" y="0"/>
                </a:moveTo>
                <a:lnTo>
                  <a:pt x="795122" y="0"/>
                </a:lnTo>
                <a:lnTo>
                  <a:pt x="794868" y="613"/>
                </a:lnTo>
                <a:cubicBezTo>
                  <a:pt x="791174" y="4307"/>
                  <a:pt x="786071" y="6592"/>
                  <a:pt x="780434" y="6592"/>
                </a:cubicBezTo>
                <a:cubicBezTo>
                  <a:pt x="774797" y="6592"/>
                  <a:pt x="769694" y="4307"/>
                  <a:pt x="766000" y="613"/>
                </a:cubicBezTo>
                <a:close/>
                <a:moveTo>
                  <a:pt x="716969" y="0"/>
                </a:moveTo>
                <a:lnTo>
                  <a:pt x="746345" y="0"/>
                </a:lnTo>
                <a:lnTo>
                  <a:pt x="746091" y="613"/>
                </a:lnTo>
                <a:cubicBezTo>
                  <a:pt x="742397" y="4307"/>
                  <a:pt x="737294" y="6592"/>
                  <a:pt x="731657" y="6592"/>
                </a:cubicBezTo>
                <a:cubicBezTo>
                  <a:pt x="726020" y="6592"/>
                  <a:pt x="720917" y="4307"/>
                  <a:pt x="717223" y="613"/>
                </a:cubicBezTo>
                <a:close/>
                <a:moveTo>
                  <a:pt x="668192" y="0"/>
                </a:moveTo>
                <a:lnTo>
                  <a:pt x="697568" y="0"/>
                </a:lnTo>
                <a:lnTo>
                  <a:pt x="697314" y="613"/>
                </a:lnTo>
                <a:cubicBezTo>
                  <a:pt x="693620" y="4307"/>
                  <a:pt x="688517" y="6592"/>
                  <a:pt x="682880" y="6592"/>
                </a:cubicBezTo>
                <a:cubicBezTo>
                  <a:pt x="677243" y="6592"/>
                  <a:pt x="672140" y="4307"/>
                  <a:pt x="668446" y="613"/>
                </a:cubicBezTo>
                <a:close/>
                <a:moveTo>
                  <a:pt x="619415" y="0"/>
                </a:moveTo>
                <a:lnTo>
                  <a:pt x="648791" y="0"/>
                </a:lnTo>
                <a:lnTo>
                  <a:pt x="648537" y="613"/>
                </a:lnTo>
                <a:cubicBezTo>
                  <a:pt x="644843" y="4307"/>
                  <a:pt x="639740" y="6592"/>
                  <a:pt x="634103" y="6592"/>
                </a:cubicBezTo>
                <a:cubicBezTo>
                  <a:pt x="628466" y="6592"/>
                  <a:pt x="623363" y="4307"/>
                  <a:pt x="619669" y="613"/>
                </a:cubicBezTo>
                <a:close/>
                <a:moveTo>
                  <a:pt x="570638" y="0"/>
                </a:moveTo>
                <a:lnTo>
                  <a:pt x="600013" y="0"/>
                </a:lnTo>
                <a:lnTo>
                  <a:pt x="599760" y="613"/>
                </a:lnTo>
                <a:cubicBezTo>
                  <a:pt x="596066" y="4307"/>
                  <a:pt x="590963" y="6592"/>
                  <a:pt x="585326" y="6592"/>
                </a:cubicBezTo>
                <a:cubicBezTo>
                  <a:pt x="579689" y="6592"/>
                  <a:pt x="574586" y="4307"/>
                  <a:pt x="570892" y="613"/>
                </a:cubicBezTo>
                <a:close/>
                <a:moveTo>
                  <a:pt x="521861" y="0"/>
                </a:moveTo>
                <a:lnTo>
                  <a:pt x="551237" y="0"/>
                </a:lnTo>
                <a:lnTo>
                  <a:pt x="550983" y="613"/>
                </a:lnTo>
                <a:cubicBezTo>
                  <a:pt x="547289" y="4307"/>
                  <a:pt x="542185" y="6592"/>
                  <a:pt x="536549" y="6592"/>
                </a:cubicBezTo>
                <a:cubicBezTo>
                  <a:pt x="530912" y="6592"/>
                  <a:pt x="525808" y="4307"/>
                  <a:pt x="522114" y="613"/>
                </a:cubicBezTo>
                <a:close/>
                <a:moveTo>
                  <a:pt x="473084" y="0"/>
                </a:moveTo>
                <a:lnTo>
                  <a:pt x="502459" y="0"/>
                </a:lnTo>
                <a:lnTo>
                  <a:pt x="502206" y="613"/>
                </a:lnTo>
                <a:cubicBezTo>
                  <a:pt x="498512" y="4307"/>
                  <a:pt x="493408" y="6592"/>
                  <a:pt x="487772" y="6592"/>
                </a:cubicBezTo>
                <a:cubicBezTo>
                  <a:pt x="482135" y="6592"/>
                  <a:pt x="477031" y="4307"/>
                  <a:pt x="473337" y="613"/>
                </a:cubicBezTo>
                <a:close/>
                <a:moveTo>
                  <a:pt x="424307" y="0"/>
                </a:moveTo>
                <a:lnTo>
                  <a:pt x="453682" y="0"/>
                </a:lnTo>
                <a:lnTo>
                  <a:pt x="453429" y="613"/>
                </a:lnTo>
                <a:cubicBezTo>
                  <a:pt x="449735" y="4307"/>
                  <a:pt x="444631" y="6592"/>
                  <a:pt x="438994" y="6592"/>
                </a:cubicBezTo>
                <a:cubicBezTo>
                  <a:pt x="433358" y="6592"/>
                  <a:pt x="428254" y="4307"/>
                  <a:pt x="424560" y="613"/>
                </a:cubicBezTo>
                <a:close/>
                <a:moveTo>
                  <a:pt x="375529" y="0"/>
                </a:moveTo>
                <a:lnTo>
                  <a:pt x="404905" y="0"/>
                </a:lnTo>
                <a:lnTo>
                  <a:pt x="404651" y="613"/>
                </a:lnTo>
                <a:cubicBezTo>
                  <a:pt x="400957" y="4307"/>
                  <a:pt x="395854" y="6592"/>
                  <a:pt x="390217" y="6592"/>
                </a:cubicBezTo>
                <a:cubicBezTo>
                  <a:pt x="384580" y="6592"/>
                  <a:pt x="379477" y="4307"/>
                  <a:pt x="375783" y="613"/>
                </a:cubicBezTo>
                <a:close/>
                <a:moveTo>
                  <a:pt x="326752" y="0"/>
                </a:moveTo>
                <a:lnTo>
                  <a:pt x="356128" y="0"/>
                </a:lnTo>
                <a:lnTo>
                  <a:pt x="355874" y="613"/>
                </a:lnTo>
                <a:cubicBezTo>
                  <a:pt x="352180" y="4307"/>
                  <a:pt x="347077" y="6592"/>
                  <a:pt x="341440" y="6592"/>
                </a:cubicBezTo>
                <a:cubicBezTo>
                  <a:pt x="335803" y="6592"/>
                  <a:pt x="330700" y="4307"/>
                  <a:pt x="327006" y="613"/>
                </a:cubicBezTo>
                <a:close/>
                <a:moveTo>
                  <a:pt x="277975" y="0"/>
                </a:moveTo>
                <a:lnTo>
                  <a:pt x="307351" y="0"/>
                </a:lnTo>
                <a:lnTo>
                  <a:pt x="307097" y="613"/>
                </a:lnTo>
                <a:cubicBezTo>
                  <a:pt x="303403" y="4307"/>
                  <a:pt x="298300" y="6592"/>
                  <a:pt x="292663" y="6592"/>
                </a:cubicBezTo>
                <a:cubicBezTo>
                  <a:pt x="287026" y="6592"/>
                  <a:pt x="281923" y="4307"/>
                  <a:pt x="278229" y="613"/>
                </a:cubicBezTo>
                <a:close/>
                <a:moveTo>
                  <a:pt x="229198" y="0"/>
                </a:moveTo>
                <a:lnTo>
                  <a:pt x="258574" y="0"/>
                </a:lnTo>
                <a:lnTo>
                  <a:pt x="258320" y="613"/>
                </a:lnTo>
                <a:cubicBezTo>
                  <a:pt x="254626" y="4307"/>
                  <a:pt x="249523" y="6592"/>
                  <a:pt x="243886" y="6592"/>
                </a:cubicBezTo>
                <a:cubicBezTo>
                  <a:pt x="238249" y="6592"/>
                  <a:pt x="233146" y="4307"/>
                  <a:pt x="229452" y="613"/>
                </a:cubicBezTo>
                <a:close/>
                <a:moveTo>
                  <a:pt x="180421" y="0"/>
                </a:moveTo>
                <a:lnTo>
                  <a:pt x="209797" y="0"/>
                </a:lnTo>
                <a:lnTo>
                  <a:pt x="209543" y="613"/>
                </a:lnTo>
                <a:cubicBezTo>
                  <a:pt x="205849" y="4307"/>
                  <a:pt x="200746" y="6592"/>
                  <a:pt x="195109" y="6592"/>
                </a:cubicBezTo>
                <a:cubicBezTo>
                  <a:pt x="189472" y="6592"/>
                  <a:pt x="184369" y="4307"/>
                  <a:pt x="180675" y="613"/>
                </a:cubicBezTo>
                <a:close/>
                <a:moveTo>
                  <a:pt x="131644" y="0"/>
                </a:moveTo>
                <a:lnTo>
                  <a:pt x="161020" y="0"/>
                </a:lnTo>
                <a:lnTo>
                  <a:pt x="160766" y="613"/>
                </a:lnTo>
                <a:cubicBezTo>
                  <a:pt x="157072" y="4307"/>
                  <a:pt x="151969" y="6592"/>
                  <a:pt x="146332" y="6592"/>
                </a:cubicBezTo>
                <a:cubicBezTo>
                  <a:pt x="140695" y="6592"/>
                  <a:pt x="135592" y="4307"/>
                  <a:pt x="131898" y="613"/>
                </a:cubicBezTo>
                <a:close/>
                <a:moveTo>
                  <a:pt x="82867" y="0"/>
                </a:moveTo>
                <a:lnTo>
                  <a:pt x="112243" y="0"/>
                </a:lnTo>
                <a:lnTo>
                  <a:pt x="111989" y="613"/>
                </a:lnTo>
                <a:cubicBezTo>
                  <a:pt x="108295" y="4307"/>
                  <a:pt x="103192" y="6592"/>
                  <a:pt x="97555" y="6592"/>
                </a:cubicBezTo>
                <a:cubicBezTo>
                  <a:pt x="91918" y="6592"/>
                  <a:pt x="86815" y="4307"/>
                  <a:pt x="83121" y="613"/>
                </a:cubicBezTo>
                <a:close/>
                <a:moveTo>
                  <a:pt x="34090" y="0"/>
                </a:moveTo>
                <a:lnTo>
                  <a:pt x="63466" y="0"/>
                </a:lnTo>
                <a:lnTo>
                  <a:pt x="63212" y="613"/>
                </a:lnTo>
                <a:cubicBezTo>
                  <a:pt x="59518" y="4307"/>
                  <a:pt x="54415" y="6592"/>
                  <a:pt x="48778" y="6592"/>
                </a:cubicBezTo>
                <a:cubicBezTo>
                  <a:pt x="43141" y="6592"/>
                  <a:pt x="38038" y="4307"/>
                  <a:pt x="34344" y="613"/>
                </a:cubicBezTo>
                <a:close/>
                <a:moveTo>
                  <a:pt x="0" y="0"/>
                </a:moveTo>
                <a:lnTo>
                  <a:pt x="14689" y="0"/>
                </a:lnTo>
                <a:lnTo>
                  <a:pt x="14435" y="613"/>
                </a:lnTo>
                <a:cubicBezTo>
                  <a:pt x="10741" y="4307"/>
                  <a:pt x="5638" y="6592"/>
                  <a:pt x="2" y="6592"/>
                </a:cubicBezTo>
                <a:lnTo>
                  <a:pt x="0" y="65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>
            <p:ph type="title"/>
          </p:nvPr>
        </p:nvSpPr>
        <p:spPr>
          <a:xfrm>
            <a:off x="415650" y="1557350"/>
            <a:ext cx="41586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" type="subTitle"/>
          </p:nvPr>
        </p:nvSpPr>
        <p:spPr>
          <a:xfrm>
            <a:off x="415650" y="2695325"/>
            <a:ext cx="415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3" type="subTitle"/>
          </p:nvPr>
        </p:nvSpPr>
        <p:spPr>
          <a:xfrm>
            <a:off x="415650" y="3108200"/>
            <a:ext cx="1746600" cy="22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5"/>
          <p:cNvSpPr/>
          <p:nvPr/>
        </p:nvSpPr>
        <p:spPr>
          <a:xfrm>
            <a:off x="6255299" y="2254991"/>
            <a:ext cx="2888706" cy="2888509"/>
          </a:xfrm>
          <a:custGeom>
            <a:rect b="b" l="l" r="r" t="t"/>
            <a:pathLst>
              <a:path extrusionOk="0" h="3851345" w="3826101">
                <a:moveTo>
                  <a:pt x="3826101" y="0"/>
                </a:moveTo>
                <a:lnTo>
                  <a:pt x="3826101" y="584257"/>
                </a:lnTo>
                <a:lnTo>
                  <a:pt x="3672624" y="588138"/>
                </a:lnTo>
                <a:cubicBezTo>
                  <a:pt x="1952295" y="675341"/>
                  <a:pt x="584255" y="2097818"/>
                  <a:pt x="584255" y="3839818"/>
                </a:cubicBezTo>
                <a:lnTo>
                  <a:pt x="584819" y="3851345"/>
                </a:lnTo>
                <a:lnTo>
                  <a:pt x="564" y="3851345"/>
                </a:lnTo>
                <a:lnTo>
                  <a:pt x="0" y="3839817"/>
                </a:lnTo>
                <a:cubicBezTo>
                  <a:pt x="0" y="1785226"/>
                  <a:pt x="1613526" y="107493"/>
                  <a:pt x="3642558" y="4641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5"/>
          <p:cNvCxnSpPr/>
          <p:nvPr/>
        </p:nvCxnSpPr>
        <p:spPr>
          <a:xfrm>
            <a:off x="7722999" y="490454"/>
            <a:ext cx="0" cy="328200"/>
          </a:xfrm>
          <a:prstGeom prst="straightConnector1">
            <a:avLst/>
          </a:prstGeom>
          <a:noFill/>
          <a:ln cap="flat" cmpd="sng" w="9525">
            <a:solidFill>
              <a:srgbClr val="DEDED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5"/>
          <p:cNvSpPr txBox="1"/>
          <p:nvPr/>
        </p:nvSpPr>
        <p:spPr>
          <a:xfrm>
            <a:off x="413150" y="4874750"/>
            <a:ext cx="1511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Tiger Analytics Inc. © 2024. All Rights Reserved.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2308944" y="4874750"/>
            <a:ext cx="103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"/>
          <p:cNvSpPr txBox="1"/>
          <p:nvPr>
            <p:ph idx="5" type="subTitle"/>
          </p:nvPr>
        </p:nvSpPr>
        <p:spPr>
          <a:xfrm>
            <a:off x="3927616" y="4874750"/>
            <a:ext cx="642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6" type="subTitle"/>
          </p:nvPr>
        </p:nvSpPr>
        <p:spPr>
          <a:xfrm>
            <a:off x="5237692" y="4874750"/>
            <a:ext cx="55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/>
        </p:nvSpPr>
        <p:spPr>
          <a:xfrm>
            <a:off x="3726222" y="4874750"/>
            <a:ext cx="175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Date: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4948530" y="4874750"/>
            <a:ext cx="26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Author: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1843" y="473336"/>
            <a:ext cx="875203" cy="36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06">
          <p15:clr>
            <a:srgbClr val="FA7B17"/>
          </p15:clr>
        </p15:guide>
        <p15:guide id="3" pos="260">
          <p15:clr>
            <a:srgbClr val="FA7B17"/>
          </p15:clr>
        </p15:guide>
        <p15:guide id="4" pos="5498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/Cover - Imagery" showMasterSp="0">
  <p:cSld name="Title 1_2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/>
          <p:nvPr>
            <p:ph idx="2" type="pic"/>
          </p:nvPr>
        </p:nvSpPr>
        <p:spPr>
          <a:xfrm>
            <a:off x="6686325" y="2685800"/>
            <a:ext cx="4934400" cy="4934400"/>
          </a:xfrm>
          <a:prstGeom prst="pie">
            <a:avLst>
              <a:gd fmla="val 10793211" name="adj1"/>
              <a:gd fmla="val 16206727" name="adj2"/>
            </a:avLst>
          </a:prstGeom>
          <a:noFill/>
          <a:ln>
            <a:noFill/>
          </a:ln>
        </p:spPr>
      </p:sp>
      <p:sp>
        <p:nvSpPr>
          <p:cNvPr id="65" name="Google Shape;65;p6"/>
          <p:cNvSpPr/>
          <p:nvPr/>
        </p:nvSpPr>
        <p:spPr>
          <a:xfrm>
            <a:off x="1" y="1"/>
            <a:ext cx="758283" cy="760876"/>
          </a:xfrm>
          <a:custGeom>
            <a:rect b="b" l="l" r="r" t="t"/>
            <a:pathLst>
              <a:path extrusionOk="0" h="1014501" w="1011044">
                <a:moveTo>
                  <a:pt x="195109" y="993405"/>
                </a:moveTo>
                <a:lnTo>
                  <a:pt x="200634" y="994520"/>
                </a:lnTo>
                <a:lnTo>
                  <a:pt x="183296" y="997616"/>
                </a:lnTo>
                <a:lnTo>
                  <a:pt x="187163" y="995009"/>
                </a:lnTo>
                <a:cubicBezTo>
                  <a:pt x="189606" y="993976"/>
                  <a:pt x="192291" y="993405"/>
                  <a:pt x="195109" y="993405"/>
                </a:cubicBezTo>
                <a:close/>
                <a:moveTo>
                  <a:pt x="146332" y="993405"/>
                </a:moveTo>
                <a:cubicBezTo>
                  <a:pt x="151969" y="993405"/>
                  <a:pt x="157072" y="995690"/>
                  <a:pt x="160766" y="999383"/>
                </a:cubicBezTo>
                <a:lnTo>
                  <a:pt x="161636" y="1001484"/>
                </a:lnTo>
                <a:lnTo>
                  <a:pt x="153987" y="1002850"/>
                </a:lnTo>
                <a:lnTo>
                  <a:pt x="129155" y="1006006"/>
                </a:lnTo>
                <a:lnTo>
                  <a:pt x="131898" y="999383"/>
                </a:lnTo>
                <a:cubicBezTo>
                  <a:pt x="135592" y="995690"/>
                  <a:pt x="140695" y="993405"/>
                  <a:pt x="146332" y="993405"/>
                </a:cubicBezTo>
                <a:close/>
                <a:moveTo>
                  <a:pt x="97555" y="993405"/>
                </a:moveTo>
                <a:cubicBezTo>
                  <a:pt x="103192" y="993405"/>
                  <a:pt x="108295" y="995690"/>
                  <a:pt x="111989" y="999383"/>
                </a:cubicBezTo>
                <a:lnTo>
                  <a:pt x="115453" y="1007747"/>
                </a:lnTo>
                <a:lnTo>
                  <a:pt x="103384" y="1009281"/>
                </a:lnTo>
                <a:lnTo>
                  <a:pt x="78229" y="1011193"/>
                </a:lnTo>
                <a:lnTo>
                  <a:pt x="83121" y="999383"/>
                </a:lnTo>
                <a:cubicBezTo>
                  <a:pt x="86815" y="995690"/>
                  <a:pt x="91918" y="993405"/>
                  <a:pt x="97555" y="993405"/>
                </a:cubicBezTo>
                <a:close/>
                <a:moveTo>
                  <a:pt x="48778" y="993405"/>
                </a:moveTo>
                <a:cubicBezTo>
                  <a:pt x="54415" y="993405"/>
                  <a:pt x="59518" y="995690"/>
                  <a:pt x="63212" y="999383"/>
                </a:cubicBezTo>
                <a:lnTo>
                  <a:pt x="68413" y="1011940"/>
                </a:lnTo>
                <a:lnTo>
                  <a:pt x="52033" y="1013185"/>
                </a:lnTo>
                <a:lnTo>
                  <a:pt x="28379" y="1013783"/>
                </a:lnTo>
                <a:lnTo>
                  <a:pt x="34344" y="999383"/>
                </a:lnTo>
                <a:cubicBezTo>
                  <a:pt x="38038" y="995690"/>
                  <a:pt x="43141" y="993405"/>
                  <a:pt x="48778" y="993405"/>
                </a:cubicBezTo>
                <a:close/>
                <a:moveTo>
                  <a:pt x="2" y="993405"/>
                </a:moveTo>
                <a:cubicBezTo>
                  <a:pt x="11275" y="993405"/>
                  <a:pt x="20414" y="1002544"/>
                  <a:pt x="20414" y="1013818"/>
                </a:cubicBezTo>
                <a:lnTo>
                  <a:pt x="20344" y="1013987"/>
                </a:lnTo>
                <a:lnTo>
                  <a:pt x="0" y="1014501"/>
                </a:lnTo>
                <a:lnTo>
                  <a:pt x="0" y="993406"/>
                </a:lnTo>
                <a:close/>
                <a:moveTo>
                  <a:pt x="341440" y="939317"/>
                </a:moveTo>
                <a:cubicBezTo>
                  <a:pt x="347077" y="939317"/>
                  <a:pt x="352180" y="941602"/>
                  <a:pt x="355875" y="945296"/>
                </a:cubicBezTo>
                <a:lnTo>
                  <a:pt x="357150" y="948375"/>
                </a:lnTo>
                <a:lnTo>
                  <a:pt x="321699" y="961350"/>
                </a:lnTo>
                <a:lnTo>
                  <a:pt x="321028" y="959730"/>
                </a:lnTo>
                <a:cubicBezTo>
                  <a:pt x="321028" y="948456"/>
                  <a:pt x="330166" y="939317"/>
                  <a:pt x="341440" y="939317"/>
                </a:cubicBezTo>
                <a:close/>
                <a:moveTo>
                  <a:pt x="292663" y="939317"/>
                </a:moveTo>
                <a:cubicBezTo>
                  <a:pt x="303937" y="939317"/>
                  <a:pt x="313076" y="948456"/>
                  <a:pt x="313076" y="959730"/>
                </a:cubicBezTo>
                <a:lnTo>
                  <a:pt x="310744" y="965360"/>
                </a:lnTo>
                <a:lnTo>
                  <a:pt x="300683" y="969042"/>
                </a:lnTo>
                <a:lnTo>
                  <a:pt x="279538" y="975046"/>
                </a:lnTo>
                <a:lnTo>
                  <a:pt x="278229" y="974164"/>
                </a:lnTo>
                <a:cubicBezTo>
                  <a:pt x="274535" y="970470"/>
                  <a:pt x="272251" y="965367"/>
                  <a:pt x="272251" y="959730"/>
                </a:cubicBezTo>
                <a:cubicBezTo>
                  <a:pt x="272251" y="948456"/>
                  <a:pt x="281389" y="939317"/>
                  <a:pt x="292663" y="939317"/>
                </a:cubicBezTo>
                <a:close/>
                <a:moveTo>
                  <a:pt x="243886" y="939317"/>
                </a:moveTo>
                <a:cubicBezTo>
                  <a:pt x="255160" y="939317"/>
                  <a:pt x="264299" y="948456"/>
                  <a:pt x="264299" y="959730"/>
                </a:cubicBezTo>
                <a:cubicBezTo>
                  <a:pt x="264299" y="971004"/>
                  <a:pt x="255160" y="980143"/>
                  <a:pt x="243886" y="980143"/>
                </a:cubicBezTo>
                <a:cubicBezTo>
                  <a:pt x="232612" y="980143"/>
                  <a:pt x="223473" y="971004"/>
                  <a:pt x="223473" y="959730"/>
                </a:cubicBezTo>
                <a:cubicBezTo>
                  <a:pt x="223473" y="948456"/>
                  <a:pt x="232612" y="939317"/>
                  <a:pt x="243886" y="939317"/>
                </a:cubicBezTo>
                <a:close/>
                <a:moveTo>
                  <a:pt x="195109" y="939317"/>
                </a:moveTo>
                <a:cubicBezTo>
                  <a:pt x="206383" y="939317"/>
                  <a:pt x="215522" y="948456"/>
                  <a:pt x="215522" y="959730"/>
                </a:cubicBezTo>
                <a:cubicBezTo>
                  <a:pt x="215522" y="971004"/>
                  <a:pt x="206383" y="980143"/>
                  <a:pt x="195109" y="980143"/>
                </a:cubicBezTo>
                <a:cubicBezTo>
                  <a:pt x="183835" y="980143"/>
                  <a:pt x="174696" y="971004"/>
                  <a:pt x="174696" y="959730"/>
                </a:cubicBezTo>
                <a:cubicBezTo>
                  <a:pt x="174696" y="948456"/>
                  <a:pt x="183835" y="939317"/>
                  <a:pt x="195109" y="939317"/>
                </a:cubicBezTo>
                <a:close/>
                <a:moveTo>
                  <a:pt x="146332" y="939317"/>
                </a:moveTo>
                <a:cubicBezTo>
                  <a:pt x="157606" y="939317"/>
                  <a:pt x="166745" y="948456"/>
                  <a:pt x="166745" y="959730"/>
                </a:cubicBezTo>
                <a:cubicBezTo>
                  <a:pt x="166745" y="971004"/>
                  <a:pt x="157606" y="980143"/>
                  <a:pt x="146332" y="980143"/>
                </a:cubicBezTo>
                <a:cubicBezTo>
                  <a:pt x="135058" y="980143"/>
                  <a:pt x="125919" y="971004"/>
                  <a:pt x="125919" y="959730"/>
                </a:cubicBezTo>
                <a:cubicBezTo>
                  <a:pt x="125919" y="948456"/>
                  <a:pt x="135058" y="939317"/>
                  <a:pt x="146332" y="939317"/>
                </a:cubicBezTo>
                <a:close/>
                <a:moveTo>
                  <a:pt x="97555" y="939317"/>
                </a:moveTo>
                <a:cubicBezTo>
                  <a:pt x="108829" y="939317"/>
                  <a:pt x="117968" y="948456"/>
                  <a:pt x="117968" y="959730"/>
                </a:cubicBezTo>
                <a:cubicBezTo>
                  <a:pt x="117968" y="971004"/>
                  <a:pt x="108829" y="980143"/>
                  <a:pt x="97555" y="980143"/>
                </a:cubicBezTo>
                <a:cubicBezTo>
                  <a:pt x="86281" y="980143"/>
                  <a:pt x="77142" y="971004"/>
                  <a:pt x="77142" y="959730"/>
                </a:cubicBezTo>
                <a:cubicBezTo>
                  <a:pt x="77142" y="948456"/>
                  <a:pt x="86281" y="939317"/>
                  <a:pt x="97555" y="939317"/>
                </a:cubicBezTo>
                <a:close/>
                <a:moveTo>
                  <a:pt x="48778" y="939317"/>
                </a:moveTo>
                <a:cubicBezTo>
                  <a:pt x="60052" y="939317"/>
                  <a:pt x="69191" y="948456"/>
                  <a:pt x="69191" y="959730"/>
                </a:cubicBezTo>
                <a:cubicBezTo>
                  <a:pt x="69191" y="971004"/>
                  <a:pt x="60052" y="980143"/>
                  <a:pt x="48778" y="980143"/>
                </a:cubicBezTo>
                <a:cubicBezTo>
                  <a:pt x="37504" y="980143"/>
                  <a:pt x="28365" y="971004"/>
                  <a:pt x="28365" y="959730"/>
                </a:cubicBezTo>
                <a:cubicBezTo>
                  <a:pt x="28365" y="948456"/>
                  <a:pt x="37504" y="939317"/>
                  <a:pt x="48778" y="939317"/>
                </a:cubicBezTo>
                <a:close/>
                <a:moveTo>
                  <a:pt x="2" y="939317"/>
                </a:moveTo>
                <a:cubicBezTo>
                  <a:pt x="11275" y="939317"/>
                  <a:pt x="20414" y="948456"/>
                  <a:pt x="20414" y="959730"/>
                </a:cubicBezTo>
                <a:cubicBezTo>
                  <a:pt x="20414" y="971004"/>
                  <a:pt x="11275" y="980143"/>
                  <a:pt x="2" y="980143"/>
                </a:cubicBezTo>
                <a:lnTo>
                  <a:pt x="0" y="980142"/>
                </a:lnTo>
                <a:lnTo>
                  <a:pt x="0" y="939318"/>
                </a:lnTo>
                <a:close/>
                <a:moveTo>
                  <a:pt x="487772" y="885231"/>
                </a:moveTo>
                <a:lnTo>
                  <a:pt x="492351" y="886155"/>
                </a:lnTo>
                <a:lnTo>
                  <a:pt x="481971" y="892462"/>
                </a:lnTo>
                <a:lnTo>
                  <a:pt x="470537" y="897969"/>
                </a:lnTo>
                <a:lnTo>
                  <a:pt x="473337" y="891210"/>
                </a:lnTo>
                <a:cubicBezTo>
                  <a:pt x="477032" y="887516"/>
                  <a:pt x="482135" y="885231"/>
                  <a:pt x="487772" y="885231"/>
                </a:cubicBezTo>
                <a:close/>
                <a:moveTo>
                  <a:pt x="438994" y="885231"/>
                </a:moveTo>
                <a:cubicBezTo>
                  <a:pt x="444631" y="885231"/>
                  <a:pt x="449734" y="887516"/>
                  <a:pt x="453429" y="891210"/>
                </a:cubicBezTo>
                <a:lnTo>
                  <a:pt x="458609" y="903716"/>
                </a:lnTo>
                <a:lnTo>
                  <a:pt x="424595" y="920101"/>
                </a:lnTo>
                <a:lnTo>
                  <a:pt x="424560" y="920078"/>
                </a:lnTo>
                <a:cubicBezTo>
                  <a:pt x="420867" y="916384"/>
                  <a:pt x="418582" y="911281"/>
                  <a:pt x="418582" y="905644"/>
                </a:cubicBezTo>
                <a:cubicBezTo>
                  <a:pt x="418582" y="894370"/>
                  <a:pt x="427721" y="885231"/>
                  <a:pt x="438994" y="885231"/>
                </a:cubicBezTo>
                <a:close/>
                <a:moveTo>
                  <a:pt x="390217" y="885231"/>
                </a:moveTo>
                <a:cubicBezTo>
                  <a:pt x="401491" y="885231"/>
                  <a:pt x="410630" y="894370"/>
                  <a:pt x="410630" y="905644"/>
                </a:cubicBezTo>
                <a:cubicBezTo>
                  <a:pt x="410630" y="916917"/>
                  <a:pt x="401491" y="926056"/>
                  <a:pt x="390217" y="926056"/>
                </a:cubicBezTo>
                <a:cubicBezTo>
                  <a:pt x="378944" y="926056"/>
                  <a:pt x="369805" y="916917"/>
                  <a:pt x="369805" y="905644"/>
                </a:cubicBezTo>
                <a:cubicBezTo>
                  <a:pt x="369805" y="894370"/>
                  <a:pt x="378944" y="885231"/>
                  <a:pt x="390217" y="885231"/>
                </a:cubicBezTo>
                <a:close/>
                <a:moveTo>
                  <a:pt x="341440" y="885231"/>
                </a:moveTo>
                <a:cubicBezTo>
                  <a:pt x="352714" y="885231"/>
                  <a:pt x="361853" y="894370"/>
                  <a:pt x="361853" y="905644"/>
                </a:cubicBezTo>
                <a:cubicBezTo>
                  <a:pt x="361853" y="916917"/>
                  <a:pt x="352714" y="926056"/>
                  <a:pt x="341440" y="926056"/>
                </a:cubicBezTo>
                <a:cubicBezTo>
                  <a:pt x="330166" y="926056"/>
                  <a:pt x="321028" y="916917"/>
                  <a:pt x="321028" y="905644"/>
                </a:cubicBezTo>
                <a:cubicBezTo>
                  <a:pt x="321028" y="894370"/>
                  <a:pt x="330166" y="885231"/>
                  <a:pt x="341440" y="885231"/>
                </a:cubicBezTo>
                <a:close/>
                <a:moveTo>
                  <a:pt x="292663" y="885231"/>
                </a:moveTo>
                <a:cubicBezTo>
                  <a:pt x="303937" y="885231"/>
                  <a:pt x="313076" y="894370"/>
                  <a:pt x="313076" y="905644"/>
                </a:cubicBezTo>
                <a:cubicBezTo>
                  <a:pt x="313076" y="916917"/>
                  <a:pt x="303937" y="926056"/>
                  <a:pt x="292663" y="926056"/>
                </a:cubicBezTo>
                <a:cubicBezTo>
                  <a:pt x="281389" y="926056"/>
                  <a:pt x="272251" y="916917"/>
                  <a:pt x="272251" y="905644"/>
                </a:cubicBezTo>
                <a:cubicBezTo>
                  <a:pt x="272251" y="894370"/>
                  <a:pt x="281389" y="885231"/>
                  <a:pt x="292663" y="885231"/>
                </a:cubicBezTo>
                <a:close/>
                <a:moveTo>
                  <a:pt x="243886" y="885231"/>
                </a:moveTo>
                <a:cubicBezTo>
                  <a:pt x="255160" y="885231"/>
                  <a:pt x="264299" y="894370"/>
                  <a:pt x="264299" y="905644"/>
                </a:cubicBezTo>
                <a:cubicBezTo>
                  <a:pt x="264299" y="916917"/>
                  <a:pt x="255160" y="926056"/>
                  <a:pt x="243886" y="926056"/>
                </a:cubicBezTo>
                <a:cubicBezTo>
                  <a:pt x="232612" y="926056"/>
                  <a:pt x="223473" y="916917"/>
                  <a:pt x="223473" y="905644"/>
                </a:cubicBezTo>
                <a:cubicBezTo>
                  <a:pt x="223473" y="894370"/>
                  <a:pt x="232612" y="885231"/>
                  <a:pt x="243886" y="885231"/>
                </a:cubicBezTo>
                <a:close/>
                <a:moveTo>
                  <a:pt x="195109" y="885231"/>
                </a:moveTo>
                <a:cubicBezTo>
                  <a:pt x="206383" y="885231"/>
                  <a:pt x="215522" y="894370"/>
                  <a:pt x="215522" y="905644"/>
                </a:cubicBezTo>
                <a:cubicBezTo>
                  <a:pt x="215522" y="916917"/>
                  <a:pt x="206383" y="926056"/>
                  <a:pt x="195109" y="926056"/>
                </a:cubicBezTo>
                <a:cubicBezTo>
                  <a:pt x="183835" y="926056"/>
                  <a:pt x="174696" y="916917"/>
                  <a:pt x="174696" y="905644"/>
                </a:cubicBezTo>
                <a:cubicBezTo>
                  <a:pt x="174696" y="894370"/>
                  <a:pt x="183835" y="885231"/>
                  <a:pt x="195109" y="885231"/>
                </a:cubicBezTo>
                <a:close/>
                <a:moveTo>
                  <a:pt x="146332" y="885231"/>
                </a:moveTo>
                <a:cubicBezTo>
                  <a:pt x="157606" y="885231"/>
                  <a:pt x="166745" y="894370"/>
                  <a:pt x="166745" y="905644"/>
                </a:cubicBezTo>
                <a:cubicBezTo>
                  <a:pt x="166745" y="916917"/>
                  <a:pt x="157606" y="926056"/>
                  <a:pt x="146332" y="926056"/>
                </a:cubicBezTo>
                <a:cubicBezTo>
                  <a:pt x="135058" y="926056"/>
                  <a:pt x="125919" y="916917"/>
                  <a:pt x="125919" y="905644"/>
                </a:cubicBezTo>
                <a:cubicBezTo>
                  <a:pt x="125919" y="894370"/>
                  <a:pt x="135058" y="885231"/>
                  <a:pt x="146332" y="885231"/>
                </a:cubicBezTo>
                <a:close/>
                <a:moveTo>
                  <a:pt x="97555" y="885231"/>
                </a:moveTo>
                <a:cubicBezTo>
                  <a:pt x="108829" y="885231"/>
                  <a:pt x="117968" y="894370"/>
                  <a:pt x="117968" y="905644"/>
                </a:cubicBezTo>
                <a:cubicBezTo>
                  <a:pt x="117968" y="916917"/>
                  <a:pt x="108829" y="926056"/>
                  <a:pt x="97555" y="926056"/>
                </a:cubicBezTo>
                <a:cubicBezTo>
                  <a:pt x="86281" y="926056"/>
                  <a:pt x="77142" y="916917"/>
                  <a:pt x="77142" y="905644"/>
                </a:cubicBezTo>
                <a:cubicBezTo>
                  <a:pt x="77142" y="894370"/>
                  <a:pt x="86281" y="885231"/>
                  <a:pt x="97555" y="885231"/>
                </a:cubicBezTo>
                <a:close/>
                <a:moveTo>
                  <a:pt x="48778" y="885231"/>
                </a:moveTo>
                <a:cubicBezTo>
                  <a:pt x="60052" y="885231"/>
                  <a:pt x="69191" y="894370"/>
                  <a:pt x="69191" y="905644"/>
                </a:cubicBezTo>
                <a:cubicBezTo>
                  <a:pt x="69191" y="916917"/>
                  <a:pt x="60052" y="926056"/>
                  <a:pt x="48778" y="926056"/>
                </a:cubicBezTo>
                <a:cubicBezTo>
                  <a:pt x="37504" y="926056"/>
                  <a:pt x="28365" y="916917"/>
                  <a:pt x="28365" y="905644"/>
                </a:cubicBezTo>
                <a:cubicBezTo>
                  <a:pt x="28365" y="894370"/>
                  <a:pt x="37504" y="885231"/>
                  <a:pt x="48778" y="885231"/>
                </a:cubicBezTo>
                <a:close/>
                <a:moveTo>
                  <a:pt x="2" y="885231"/>
                </a:moveTo>
                <a:cubicBezTo>
                  <a:pt x="11275" y="885231"/>
                  <a:pt x="20414" y="894370"/>
                  <a:pt x="20414" y="905644"/>
                </a:cubicBezTo>
                <a:cubicBezTo>
                  <a:pt x="20414" y="916917"/>
                  <a:pt x="11275" y="926056"/>
                  <a:pt x="2" y="926056"/>
                </a:cubicBezTo>
                <a:lnTo>
                  <a:pt x="0" y="926055"/>
                </a:lnTo>
                <a:lnTo>
                  <a:pt x="0" y="885232"/>
                </a:lnTo>
                <a:close/>
                <a:moveTo>
                  <a:pt x="577493" y="832726"/>
                </a:moveTo>
                <a:lnTo>
                  <a:pt x="570568" y="837904"/>
                </a:lnTo>
                <a:lnTo>
                  <a:pt x="570892" y="837123"/>
                </a:lnTo>
                <a:cubicBezTo>
                  <a:pt x="572738" y="835276"/>
                  <a:pt x="574938" y="833782"/>
                  <a:pt x="577380" y="832749"/>
                </a:cubicBezTo>
                <a:close/>
                <a:moveTo>
                  <a:pt x="536549" y="831145"/>
                </a:moveTo>
                <a:cubicBezTo>
                  <a:pt x="542186" y="831145"/>
                  <a:pt x="547289" y="833430"/>
                  <a:pt x="550983" y="837123"/>
                </a:cubicBezTo>
                <a:lnTo>
                  <a:pt x="555421" y="847839"/>
                </a:lnTo>
                <a:lnTo>
                  <a:pt x="523739" y="867087"/>
                </a:lnTo>
                <a:lnTo>
                  <a:pt x="522114" y="865992"/>
                </a:lnTo>
                <a:cubicBezTo>
                  <a:pt x="518421" y="862298"/>
                  <a:pt x="516136" y="857194"/>
                  <a:pt x="516136" y="851558"/>
                </a:cubicBezTo>
                <a:cubicBezTo>
                  <a:pt x="516136" y="840284"/>
                  <a:pt x="525275" y="831145"/>
                  <a:pt x="536549" y="831145"/>
                </a:cubicBezTo>
                <a:close/>
                <a:moveTo>
                  <a:pt x="487772" y="831145"/>
                </a:moveTo>
                <a:cubicBezTo>
                  <a:pt x="499045" y="831145"/>
                  <a:pt x="508184" y="840284"/>
                  <a:pt x="508184" y="851558"/>
                </a:cubicBezTo>
                <a:cubicBezTo>
                  <a:pt x="508184" y="862831"/>
                  <a:pt x="499045" y="871970"/>
                  <a:pt x="487772" y="871970"/>
                </a:cubicBezTo>
                <a:cubicBezTo>
                  <a:pt x="476498" y="871970"/>
                  <a:pt x="467359" y="862831"/>
                  <a:pt x="467359" y="851558"/>
                </a:cubicBezTo>
                <a:cubicBezTo>
                  <a:pt x="467359" y="840284"/>
                  <a:pt x="476498" y="831145"/>
                  <a:pt x="487772" y="831145"/>
                </a:cubicBezTo>
                <a:close/>
                <a:moveTo>
                  <a:pt x="438994" y="831145"/>
                </a:moveTo>
                <a:cubicBezTo>
                  <a:pt x="450268" y="831145"/>
                  <a:pt x="459407" y="840284"/>
                  <a:pt x="459407" y="851558"/>
                </a:cubicBezTo>
                <a:cubicBezTo>
                  <a:pt x="459407" y="862831"/>
                  <a:pt x="450268" y="871970"/>
                  <a:pt x="438994" y="871970"/>
                </a:cubicBezTo>
                <a:cubicBezTo>
                  <a:pt x="427721" y="871970"/>
                  <a:pt x="418582" y="862831"/>
                  <a:pt x="418582" y="851558"/>
                </a:cubicBezTo>
                <a:cubicBezTo>
                  <a:pt x="418582" y="840284"/>
                  <a:pt x="427721" y="831145"/>
                  <a:pt x="438994" y="831145"/>
                </a:cubicBezTo>
                <a:close/>
                <a:moveTo>
                  <a:pt x="390217" y="831145"/>
                </a:moveTo>
                <a:cubicBezTo>
                  <a:pt x="401491" y="831145"/>
                  <a:pt x="410630" y="840284"/>
                  <a:pt x="410630" y="851558"/>
                </a:cubicBezTo>
                <a:cubicBezTo>
                  <a:pt x="410630" y="862831"/>
                  <a:pt x="401491" y="871970"/>
                  <a:pt x="390217" y="871970"/>
                </a:cubicBezTo>
                <a:cubicBezTo>
                  <a:pt x="378944" y="871970"/>
                  <a:pt x="369805" y="862831"/>
                  <a:pt x="369805" y="851558"/>
                </a:cubicBezTo>
                <a:cubicBezTo>
                  <a:pt x="369805" y="840284"/>
                  <a:pt x="378944" y="831145"/>
                  <a:pt x="390217" y="831145"/>
                </a:cubicBezTo>
                <a:close/>
                <a:moveTo>
                  <a:pt x="341440" y="831145"/>
                </a:moveTo>
                <a:cubicBezTo>
                  <a:pt x="352714" y="831145"/>
                  <a:pt x="361853" y="840284"/>
                  <a:pt x="361853" y="851558"/>
                </a:cubicBezTo>
                <a:cubicBezTo>
                  <a:pt x="361853" y="862831"/>
                  <a:pt x="352714" y="871970"/>
                  <a:pt x="341440" y="871970"/>
                </a:cubicBezTo>
                <a:cubicBezTo>
                  <a:pt x="330166" y="871970"/>
                  <a:pt x="321028" y="862831"/>
                  <a:pt x="321028" y="851558"/>
                </a:cubicBezTo>
                <a:cubicBezTo>
                  <a:pt x="321028" y="840284"/>
                  <a:pt x="330166" y="831145"/>
                  <a:pt x="341440" y="831145"/>
                </a:cubicBezTo>
                <a:close/>
                <a:moveTo>
                  <a:pt x="292663" y="831145"/>
                </a:moveTo>
                <a:cubicBezTo>
                  <a:pt x="303937" y="831145"/>
                  <a:pt x="313076" y="840284"/>
                  <a:pt x="313076" y="851558"/>
                </a:cubicBezTo>
                <a:cubicBezTo>
                  <a:pt x="313076" y="862831"/>
                  <a:pt x="303937" y="871970"/>
                  <a:pt x="292663" y="871970"/>
                </a:cubicBezTo>
                <a:cubicBezTo>
                  <a:pt x="281389" y="871970"/>
                  <a:pt x="272251" y="862831"/>
                  <a:pt x="272251" y="851558"/>
                </a:cubicBezTo>
                <a:cubicBezTo>
                  <a:pt x="272251" y="840284"/>
                  <a:pt x="281389" y="831145"/>
                  <a:pt x="292663" y="831145"/>
                </a:cubicBezTo>
                <a:close/>
                <a:moveTo>
                  <a:pt x="243886" y="831145"/>
                </a:moveTo>
                <a:cubicBezTo>
                  <a:pt x="255160" y="831145"/>
                  <a:pt x="264299" y="840284"/>
                  <a:pt x="264299" y="851558"/>
                </a:cubicBezTo>
                <a:cubicBezTo>
                  <a:pt x="264299" y="862831"/>
                  <a:pt x="255160" y="871970"/>
                  <a:pt x="243886" y="871970"/>
                </a:cubicBezTo>
                <a:cubicBezTo>
                  <a:pt x="232612" y="871970"/>
                  <a:pt x="223473" y="862831"/>
                  <a:pt x="223473" y="851558"/>
                </a:cubicBezTo>
                <a:cubicBezTo>
                  <a:pt x="223473" y="840284"/>
                  <a:pt x="232612" y="831145"/>
                  <a:pt x="243886" y="831145"/>
                </a:cubicBezTo>
                <a:close/>
                <a:moveTo>
                  <a:pt x="195109" y="831145"/>
                </a:moveTo>
                <a:cubicBezTo>
                  <a:pt x="206383" y="831145"/>
                  <a:pt x="215522" y="840284"/>
                  <a:pt x="215522" y="851558"/>
                </a:cubicBezTo>
                <a:cubicBezTo>
                  <a:pt x="215522" y="862831"/>
                  <a:pt x="206383" y="871970"/>
                  <a:pt x="195109" y="871970"/>
                </a:cubicBezTo>
                <a:cubicBezTo>
                  <a:pt x="183835" y="871970"/>
                  <a:pt x="174696" y="862831"/>
                  <a:pt x="174696" y="851558"/>
                </a:cubicBezTo>
                <a:cubicBezTo>
                  <a:pt x="174696" y="840284"/>
                  <a:pt x="183835" y="831145"/>
                  <a:pt x="195109" y="831145"/>
                </a:cubicBezTo>
                <a:close/>
                <a:moveTo>
                  <a:pt x="146332" y="831145"/>
                </a:moveTo>
                <a:cubicBezTo>
                  <a:pt x="157606" y="831145"/>
                  <a:pt x="166745" y="840284"/>
                  <a:pt x="166745" y="851558"/>
                </a:cubicBezTo>
                <a:cubicBezTo>
                  <a:pt x="166745" y="862831"/>
                  <a:pt x="157606" y="871970"/>
                  <a:pt x="146332" y="871970"/>
                </a:cubicBezTo>
                <a:cubicBezTo>
                  <a:pt x="135058" y="871970"/>
                  <a:pt x="125919" y="862831"/>
                  <a:pt x="125919" y="851558"/>
                </a:cubicBezTo>
                <a:cubicBezTo>
                  <a:pt x="125919" y="840284"/>
                  <a:pt x="135058" y="831145"/>
                  <a:pt x="146332" y="831145"/>
                </a:cubicBezTo>
                <a:close/>
                <a:moveTo>
                  <a:pt x="97555" y="831145"/>
                </a:moveTo>
                <a:cubicBezTo>
                  <a:pt x="108829" y="831145"/>
                  <a:pt x="117968" y="840284"/>
                  <a:pt x="117968" y="851558"/>
                </a:cubicBezTo>
                <a:cubicBezTo>
                  <a:pt x="117968" y="862831"/>
                  <a:pt x="108829" y="871970"/>
                  <a:pt x="97555" y="871970"/>
                </a:cubicBezTo>
                <a:cubicBezTo>
                  <a:pt x="86281" y="871970"/>
                  <a:pt x="77142" y="862831"/>
                  <a:pt x="77142" y="851558"/>
                </a:cubicBezTo>
                <a:cubicBezTo>
                  <a:pt x="77142" y="840284"/>
                  <a:pt x="86281" y="831145"/>
                  <a:pt x="97555" y="831145"/>
                </a:cubicBezTo>
                <a:close/>
                <a:moveTo>
                  <a:pt x="48778" y="831145"/>
                </a:moveTo>
                <a:cubicBezTo>
                  <a:pt x="60052" y="831145"/>
                  <a:pt x="69191" y="840284"/>
                  <a:pt x="69191" y="851558"/>
                </a:cubicBezTo>
                <a:cubicBezTo>
                  <a:pt x="69191" y="862831"/>
                  <a:pt x="60052" y="871970"/>
                  <a:pt x="48778" y="871970"/>
                </a:cubicBezTo>
                <a:cubicBezTo>
                  <a:pt x="37504" y="871970"/>
                  <a:pt x="28365" y="862831"/>
                  <a:pt x="28365" y="851558"/>
                </a:cubicBezTo>
                <a:cubicBezTo>
                  <a:pt x="28365" y="840284"/>
                  <a:pt x="37504" y="831145"/>
                  <a:pt x="48778" y="831145"/>
                </a:cubicBezTo>
                <a:close/>
                <a:moveTo>
                  <a:pt x="2" y="831145"/>
                </a:moveTo>
                <a:cubicBezTo>
                  <a:pt x="11275" y="831145"/>
                  <a:pt x="20414" y="840284"/>
                  <a:pt x="20414" y="851558"/>
                </a:cubicBezTo>
                <a:cubicBezTo>
                  <a:pt x="20414" y="862831"/>
                  <a:pt x="11275" y="871970"/>
                  <a:pt x="2" y="871970"/>
                </a:cubicBezTo>
                <a:lnTo>
                  <a:pt x="0" y="871969"/>
                </a:lnTo>
                <a:lnTo>
                  <a:pt x="0" y="831146"/>
                </a:lnTo>
                <a:close/>
                <a:moveTo>
                  <a:pt x="634103" y="777059"/>
                </a:moveTo>
                <a:cubicBezTo>
                  <a:pt x="636921" y="777059"/>
                  <a:pt x="639606" y="777630"/>
                  <a:pt x="642049" y="778663"/>
                </a:cubicBezTo>
                <a:lnTo>
                  <a:pt x="645821" y="781206"/>
                </a:lnTo>
                <a:lnTo>
                  <a:pt x="643181" y="783605"/>
                </a:lnTo>
                <a:lnTo>
                  <a:pt x="616279" y="803722"/>
                </a:lnTo>
                <a:lnTo>
                  <a:pt x="613690" y="797471"/>
                </a:lnTo>
                <a:cubicBezTo>
                  <a:pt x="613690" y="786198"/>
                  <a:pt x="622829" y="777059"/>
                  <a:pt x="634103" y="777059"/>
                </a:cubicBezTo>
                <a:close/>
                <a:moveTo>
                  <a:pt x="585326" y="777059"/>
                </a:moveTo>
                <a:cubicBezTo>
                  <a:pt x="596599" y="777059"/>
                  <a:pt x="605738" y="786198"/>
                  <a:pt x="605738" y="797471"/>
                </a:cubicBezTo>
                <a:cubicBezTo>
                  <a:pt x="605738" y="808745"/>
                  <a:pt x="596599" y="817884"/>
                  <a:pt x="585326" y="817884"/>
                </a:cubicBezTo>
                <a:cubicBezTo>
                  <a:pt x="574052" y="817884"/>
                  <a:pt x="564913" y="808745"/>
                  <a:pt x="564913" y="797471"/>
                </a:cubicBezTo>
                <a:cubicBezTo>
                  <a:pt x="564913" y="786198"/>
                  <a:pt x="574052" y="777059"/>
                  <a:pt x="585326" y="777059"/>
                </a:cubicBezTo>
                <a:close/>
                <a:moveTo>
                  <a:pt x="536549" y="777059"/>
                </a:moveTo>
                <a:cubicBezTo>
                  <a:pt x="547822" y="777059"/>
                  <a:pt x="556961" y="786198"/>
                  <a:pt x="556961" y="797471"/>
                </a:cubicBezTo>
                <a:cubicBezTo>
                  <a:pt x="556961" y="808745"/>
                  <a:pt x="547822" y="817884"/>
                  <a:pt x="536549" y="817884"/>
                </a:cubicBezTo>
                <a:cubicBezTo>
                  <a:pt x="525275" y="817884"/>
                  <a:pt x="516136" y="808745"/>
                  <a:pt x="516136" y="797471"/>
                </a:cubicBezTo>
                <a:cubicBezTo>
                  <a:pt x="516136" y="786198"/>
                  <a:pt x="525275" y="777059"/>
                  <a:pt x="536549" y="777059"/>
                </a:cubicBezTo>
                <a:close/>
                <a:moveTo>
                  <a:pt x="487772" y="777059"/>
                </a:moveTo>
                <a:cubicBezTo>
                  <a:pt x="499045" y="777059"/>
                  <a:pt x="508184" y="786198"/>
                  <a:pt x="508184" y="797471"/>
                </a:cubicBezTo>
                <a:cubicBezTo>
                  <a:pt x="508184" y="808745"/>
                  <a:pt x="499045" y="817884"/>
                  <a:pt x="487772" y="817884"/>
                </a:cubicBezTo>
                <a:cubicBezTo>
                  <a:pt x="476498" y="817884"/>
                  <a:pt x="467359" y="808745"/>
                  <a:pt x="467359" y="797471"/>
                </a:cubicBezTo>
                <a:cubicBezTo>
                  <a:pt x="467359" y="786198"/>
                  <a:pt x="476498" y="777059"/>
                  <a:pt x="487772" y="777059"/>
                </a:cubicBezTo>
                <a:close/>
                <a:moveTo>
                  <a:pt x="438994" y="777059"/>
                </a:moveTo>
                <a:cubicBezTo>
                  <a:pt x="450268" y="777059"/>
                  <a:pt x="459407" y="786198"/>
                  <a:pt x="459407" y="797471"/>
                </a:cubicBezTo>
                <a:cubicBezTo>
                  <a:pt x="459407" y="808745"/>
                  <a:pt x="450268" y="817884"/>
                  <a:pt x="438994" y="817884"/>
                </a:cubicBezTo>
                <a:cubicBezTo>
                  <a:pt x="427721" y="817884"/>
                  <a:pt x="418582" y="808745"/>
                  <a:pt x="418582" y="797471"/>
                </a:cubicBezTo>
                <a:cubicBezTo>
                  <a:pt x="418582" y="786198"/>
                  <a:pt x="427721" y="777059"/>
                  <a:pt x="438994" y="777059"/>
                </a:cubicBezTo>
                <a:close/>
                <a:moveTo>
                  <a:pt x="390217" y="777059"/>
                </a:moveTo>
                <a:cubicBezTo>
                  <a:pt x="401491" y="777059"/>
                  <a:pt x="410630" y="786198"/>
                  <a:pt x="410630" y="797471"/>
                </a:cubicBezTo>
                <a:cubicBezTo>
                  <a:pt x="410630" y="808745"/>
                  <a:pt x="401491" y="817884"/>
                  <a:pt x="390217" y="817884"/>
                </a:cubicBezTo>
                <a:cubicBezTo>
                  <a:pt x="378944" y="817884"/>
                  <a:pt x="369805" y="808745"/>
                  <a:pt x="369805" y="797471"/>
                </a:cubicBezTo>
                <a:cubicBezTo>
                  <a:pt x="369805" y="786198"/>
                  <a:pt x="378944" y="777059"/>
                  <a:pt x="390217" y="777059"/>
                </a:cubicBezTo>
                <a:close/>
                <a:moveTo>
                  <a:pt x="341440" y="777059"/>
                </a:moveTo>
                <a:cubicBezTo>
                  <a:pt x="352714" y="777059"/>
                  <a:pt x="361853" y="786198"/>
                  <a:pt x="361853" y="797471"/>
                </a:cubicBezTo>
                <a:cubicBezTo>
                  <a:pt x="361853" y="808745"/>
                  <a:pt x="352714" y="817884"/>
                  <a:pt x="341440" y="817884"/>
                </a:cubicBezTo>
                <a:cubicBezTo>
                  <a:pt x="330166" y="817884"/>
                  <a:pt x="321028" y="808745"/>
                  <a:pt x="321028" y="797471"/>
                </a:cubicBezTo>
                <a:cubicBezTo>
                  <a:pt x="321028" y="786198"/>
                  <a:pt x="330166" y="777059"/>
                  <a:pt x="341440" y="777059"/>
                </a:cubicBezTo>
                <a:close/>
                <a:moveTo>
                  <a:pt x="292663" y="777059"/>
                </a:moveTo>
                <a:cubicBezTo>
                  <a:pt x="303937" y="777059"/>
                  <a:pt x="313076" y="786198"/>
                  <a:pt x="313076" y="797471"/>
                </a:cubicBezTo>
                <a:cubicBezTo>
                  <a:pt x="313076" y="808745"/>
                  <a:pt x="303937" y="817884"/>
                  <a:pt x="292663" y="817884"/>
                </a:cubicBezTo>
                <a:cubicBezTo>
                  <a:pt x="281389" y="817884"/>
                  <a:pt x="272251" y="808745"/>
                  <a:pt x="272251" y="797471"/>
                </a:cubicBezTo>
                <a:cubicBezTo>
                  <a:pt x="272251" y="786198"/>
                  <a:pt x="281389" y="777059"/>
                  <a:pt x="292663" y="777059"/>
                </a:cubicBezTo>
                <a:close/>
                <a:moveTo>
                  <a:pt x="243886" y="777059"/>
                </a:moveTo>
                <a:cubicBezTo>
                  <a:pt x="255160" y="777059"/>
                  <a:pt x="264299" y="786198"/>
                  <a:pt x="264299" y="797471"/>
                </a:cubicBezTo>
                <a:cubicBezTo>
                  <a:pt x="264299" y="808745"/>
                  <a:pt x="255160" y="817884"/>
                  <a:pt x="243886" y="817884"/>
                </a:cubicBezTo>
                <a:cubicBezTo>
                  <a:pt x="232612" y="817884"/>
                  <a:pt x="223473" y="808745"/>
                  <a:pt x="223473" y="797471"/>
                </a:cubicBezTo>
                <a:cubicBezTo>
                  <a:pt x="223473" y="786198"/>
                  <a:pt x="232612" y="777059"/>
                  <a:pt x="243886" y="777059"/>
                </a:cubicBezTo>
                <a:close/>
                <a:moveTo>
                  <a:pt x="195109" y="777059"/>
                </a:moveTo>
                <a:cubicBezTo>
                  <a:pt x="206383" y="777059"/>
                  <a:pt x="215522" y="786198"/>
                  <a:pt x="215522" y="797471"/>
                </a:cubicBezTo>
                <a:cubicBezTo>
                  <a:pt x="215522" y="808745"/>
                  <a:pt x="206383" y="817884"/>
                  <a:pt x="195109" y="817884"/>
                </a:cubicBezTo>
                <a:cubicBezTo>
                  <a:pt x="183835" y="817884"/>
                  <a:pt x="174696" y="808745"/>
                  <a:pt x="174696" y="797471"/>
                </a:cubicBezTo>
                <a:cubicBezTo>
                  <a:pt x="174696" y="786198"/>
                  <a:pt x="183835" y="777059"/>
                  <a:pt x="195109" y="777059"/>
                </a:cubicBezTo>
                <a:close/>
                <a:moveTo>
                  <a:pt x="146332" y="777059"/>
                </a:moveTo>
                <a:cubicBezTo>
                  <a:pt x="157606" y="777059"/>
                  <a:pt x="166745" y="786198"/>
                  <a:pt x="166745" y="797471"/>
                </a:cubicBezTo>
                <a:cubicBezTo>
                  <a:pt x="166745" y="808745"/>
                  <a:pt x="157606" y="817884"/>
                  <a:pt x="146332" y="817884"/>
                </a:cubicBezTo>
                <a:cubicBezTo>
                  <a:pt x="135058" y="817884"/>
                  <a:pt x="125919" y="808745"/>
                  <a:pt x="125919" y="797471"/>
                </a:cubicBezTo>
                <a:cubicBezTo>
                  <a:pt x="125919" y="786198"/>
                  <a:pt x="135058" y="777059"/>
                  <a:pt x="146332" y="777059"/>
                </a:cubicBezTo>
                <a:close/>
                <a:moveTo>
                  <a:pt x="97555" y="777059"/>
                </a:moveTo>
                <a:cubicBezTo>
                  <a:pt x="108829" y="777059"/>
                  <a:pt x="117968" y="786198"/>
                  <a:pt x="117968" y="797471"/>
                </a:cubicBezTo>
                <a:cubicBezTo>
                  <a:pt x="117968" y="808745"/>
                  <a:pt x="108829" y="817884"/>
                  <a:pt x="97555" y="817884"/>
                </a:cubicBezTo>
                <a:cubicBezTo>
                  <a:pt x="86281" y="817884"/>
                  <a:pt x="77142" y="808745"/>
                  <a:pt x="77142" y="797471"/>
                </a:cubicBezTo>
                <a:cubicBezTo>
                  <a:pt x="77142" y="786198"/>
                  <a:pt x="86281" y="777059"/>
                  <a:pt x="97555" y="777059"/>
                </a:cubicBezTo>
                <a:close/>
                <a:moveTo>
                  <a:pt x="48778" y="777059"/>
                </a:moveTo>
                <a:cubicBezTo>
                  <a:pt x="60052" y="777059"/>
                  <a:pt x="69191" y="786198"/>
                  <a:pt x="69191" y="797471"/>
                </a:cubicBezTo>
                <a:cubicBezTo>
                  <a:pt x="69191" y="808745"/>
                  <a:pt x="60052" y="817884"/>
                  <a:pt x="48778" y="817884"/>
                </a:cubicBezTo>
                <a:cubicBezTo>
                  <a:pt x="37504" y="817884"/>
                  <a:pt x="28365" y="808745"/>
                  <a:pt x="28365" y="797471"/>
                </a:cubicBezTo>
                <a:cubicBezTo>
                  <a:pt x="28365" y="786198"/>
                  <a:pt x="37504" y="777059"/>
                  <a:pt x="48778" y="777059"/>
                </a:cubicBezTo>
                <a:close/>
                <a:moveTo>
                  <a:pt x="2" y="777059"/>
                </a:moveTo>
                <a:cubicBezTo>
                  <a:pt x="11275" y="777059"/>
                  <a:pt x="20414" y="786198"/>
                  <a:pt x="20414" y="797471"/>
                </a:cubicBezTo>
                <a:cubicBezTo>
                  <a:pt x="20414" y="808745"/>
                  <a:pt x="11275" y="817884"/>
                  <a:pt x="2" y="817884"/>
                </a:cubicBezTo>
                <a:lnTo>
                  <a:pt x="0" y="817883"/>
                </a:lnTo>
                <a:lnTo>
                  <a:pt x="0" y="777060"/>
                </a:lnTo>
                <a:close/>
                <a:moveTo>
                  <a:pt x="682880" y="722972"/>
                </a:moveTo>
                <a:cubicBezTo>
                  <a:pt x="688517" y="722972"/>
                  <a:pt x="693620" y="725257"/>
                  <a:pt x="697314" y="728951"/>
                </a:cubicBezTo>
                <a:lnTo>
                  <a:pt x="698955" y="732914"/>
                </a:lnTo>
                <a:lnTo>
                  <a:pt x="670229" y="759022"/>
                </a:lnTo>
                <a:lnTo>
                  <a:pt x="668446" y="757819"/>
                </a:lnTo>
                <a:cubicBezTo>
                  <a:pt x="664752" y="754125"/>
                  <a:pt x="662467" y="749022"/>
                  <a:pt x="662467" y="743385"/>
                </a:cubicBezTo>
                <a:cubicBezTo>
                  <a:pt x="662467" y="732111"/>
                  <a:pt x="671606" y="722972"/>
                  <a:pt x="682880" y="722972"/>
                </a:cubicBezTo>
                <a:close/>
                <a:moveTo>
                  <a:pt x="634103" y="722972"/>
                </a:moveTo>
                <a:cubicBezTo>
                  <a:pt x="645377" y="722972"/>
                  <a:pt x="654516" y="732111"/>
                  <a:pt x="654516" y="743385"/>
                </a:cubicBezTo>
                <a:cubicBezTo>
                  <a:pt x="654516" y="754659"/>
                  <a:pt x="645377" y="763798"/>
                  <a:pt x="634103" y="763798"/>
                </a:cubicBezTo>
                <a:cubicBezTo>
                  <a:pt x="622829" y="763798"/>
                  <a:pt x="613690" y="754659"/>
                  <a:pt x="613690" y="743385"/>
                </a:cubicBezTo>
                <a:cubicBezTo>
                  <a:pt x="613690" y="732111"/>
                  <a:pt x="622829" y="722972"/>
                  <a:pt x="634103" y="722972"/>
                </a:cubicBezTo>
                <a:close/>
                <a:moveTo>
                  <a:pt x="585326" y="722972"/>
                </a:moveTo>
                <a:cubicBezTo>
                  <a:pt x="596599" y="722972"/>
                  <a:pt x="605738" y="732111"/>
                  <a:pt x="605738" y="743385"/>
                </a:cubicBezTo>
                <a:cubicBezTo>
                  <a:pt x="605738" y="754659"/>
                  <a:pt x="596599" y="763798"/>
                  <a:pt x="585326" y="763798"/>
                </a:cubicBezTo>
                <a:cubicBezTo>
                  <a:pt x="574052" y="763798"/>
                  <a:pt x="564913" y="754659"/>
                  <a:pt x="564913" y="743385"/>
                </a:cubicBezTo>
                <a:cubicBezTo>
                  <a:pt x="564913" y="732111"/>
                  <a:pt x="574052" y="722972"/>
                  <a:pt x="585326" y="722972"/>
                </a:cubicBezTo>
                <a:close/>
                <a:moveTo>
                  <a:pt x="536549" y="722972"/>
                </a:moveTo>
                <a:cubicBezTo>
                  <a:pt x="547822" y="722972"/>
                  <a:pt x="556961" y="732111"/>
                  <a:pt x="556961" y="743385"/>
                </a:cubicBezTo>
                <a:cubicBezTo>
                  <a:pt x="556961" y="754659"/>
                  <a:pt x="547822" y="763798"/>
                  <a:pt x="536549" y="763798"/>
                </a:cubicBezTo>
                <a:cubicBezTo>
                  <a:pt x="525275" y="763798"/>
                  <a:pt x="516136" y="754659"/>
                  <a:pt x="516136" y="743385"/>
                </a:cubicBezTo>
                <a:cubicBezTo>
                  <a:pt x="516136" y="732111"/>
                  <a:pt x="525275" y="722972"/>
                  <a:pt x="536549" y="722972"/>
                </a:cubicBezTo>
                <a:close/>
                <a:moveTo>
                  <a:pt x="487772" y="722972"/>
                </a:moveTo>
                <a:cubicBezTo>
                  <a:pt x="499045" y="722972"/>
                  <a:pt x="508184" y="732111"/>
                  <a:pt x="508184" y="743385"/>
                </a:cubicBezTo>
                <a:cubicBezTo>
                  <a:pt x="508184" y="754659"/>
                  <a:pt x="499045" y="763798"/>
                  <a:pt x="487772" y="763798"/>
                </a:cubicBezTo>
                <a:cubicBezTo>
                  <a:pt x="476498" y="763798"/>
                  <a:pt x="467359" y="754659"/>
                  <a:pt x="467359" y="743385"/>
                </a:cubicBezTo>
                <a:cubicBezTo>
                  <a:pt x="467359" y="732111"/>
                  <a:pt x="476498" y="722972"/>
                  <a:pt x="487772" y="722972"/>
                </a:cubicBezTo>
                <a:close/>
                <a:moveTo>
                  <a:pt x="438994" y="722972"/>
                </a:moveTo>
                <a:cubicBezTo>
                  <a:pt x="450268" y="722972"/>
                  <a:pt x="459407" y="732111"/>
                  <a:pt x="459407" y="743385"/>
                </a:cubicBezTo>
                <a:cubicBezTo>
                  <a:pt x="459407" y="754659"/>
                  <a:pt x="450268" y="763798"/>
                  <a:pt x="438994" y="763798"/>
                </a:cubicBezTo>
                <a:cubicBezTo>
                  <a:pt x="427721" y="763798"/>
                  <a:pt x="418582" y="754659"/>
                  <a:pt x="418582" y="743385"/>
                </a:cubicBezTo>
                <a:cubicBezTo>
                  <a:pt x="418582" y="732111"/>
                  <a:pt x="427721" y="722972"/>
                  <a:pt x="438994" y="722972"/>
                </a:cubicBezTo>
                <a:close/>
                <a:moveTo>
                  <a:pt x="390217" y="722972"/>
                </a:moveTo>
                <a:cubicBezTo>
                  <a:pt x="401491" y="722972"/>
                  <a:pt x="410630" y="732111"/>
                  <a:pt x="410630" y="743385"/>
                </a:cubicBezTo>
                <a:cubicBezTo>
                  <a:pt x="410630" y="754659"/>
                  <a:pt x="401491" y="763798"/>
                  <a:pt x="390217" y="763798"/>
                </a:cubicBezTo>
                <a:cubicBezTo>
                  <a:pt x="378944" y="763798"/>
                  <a:pt x="369805" y="754659"/>
                  <a:pt x="369805" y="743385"/>
                </a:cubicBezTo>
                <a:cubicBezTo>
                  <a:pt x="369805" y="732111"/>
                  <a:pt x="378944" y="722972"/>
                  <a:pt x="390217" y="722972"/>
                </a:cubicBezTo>
                <a:close/>
                <a:moveTo>
                  <a:pt x="341440" y="722972"/>
                </a:moveTo>
                <a:cubicBezTo>
                  <a:pt x="352714" y="722972"/>
                  <a:pt x="361853" y="732111"/>
                  <a:pt x="361853" y="743385"/>
                </a:cubicBezTo>
                <a:cubicBezTo>
                  <a:pt x="361853" y="754659"/>
                  <a:pt x="352714" y="763798"/>
                  <a:pt x="341440" y="763798"/>
                </a:cubicBezTo>
                <a:cubicBezTo>
                  <a:pt x="330166" y="763798"/>
                  <a:pt x="321028" y="754659"/>
                  <a:pt x="321028" y="743385"/>
                </a:cubicBezTo>
                <a:cubicBezTo>
                  <a:pt x="321028" y="732111"/>
                  <a:pt x="330166" y="722972"/>
                  <a:pt x="341440" y="722972"/>
                </a:cubicBezTo>
                <a:close/>
                <a:moveTo>
                  <a:pt x="292663" y="722972"/>
                </a:moveTo>
                <a:cubicBezTo>
                  <a:pt x="303937" y="722972"/>
                  <a:pt x="313076" y="732111"/>
                  <a:pt x="313076" y="743385"/>
                </a:cubicBezTo>
                <a:cubicBezTo>
                  <a:pt x="313076" y="754659"/>
                  <a:pt x="303937" y="763798"/>
                  <a:pt x="292663" y="763798"/>
                </a:cubicBezTo>
                <a:cubicBezTo>
                  <a:pt x="281389" y="763798"/>
                  <a:pt x="272251" y="754659"/>
                  <a:pt x="272251" y="743385"/>
                </a:cubicBezTo>
                <a:cubicBezTo>
                  <a:pt x="272251" y="732111"/>
                  <a:pt x="281389" y="722972"/>
                  <a:pt x="292663" y="722972"/>
                </a:cubicBezTo>
                <a:close/>
                <a:moveTo>
                  <a:pt x="243886" y="722972"/>
                </a:moveTo>
                <a:cubicBezTo>
                  <a:pt x="255160" y="722972"/>
                  <a:pt x="264299" y="732111"/>
                  <a:pt x="264299" y="743385"/>
                </a:cubicBezTo>
                <a:cubicBezTo>
                  <a:pt x="264299" y="754659"/>
                  <a:pt x="255160" y="763798"/>
                  <a:pt x="243886" y="763798"/>
                </a:cubicBezTo>
                <a:cubicBezTo>
                  <a:pt x="232612" y="763798"/>
                  <a:pt x="223473" y="754659"/>
                  <a:pt x="223473" y="743385"/>
                </a:cubicBezTo>
                <a:cubicBezTo>
                  <a:pt x="223473" y="732111"/>
                  <a:pt x="232612" y="722972"/>
                  <a:pt x="243886" y="722972"/>
                </a:cubicBezTo>
                <a:close/>
                <a:moveTo>
                  <a:pt x="195109" y="722972"/>
                </a:moveTo>
                <a:cubicBezTo>
                  <a:pt x="206383" y="722972"/>
                  <a:pt x="215522" y="732111"/>
                  <a:pt x="215522" y="743385"/>
                </a:cubicBezTo>
                <a:cubicBezTo>
                  <a:pt x="215522" y="754659"/>
                  <a:pt x="206383" y="763798"/>
                  <a:pt x="195109" y="763798"/>
                </a:cubicBezTo>
                <a:cubicBezTo>
                  <a:pt x="183835" y="763798"/>
                  <a:pt x="174696" y="754659"/>
                  <a:pt x="174696" y="743385"/>
                </a:cubicBezTo>
                <a:cubicBezTo>
                  <a:pt x="174696" y="732111"/>
                  <a:pt x="183835" y="722972"/>
                  <a:pt x="195109" y="722972"/>
                </a:cubicBezTo>
                <a:close/>
                <a:moveTo>
                  <a:pt x="146332" y="722972"/>
                </a:moveTo>
                <a:cubicBezTo>
                  <a:pt x="157606" y="722972"/>
                  <a:pt x="166745" y="732111"/>
                  <a:pt x="166745" y="743385"/>
                </a:cubicBezTo>
                <a:cubicBezTo>
                  <a:pt x="166745" y="754659"/>
                  <a:pt x="157606" y="763798"/>
                  <a:pt x="146332" y="763798"/>
                </a:cubicBezTo>
                <a:cubicBezTo>
                  <a:pt x="135058" y="763798"/>
                  <a:pt x="125919" y="754659"/>
                  <a:pt x="125919" y="743385"/>
                </a:cubicBezTo>
                <a:cubicBezTo>
                  <a:pt x="125919" y="732111"/>
                  <a:pt x="135058" y="722972"/>
                  <a:pt x="146332" y="722972"/>
                </a:cubicBezTo>
                <a:close/>
                <a:moveTo>
                  <a:pt x="97555" y="722972"/>
                </a:moveTo>
                <a:cubicBezTo>
                  <a:pt x="108829" y="722972"/>
                  <a:pt x="117968" y="732111"/>
                  <a:pt x="117968" y="743385"/>
                </a:cubicBezTo>
                <a:cubicBezTo>
                  <a:pt x="117968" y="754659"/>
                  <a:pt x="108829" y="763798"/>
                  <a:pt x="97555" y="763798"/>
                </a:cubicBezTo>
                <a:cubicBezTo>
                  <a:pt x="86281" y="763798"/>
                  <a:pt x="77142" y="754659"/>
                  <a:pt x="77142" y="743385"/>
                </a:cubicBezTo>
                <a:cubicBezTo>
                  <a:pt x="77142" y="732111"/>
                  <a:pt x="86281" y="722972"/>
                  <a:pt x="97555" y="722972"/>
                </a:cubicBezTo>
                <a:close/>
                <a:moveTo>
                  <a:pt x="48778" y="722972"/>
                </a:moveTo>
                <a:cubicBezTo>
                  <a:pt x="60052" y="722972"/>
                  <a:pt x="69191" y="732111"/>
                  <a:pt x="69191" y="743385"/>
                </a:cubicBezTo>
                <a:cubicBezTo>
                  <a:pt x="69191" y="754659"/>
                  <a:pt x="60052" y="763798"/>
                  <a:pt x="48778" y="763798"/>
                </a:cubicBezTo>
                <a:cubicBezTo>
                  <a:pt x="37504" y="763798"/>
                  <a:pt x="28365" y="754659"/>
                  <a:pt x="28365" y="743385"/>
                </a:cubicBezTo>
                <a:cubicBezTo>
                  <a:pt x="28365" y="732111"/>
                  <a:pt x="37504" y="722972"/>
                  <a:pt x="48778" y="722972"/>
                </a:cubicBezTo>
                <a:close/>
                <a:moveTo>
                  <a:pt x="2" y="722972"/>
                </a:moveTo>
                <a:cubicBezTo>
                  <a:pt x="11275" y="722972"/>
                  <a:pt x="20414" y="732111"/>
                  <a:pt x="20414" y="743385"/>
                </a:cubicBezTo>
                <a:cubicBezTo>
                  <a:pt x="20414" y="754659"/>
                  <a:pt x="11275" y="763798"/>
                  <a:pt x="2" y="763798"/>
                </a:cubicBezTo>
                <a:lnTo>
                  <a:pt x="0" y="763797"/>
                </a:lnTo>
                <a:lnTo>
                  <a:pt x="0" y="722973"/>
                </a:lnTo>
                <a:close/>
                <a:moveTo>
                  <a:pt x="731657" y="668886"/>
                </a:moveTo>
                <a:cubicBezTo>
                  <a:pt x="737294" y="668886"/>
                  <a:pt x="742397" y="671171"/>
                  <a:pt x="746091" y="674865"/>
                </a:cubicBezTo>
                <a:lnTo>
                  <a:pt x="748725" y="681223"/>
                </a:lnTo>
                <a:lnTo>
                  <a:pt x="724200" y="708206"/>
                </a:lnTo>
                <a:lnTo>
                  <a:pt x="723711" y="708108"/>
                </a:lnTo>
                <a:cubicBezTo>
                  <a:pt x="716385" y="705009"/>
                  <a:pt x="711244" y="697754"/>
                  <a:pt x="711244" y="689299"/>
                </a:cubicBezTo>
                <a:cubicBezTo>
                  <a:pt x="711244" y="678025"/>
                  <a:pt x="720383" y="668886"/>
                  <a:pt x="731657" y="668886"/>
                </a:cubicBezTo>
                <a:close/>
                <a:moveTo>
                  <a:pt x="682880" y="668886"/>
                </a:moveTo>
                <a:cubicBezTo>
                  <a:pt x="694153" y="668886"/>
                  <a:pt x="703293" y="678025"/>
                  <a:pt x="703293" y="689299"/>
                </a:cubicBezTo>
                <a:cubicBezTo>
                  <a:pt x="703293" y="700573"/>
                  <a:pt x="694153" y="709712"/>
                  <a:pt x="682880" y="709712"/>
                </a:cubicBezTo>
                <a:cubicBezTo>
                  <a:pt x="671606" y="709712"/>
                  <a:pt x="662467" y="700573"/>
                  <a:pt x="662467" y="689299"/>
                </a:cubicBezTo>
                <a:cubicBezTo>
                  <a:pt x="662467" y="678025"/>
                  <a:pt x="671606" y="668886"/>
                  <a:pt x="682880" y="668886"/>
                </a:cubicBezTo>
                <a:close/>
                <a:moveTo>
                  <a:pt x="634103" y="668886"/>
                </a:moveTo>
                <a:cubicBezTo>
                  <a:pt x="645377" y="668886"/>
                  <a:pt x="654516" y="678025"/>
                  <a:pt x="654516" y="689299"/>
                </a:cubicBezTo>
                <a:cubicBezTo>
                  <a:pt x="654516" y="700573"/>
                  <a:pt x="645377" y="709712"/>
                  <a:pt x="634103" y="709712"/>
                </a:cubicBezTo>
                <a:cubicBezTo>
                  <a:pt x="622829" y="709712"/>
                  <a:pt x="613690" y="700573"/>
                  <a:pt x="613690" y="689299"/>
                </a:cubicBezTo>
                <a:cubicBezTo>
                  <a:pt x="613690" y="678025"/>
                  <a:pt x="622829" y="668886"/>
                  <a:pt x="634103" y="668886"/>
                </a:cubicBezTo>
                <a:close/>
                <a:moveTo>
                  <a:pt x="585326" y="668886"/>
                </a:moveTo>
                <a:cubicBezTo>
                  <a:pt x="596599" y="668886"/>
                  <a:pt x="605738" y="678025"/>
                  <a:pt x="605738" y="689299"/>
                </a:cubicBezTo>
                <a:cubicBezTo>
                  <a:pt x="605738" y="700573"/>
                  <a:pt x="596599" y="709712"/>
                  <a:pt x="585326" y="709712"/>
                </a:cubicBezTo>
                <a:cubicBezTo>
                  <a:pt x="574052" y="709712"/>
                  <a:pt x="564913" y="700573"/>
                  <a:pt x="564913" y="689299"/>
                </a:cubicBezTo>
                <a:cubicBezTo>
                  <a:pt x="564913" y="678025"/>
                  <a:pt x="574052" y="668886"/>
                  <a:pt x="585326" y="668886"/>
                </a:cubicBezTo>
                <a:close/>
                <a:moveTo>
                  <a:pt x="536549" y="668886"/>
                </a:moveTo>
                <a:cubicBezTo>
                  <a:pt x="547822" y="668886"/>
                  <a:pt x="556961" y="678025"/>
                  <a:pt x="556961" y="689299"/>
                </a:cubicBezTo>
                <a:cubicBezTo>
                  <a:pt x="556961" y="700573"/>
                  <a:pt x="547822" y="709712"/>
                  <a:pt x="536549" y="709712"/>
                </a:cubicBezTo>
                <a:cubicBezTo>
                  <a:pt x="525275" y="709712"/>
                  <a:pt x="516136" y="700573"/>
                  <a:pt x="516136" y="689299"/>
                </a:cubicBezTo>
                <a:cubicBezTo>
                  <a:pt x="516136" y="678025"/>
                  <a:pt x="525275" y="668886"/>
                  <a:pt x="536549" y="668886"/>
                </a:cubicBezTo>
                <a:close/>
                <a:moveTo>
                  <a:pt x="487772" y="668886"/>
                </a:moveTo>
                <a:cubicBezTo>
                  <a:pt x="499045" y="668886"/>
                  <a:pt x="508184" y="678025"/>
                  <a:pt x="508184" y="689299"/>
                </a:cubicBezTo>
                <a:cubicBezTo>
                  <a:pt x="508184" y="700573"/>
                  <a:pt x="499045" y="709712"/>
                  <a:pt x="487772" y="709712"/>
                </a:cubicBezTo>
                <a:cubicBezTo>
                  <a:pt x="476498" y="709712"/>
                  <a:pt x="467359" y="700573"/>
                  <a:pt x="467359" y="689299"/>
                </a:cubicBezTo>
                <a:cubicBezTo>
                  <a:pt x="467359" y="678025"/>
                  <a:pt x="476498" y="668886"/>
                  <a:pt x="487772" y="668886"/>
                </a:cubicBezTo>
                <a:close/>
                <a:moveTo>
                  <a:pt x="438994" y="668886"/>
                </a:moveTo>
                <a:cubicBezTo>
                  <a:pt x="450268" y="668886"/>
                  <a:pt x="459407" y="678025"/>
                  <a:pt x="459407" y="689299"/>
                </a:cubicBezTo>
                <a:cubicBezTo>
                  <a:pt x="459407" y="700573"/>
                  <a:pt x="450268" y="709712"/>
                  <a:pt x="438994" y="709712"/>
                </a:cubicBezTo>
                <a:cubicBezTo>
                  <a:pt x="427721" y="709712"/>
                  <a:pt x="418582" y="700573"/>
                  <a:pt x="418582" y="689299"/>
                </a:cubicBezTo>
                <a:cubicBezTo>
                  <a:pt x="418582" y="678025"/>
                  <a:pt x="427721" y="668886"/>
                  <a:pt x="438994" y="668886"/>
                </a:cubicBezTo>
                <a:close/>
                <a:moveTo>
                  <a:pt x="390217" y="668886"/>
                </a:moveTo>
                <a:cubicBezTo>
                  <a:pt x="401491" y="668886"/>
                  <a:pt x="410630" y="678025"/>
                  <a:pt x="410630" y="689299"/>
                </a:cubicBezTo>
                <a:cubicBezTo>
                  <a:pt x="410630" y="700573"/>
                  <a:pt x="401491" y="709712"/>
                  <a:pt x="390217" y="709712"/>
                </a:cubicBezTo>
                <a:cubicBezTo>
                  <a:pt x="378944" y="709712"/>
                  <a:pt x="369805" y="700573"/>
                  <a:pt x="369805" y="689299"/>
                </a:cubicBezTo>
                <a:cubicBezTo>
                  <a:pt x="369805" y="678025"/>
                  <a:pt x="378944" y="668886"/>
                  <a:pt x="390217" y="668886"/>
                </a:cubicBezTo>
                <a:close/>
                <a:moveTo>
                  <a:pt x="341440" y="668886"/>
                </a:moveTo>
                <a:cubicBezTo>
                  <a:pt x="352714" y="668886"/>
                  <a:pt x="361853" y="678025"/>
                  <a:pt x="361853" y="689299"/>
                </a:cubicBezTo>
                <a:cubicBezTo>
                  <a:pt x="361853" y="700573"/>
                  <a:pt x="352714" y="709712"/>
                  <a:pt x="341440" y="709712"/>
                </a:cubicBezTo>
                <a:cubicBezTo>
                  <a:pt x="330166" y="709712"/>
                  <a:pt x="321028" y="700573"/>
                  <a:pt x="321028" y="689299"/>
                </a:cubicBezTo>
                <a:cubicBezTo>
                  <a:pt x="321028" y="678025"/>
                  <a:pt x="330166" y="668886"/>
                  <a:pt x="341440" y="668886"/>
                </a:cubicBezTo>
                <a:close/>
                <a:moveTo>
                  <a:pt x="292663" y="668886"/>
                </a:moveTo>
                <a:cubicBezTo>
                  <a:pt x="303937" y="668886"/>
                  <a:pt x="313076" y="678025"/>
                  <a:pt x="313076" y="689299"/>
                </a:cubicBezTo>
                <a:cubicBezTo>
                  <a:pt x="313076" y="700573"/>
                  <a:pt x="303937" y="709712"/>
                  <a:pt x="292663" y="709712"/>
                </a:cubicBezTo>
                <a:cubicBezTo>
                  <a:pt x="281389" y="709712"/>
                  <a:pt x="272251" y="700573"/>
                  <a:pt x="272251" y="689299"/>
                </a:cubicBezTo>
                <a:cubicBezTo>
                  <a:pt x="272251" y="678025"/>
                  <a:pt x="281389" y="668886"/>
                  <a:pt x="292663" y="668886"/>
                </a:cubicBezTo>
                <a:close/>
                <a:moveTo>
                  <a:pt x="243886" y="668886"/>
                </a:moveTo>
                <a:cubicBezTo>
                  <a:pt x="255160" y="668886"/>
                  <a:pt x="264299" y="678025"/>
                  <a:pt x="264299" y="689299"/>
                </a:cubicBezTo>
                <a:cubicBezTo>
                  <a:pt x="264299" y="700573"/>
                  <a:pt x="255160" y="709712"/>
                  <a:pt x="243886" y="709712"/>
                </a:cubicBezTo>
                <a:cubicBezTo>
                  <a:pt x="232612" y="709712"/>
                  <a:pt x="223473" y="700573"/>
                  <a:pt x="223473" y="689299"/>
                </a:cubicBezTo>
                <a:cubicBezTo>
                  <a:pt x="223473" y="678025"/>
                  <a:pt x="232612" y="668886"/>
                  <a:pt x="243886" y="668886"/>
                </a:cubicBezTo>
                <a:close/>
                <a:moveTo>
                  <a:pt x="195109" y="668886"/>
                </a:moveTo>
                <a:cubicBezTo>
                  <a:pt x="206383" y="668886"/>
                  <a:pt x="215522" y="678025"/>
                  <a:pt x="215522" y="689299"/>
                </a:cubicBezTo>
                <a:cubicBezTo>
                  <a:pt x="215522" y="700573"/>
                  <a:pt x="206383" y="709712"/>
                  <a:pt x="195109" y="709712"/>
                </a:cubicBezTo>
                <a:cubicBezTo>
                  <a:pt x="183835" y="709712"/>
                  <a:pt x="174696" y="700573"/>
                  <a:pt x="174696" y="689299"/>
                </a:cubicBezTo>
                <a:cubicBezTo>
                  <a:pt x="174696" y="678025"/>
                  <a:pt x="183835" y="668886"/>
                  <a:pt x="195109" y="668886"/>
                </a:cubicBezTo>
                <a:close/>
                <a:moveTo>
                  <a:pt x="146332" y="668886"/>
                </a:moveTo>
                <a:cubicBezTo>
                  <a:pt x="157606" y="668886"/>
                  <a:pt x="166745" y="678025"/>
                  <a:pt x="166745" y="689299"/>
                </a:cubicBezTo>
                <a:cubicBezTo>
                  <a:pt x="166745" y="700573"/>
                  <a:pt x="157606" y="709712"/>
                  <a:pt x="146332" y="709712"/>
                </a:cubicBezTo>
                <a:cubicBezTo>
                  <a:pt x="135058" y="709712"/>
                  <a:pt x="125919" y="700573"/>
                  <a:pt x="125919" y="689299"/>
                </a:cubicBezTo>
                <a:cubicBezTo>
                  <a:pt x="125919" y="678025"/>
                  <a:pt x="135058" y="668886"/>
                  <a:pt x="146332" y="668886"/>
                </a:cubicBezTo>
                <a:close/>
                <a:moveTo>
                  <a:pt x="97555" y="668886"/>
                </a:moveTo>
                <a:cubicBezTo>
                  <a:pt x="108829" y="668886"/>
                  <a:pt x="117968" y="678025"/>
                  <a:pt x="117968" y="689299"/>
                </a:cubicBezTo>
                <a:cubicBezTo>
                  <a:pt x="117968" y="700573"/>
                  <a:pt x="108829" y="709712"/>
                  <a:pt x="97555" y="709712"/>
                </a:cubicBezTo>
                <a:cubicBezTo>
                  <a:pt x="86281" y="709712"/>
                  <a:pt x="77142" y="700573"/>
                  <a:pt x="77142" y="689299"/>
                </a:cubicBezTo>
                <a:cubicBezTo>
                  <a:pt x="77142" y="678025"/>
                  <a:pt x="86281" y="668886"/>
                  <a:pt x="97555" y="668886"/>
                </a:cubicBezTo>
                <a:close/>
                <a:moveTo>
                  <a:pt x="48778" y="668886"/>
                </a:moveTo>
                <a:cubicBezTo>
                  <a:pt x="60052" y="668886"/>
                  <a:pt x="69191" y="678025"/>
                  <a:pt x="69191" y="689299"/>
                </a:cubicBezTo>
                <a:cubicBezTo>
                  <a:pt x="69191" y="700573"/>
                  <a:pt x="60052" y="709712"/>
                  <a:pt x="48778" y="709712"/>
                </a:cubicBezTo>
                <a:cubicBezTo>
                  <a:pt x="37504" y="709712"/>
                  <a:pt x="28365" y="700573"/>
                  <a:pt x="28365" y="689299"/>
                </a:cubicBezTo>
                <a:cubicBezTo>
                  <a:pt x="28365" y="678025"/>
                  <a:pt x="37504" y="668886"/>
                  <a:pt x="48778" y="668886"/>
                </a:cubicBezTo>
                <a:close/>
                <a:moveTo>
                  <a:pt x="2" y="668886"/>
                </a:moveTo>
                <a:cubicBezTo>
                  <a:pt x="11275" y="668886"/>
                  <a:pt x="20414" y="678025"/>
                  <a:pt x="20414" y="689299"/>
                </a:cubicBezTo>
                <a:cubicBezTo>
                  <a:pt x="20414" y="700573"/>
                  <a:pt x="11275" y="709712"/>
                  <a:pt x="2" y="709712"/>
                </a:cubicBezTo>
                <a:lnTo>
                  <a:pt x="0" y="709711"/>
                </a:lnTo>
                <a:lnTo>
                  <a:pt x="0" y="668887"/>
                </a:lnTo>
                <a:close/>
                <a:moveTo>
                  <a:pt x="780434" y="614800"/>
                </a:moveTo>
                <a:cubicBezTo>
                  <a:pt x="786071" y="614800"/>
                  <a:pt x="791174" y="617085"/>
                  <a:pt x="794868" y="620779"/>
                </a:cubicBezTo>
                <a:lnTo>
                  <a:pt x="796523" y="624774"/>
                </a:lnTo>
                <a:lnTo>
                  <a:pt x="780248" y="646539"/>
                </a:lnTo>
                <a:lnTo>
                  <a:pt x="773298" y="654185"/>
                </a:lnTo>
                <a:lnTo>
                  <a:pt x="772488" y="654021"/>
                </a:lnTo>
                <a:cubicBezTo>
                  <a:pt x="765162" y="650923"/>
                  <a:pt x="760021" y="643668"/>
                  <a:pt x="760021" y="635213"/>
                </a:cubicBezTo>
                <a:cubicBezTo>
                  <a:pt x="760021" y="623939"/>
                  <a:pt x="769160" y="614800"/>
                  <a:pt x="780434" y="614800"/>
                </a:cubicBezTo>
                <a:close/>
                <a:moveTo>
                  <a:pt x="731657" y="614800"/>
                </a:moveTo>
                <a:cubicBezTo>
                  <a:pt x="742931" y="614800"/>
                  <a:pt x="752070" y="623939"/>
                  <a:pt x="752070" y="635213"/>
                </a:cubicBezTo>
                <a:cubicBezTo>
                  <a:pt x="752070" y="646487"/>
                  <a:pt x="742931" y="655626"/>
                  <a:pt x="731657" y="655626"/>
                </a:cubicBezTo>
                <a:cubicBezTo>
                  <a:pt x="720383" y="655626"/>
                  <a:pt x="711244" y="646487"/>
                  <a:pt x="711244" y="635213"/>
                </a:cubicBezTo>
                <a:cubicBezTo>
                  <a:pt x="711244" y="623939"/>
                  <a:pt x="720383" y="614800"/>
                  <a:pt x="731657" y="614800"/>
                </a:cubicBezTo>
                <a:close/>
                <a:moveTo>
                  <a:pt x="682880" y="614800"/>
                </a:moveTo>
                <a:cubicBezTo>
                  <a:pt x="694153" y="614800"/>
                  <a:pt x="703293" y="623939"/>
                  <a:pt x="703293" y="635213"/>
                </a:cubicBezTo>
                <a:cubicBezTo>
                  <a:pt x="703293" y="646487"/>
                  <a:pt x="694153" y="655626"/>
                  <a:pt x="682880" y="655626"/>
                </a:cubicBezTo>
                <a:cubicBezTo>
                  <a:pt x="671606" y="655626"/>
                  <a:pt x="662467" y="646487"/>
                  <a:pt x="662467" y="635213"/>
                </a:cubicBezTo>
                <a:cubicBezTo>
                  <a:pt x="662467" y="623939"/>
                  <a:pt x="671606" y="614800"/>
                  <a:pt x="682880" y="614800"/>
                </a:cubicBezTo>
                <a:close/>
                <a:moveTo>
                  <a:pt x="634103" y="614800"/>
                </a:moveTo>
                <a:cubicBezTo>
                  <a:pt x="645377" y="614800"/>
                  <a:pt x="654516" y="623939"/>
                  <a:pt x="654516" y="635213"/>
                </a:cubicBezTo>
                <a:cubicBezTo>
                  <a:pt x="654516" y="646487"/>
                  <a:pt x="645377" y="655626"/>
                  <a:pt x="634103" y="655626"/>
                </a:cubicBezTo>
                <a:cubicBezTo>
                  <a:pt x="622829" y="655626"/>
                  <a:pt x="613690" y="646487"/>
                  <a:pt x="613690" y="635213"/>
                </a:cubicBezTo>
                <a:cubicBezTo>
                  <a:pt x="613690" y="623939"/>
                  <a:pt x="622829" y="614800"/>
                  <a:pt x="634103" y="614800"/>
                </a:cubicBezTo>
                <a:close/>
                <a:moveTo>
                  <a:pt x="585326" y="614800"/>
                </a:moveTo>
                <a:cubicBezTo>
                  <a:pt x="596599" y="614800"/>
                  <a:pt x="605738" y="623939"/>
                  <a:pt x="605738" y="635213"/>
                </a:cubicBezTo>
                <a:cubicBezTo>
                  <a:pt x="605738" y="646487"/>
                  <a:pt x="596599" y="655626"/>
                  <a:pt x="585326" y="655626"/>
                </a:cubicBezTo>
                <a:cubicBezTo>
                  <a:pt x="574052" y="655626"/>
                  <a:pt x="564913" y="646487"/>
                  <a:pt x="564913" y="635213"/>
                </a:cubicBezTo>
                <a:cubicBezTo>
                  <a:pt x="564913" y="623939"/>
                  <a:pt x="574052" y="614800"/>
                  <a:pt x="585326" y="614800"/>
                </a:cubicBezTo>
                <a:close/>
                <a:moveTo>
                  <a:pt x="536549" y="614800"/>
                </a:moveTo>
                <a:cubicBezTo>
                  <a:pt x="547822" y="614800"/>
                  <a:pt x="556961" y="623939"/>
                  <a:pt x="556961" y="635213"/>
                </a:cubicBezTo>
                <a:cubicBezTo>
                  <a:pt x="556961" y="646487"/>
                  <a:pt x="547822" y="655626"/>
                  <a:pt x="536549" y="655626"/>
                </a:cubicBezTo>
                <a:cubicBezTo>
                  <a:pt x="525275" y="655626"/>
                  <a:pt x="516136" y="646487"/>
                  <a:pt x="516136" y="635213"/>
                </a:cubicBezTo>
                <a:cubicBezTo>
                  <a:pt x="516136" y="623939"/>
                  <a:pt x="525275" y="614800"/>
                  <a:pt x="536549" y="614800"/>
                </a:cubicBezTo>
                <a:close/>
                <a:moveTo>
                  <a:pt x="487772" y="614800"/>
                </a:moveTo>
                <a:cubicBezTo>
                  <a:pt x="499045" y="614800"/>
                  <a:pt x="508184" y="623939"/>
                  <a:pt x="508184" y="635213"/>
                </a:cubicBezTo>
                <a:cubicBezTo>
                  <a:pt x="508184" y="646487"/>
                  <a:pt x="499045" y="655626"/>
                  <a:pt x="487772" y="655626"/>
                </a:cubicBezTo>
                <a:cubicBezTo>
                  <a:pt x="476498" y="655626"/>
                  <a:pt x="467359" y="646487"/>
                  <a:pt x="467359" y="635213"/>
                </a:cubicBezTo>
                <a:cubicBezTo>
                  <a:pt x="467359" y="623939"/>
                  <a:pt x="476498" y="614800"/>
                  <a:pt x="487772" y="614800"/>
                </a:cubicBezTo>
                <a:close/>
                <a:moveTo>
                  <a:pt x="438994" y="614800"/>
                </a:moveTo>
                <a:cubicBezTo>
                  <a:pt x="450268" y="614800"/>
                  <a:pt x="459407" y="623939"/>
                  <a:pt x="459407" y="635213"/>
                </a:cubicBezTo>
                <a:cubicBezTo>
                  <a:pt x="459407" y="646487"/>
                  <a:pt x="450268" y="655626"/>
                  <a:pt x="438994" y="655626"/>
                </a:cubicBezTo>
                <a:cubicBezTo>
                  <a:pt x="427721" y="655626"/>
                  <a:pt x="418582" y="646487"/>
                  <a:pt x="418582" y="635213"/>
                </a:cubicBezTo>
                <a:cubicBezTo>
                  <a:pt x="418582" y="623939"/>
                  <a:pt x="427721" y="614800"/>
                  <a:pt x="438994" y="614800"/>
                </a:cubicBezTo>
                <a:close/>
                <a:moveTo>
                  <a:pt x="390217" y="614800"/>
                </a:moveTo>
                <a:cubicBezTo>
                  <a:pt x="401491" y="614800"/>
                  <a:pt x="410630" y="623939"/>
                  <a:pt x="410630" y="635213"/>
                </a:cubicBezTo>
                <a:cubicBezTo>
                  <a:pt x="410630" y="646487"/>
                  <a:pt x="401491" y="655626"/>
                  <a:pt x="390217" y="655626"/>
                </a:cubicBezTo>
                <a:cubicBezTo>
                  <a:pt x="378944" y="655626"/>
                  <a:pt x="369805" y="646487"/>
                  <a:pt x="369805" y="635213"/>
                </a:cubicBezTo>
                <a:cubicBezTo>
                  <a:pt x="369805" y="623939"/>
                  <a:pt x="378944" y="614800"/>
                  <a:pt x="390217" y="614800"/>
                </a:cubicBezTo>
                <a:close/>
                <a:moveTo>
                  <a:pt x="341440" y="614800"/>
                </a:moveTo>
                <a:cubicBezTo>
                  <a:pt x="352714" y="614800"/>
                  <a:pt x="361853" y="623939"/>
                  <a:pt x="361853" y="635213"/>
                </a:cubicBezTo>
                <a:cubicBezTo>
                  <a:pt x="361853" y="646487"/>
                  <a:pt x="352714" y="655626"/>
                  <a:pt x="341440" y="655626"/>
                </a:cubicBezTo>
                <a:cubicBezTo>
                  <a:pt x="330166" y="655626"/>
                  <a:pt x="321028" y="646487"/>
                  <a:pt x="321028" y="635213"/>
                </a:cubicBezTo>
                <a:cubicBezTo>
                  <a:pt x="321028" y="623939"/>
                  <a:pt x="330166" y="614800"/>
                  <a:pt x="341440" y="614800"/>
                </a:cubicBezTo>
                <a:close/>
                <a:moveTo>
                  <a:pt x="292663" y="614800"/>
                </a:moveTo>
                <a:cubicBezTo>
                  <a:pt x="303937" y="614800"/>
                  <a:pt x="313076" y="623939"/>
                  <a:pt x="313076" y="635213"/>
                </a:cubicBezTo>
                <a:cubicBezTo>
                  <a:pt x="313076" y="646487"/>
                  <a:pt x="303937" y="655626"/>
                  <a:pt x="292663" y="655626"/>
                </a:cubicBezTo>
                <a:cubicBezTo>
                  <a:pt x="281389" y="655626"/>
                  <a:pt x="272251" y="646487"/>
                  <a:pt x="272251" y="635213"/>
                </a:cubicBezTo>
                <a:cubicBezTo>
                  <a:pt x="272251" y="623939"/>
                  <a:pt x="281389" y="614800"/>
                  <a:pt x="292663" y="614800"/>
                </a:cubicBezTo>
                <a:close/>
                <a:moveTo>
                  <a:pt x="243886" y="614800"/>
                </a:moveTo>
                <a:cubicBezTo>
                  <a:pt x="255160" y="614800"/>
                  <a:pt x="264299" y="623939"/>
                  <a:pt x="264299" y="635213"/>
                </a:cubicBezTo>
                <a:cubicBezTo>
                  <a:pt x="264299" y="646487"/>
                  <a:pt x="255160" y="655626"/>
                  <a:pt x="243886" y="655626"/>
                </a:cubicBezTo>
                <a:cubicBezTo>
                  <a:pt x="232612" y="655626"/>
                  <a:pt x="223473" y="646487"/>
                  <a:pt x="223473" y="635213"/>
                </a:cubicBezTo>
                <a:cubicBezTo>
                  <a:pt x="223473" y="623939"/>
                  <a:pt x="232612" y="614800"/>
                  <a:pt x="243886" y="614800"/>
                </a:cubicBezTo>
                <a:close/>
                <a:moveTo>
                  <a:pt x="195109" y="614800"/>
                </a:moveTo>
                <a:cubicBezTo>
                  <a:pt x="206383" y="614800"/>
                  <a:pt x="215522" y="623939"/>
                  <a:pt x="215522" y="635213"/>
                </a:cubicBezTo>
                <a:cubicBezTo>
                  <a:pt x="215522" y="646487"/>
                  <a:pt x="206383" y="655626"/>
                  <a:pt x="195109" y="655626"/>
                </a:cubicBezTo>
                <a:cubicBezTo>
                  <a:pt x="183835" y="655626"/>
                  <a:pt x="174696" y="646487"/>
                  <a:pt x="174696" y="635213"/>
                </a:cubicBezTo>
                <a:cubicBezTo>
                  <a:pt x="174696" y="623939"/>
                  <a:pt x="183835" y="614800"/>
                  <a:pt x="195109" y="614800"/>
                </a:cubicBezTo>
                <a:close/>
                <a:moveTo>
                  <a:pt x="146332" y="614800"/>
                </a:moveTo>
                <a:cubicBezTo>
                  <a:pt x="157606" y="614800"/>
                  <a:pt x="166745" y="623939"/>
                  <a:pt x="166745" y="635213"/>
                </a:cubicBezTo>
                <a:cubicBezTo>
                  <a:pt x="166745" y="646487"/>
                  <a:pt x="157606" y="655626"/>
                  <a:pt x="146332" y="655626"/>
                </a:cubicBezTo>
                <a:cubicBezTo>
                  <a:pt x="135058" y="655626"/>
                  <a:pt x="125919" y="646487"/>
                  <a:pt x="125919" y="635213"/>
                </a:cubicBezTo>
                <a:cubicBezTo>
                  <a:pt x="125919" y="623939"/>
                  <a:pt x="135058" y="614800"/>
                  <a:pt x="146332" y="614800"/>
                </a:cubicBezTo>
                <a:close/>
                <a:moveTo>
                  <a:pt x="97555" y="614800"/>
                </a:moveTo>
                <a:cubicBezTo>
                  <a:pt x="108829" y="614800"/>
                  <a:pt x="117968" y="623939"/>
                  <a:pt x="117968" y="635213"/>
                </a:cubicBezTo>
                <a:cubicBezTo>
                  <a:pt x="117968" y="646487"/>
                  <a:pt x="108829" y="655626"/>
                  <a:pt x="97555" y="655626"/>
                </a:cubicBezTo>
                <a:cubicBezTo>
                  <a:pt x="86281" y="655626"/>
                  <a:pt x="77142" y="646487"/>
                  <a:pt x="77142" y="635213"/>
                </a:cubicBezTo>
                <a:cubicBezTo>
                  <a:pt x="77142" y="623939"/>
                  <a:pt x="86281" y="614800"/>
                  <a:pt x="97555" y="614800"/>
                </a:cubicBezTo>
                <a:close/>
                <a:moveTo>
                  <a:pt x="48778" y="614800"/>
                </a:moveTo>
                <a:cubicBezTo>
                  <a:pt x="60052" y="614800"/>
                  <a:pt x="69191" y="623939"/>
                  <a:pt x="69191" y="635213"/>
                </a:cubicBezTo>
                <a:cubicBezTo>
                  <a:pt x="69191" y="646487"/>
                  <a:pt x="60052" y="655626"/>
                  <a:pt x="48778" y="655626"/>
                </a:cubicBezTo>
                <a:cubicBezTo>
                  <a:pt x="37504" y="655626"/>
                  <a:pt x="28365" y="646487"/>
                  <a:pt x="28365" y="635213"/>
                </a:cubicBezTo>
                <a:cubicBezTo>
                  <a:pt x="28365" y="623939"/>
                  <a:pt x="37504" y="614800"/>
                  <a:pt x="48778" y="614800"/>
                </a:cubicBezTo>
                <a:close/>
                <a:moveTo>
                  <a:pt x="2" y="614800"/>
                </a:moveTo>
                <a:cubicBezTo>
                  <a:pt x="11275" y="614800"/>
                  <a:pt x="20414" y="623939"/>
                  <a:pt x="20414" y="635213"/>
                </a:cubicBezTo>
                <a:cubicBezTo>
                  <a:pt x="20414" y="646487"/>
                  <a:pt x="11275" y="655626"/>
                  <a:pt x="2" y="655626"/>
                </a:cubicBezTo>
                <a:lnTo>
                  <a:pt x="0" y="655625"/>
                </a:lnTo>
                <a:lnTo>
                  <a:pt x="0" y="614801"/>
                </a:lnTo>
                <a:close/>
                <a:moveTo>
                  <a:pt x="829211" y="560714"/>
                </a:moveTo>
                <a:cubicBezTo>
                  <a:pt x="832029" y="560714"/>
                  <a:pt x="834714" y="561285"/>
                  <a:pt x="837157" y="562318"/>
                </a:cubicBezTo>
                <a:lnTo>
                  <a:pt x="840828" y="564793"/>
                </a:lnTo>
                <a:lnTo>
                  <a:pt x="838456" y="568698"/>
                </a:lnTo>
                <a:lnTo>
                  <a:pt x="817164" y="597170"/>
                </a:lnTo>
                <a:lnTo>
                  <a:pt x="814777" y="595561"/>
                </a:lnTo>
                <a:cubicBezTo>
                  <a:pt x="811083" y="591867"/>
                  <a:pt x="808798" y="586764"/>
                  <a:pt x="808798" y="581127"/>
                </a:cubicBezTo>
                <a:cubicBezTo>
                  <a:pt x="808798" y="569853"/>
                  <a:pt x="817937" y="560714"/>
                  <a:pt x="829211" y="560714"/>
                </a:cubicBezTo>
                <a:close/>
                <a:moveTo>
                  <a:pt x="780434" y="560714"/>
                </a:moveTo>
                <a:cubicBezTo>
                  <a:pt x="791708" y="560714"/>
                  <a:pt x="800847" y="569853"/>
                  <a:pt x="800847" y="581127"/>
                </a:cubicBezTo>
                <a:cubicBezTo>
                  <a:pt x="800847" y="592400"/>
                  <a:pt x="791708" y="601539"/>
                  <a:pt x="780434" y="601539"/>
                </a:cubicBezTo>
                <a:cubicBezTo>
                  <a:pt x="769160" y="601539"/>
                  <a:pt x="760021" y="592400"/>
                  <a:pt x="760021" y="581127"/>
                </a:cubicBezTo>
                <a:cubicBezTo>
                  <a:pt x="760021" y="569853"/>
                  <a:pt x="769160" y="560714"/>
                  <a:pt x="780434" y="560714"/>
                </a:cubicBezTo>
                <a:close/>
                <a:moveTo>
                  <a:pt x="731657" y="560714"/>
                </a:moveTo>
                <a:cubicBezTo>
                  <a:pt x="742931" y="560714"/>
                  <a:pt x="752070" y="569853"/>
                  <a:pt x="752070" y="581127"/>
                </a:cubicBezTo>
                <a:cubicBezTo>
                  <a:pt x="752070" y="592400"/>
                  <a:pt x="742931" y="601539"/>
                  <a:pt x="731657" y="601539"/>
                </a:cubicBezTo>
                <a:cubicBezTo>
                  <a:pt x="720383" y="601539"/>
                  <a:pt x="711244" y="592400"/>
                  <a:pt x="711244" y="581127"/>
                </a:cubicBezTo>
                <a:cubicBezTo>
                  <a:pt x="711244" y="569853"/>
                  <a:pt x="720383" y="560714"/>
                  <a:pt x="731657" y="560714"/>
                </a:cubicBezTo>
                <a:close/>
                <a:moveTo>
                  <a:pt x="682880" y="560714"/>
                </a:moveTo>
                <a:cubicBezTo>
                  <a:pt x="694153" y="560714"/>
                  <a:pt x="703293" y="569853"/>
                  <a:pt x="703293" y="581127"/>
                </a:cubicBezTo>
                <a:cubicBezTo>
                  <a:pt x="703293" y="592400"/>
                  <a:pt x="694153" y="601539"/>
                  <a:pt x="682880" y="601539"/>
                </a:cubicBezTo>
                <a:cubicBezTo>
                  <a:pt x="671606" y="601539"/>
                  <a:pt x="662467" y="592400"/>
                  <a:pt x="662467" y="581127"/>
                </a:cubicBezTo>
                <a:cubicBezTo>
                  <a:pt x="662467" y="569853"/>
                  <a:pt x="671606" y="560714"/>
                  <a:pt x="682880" y="560714"/>
                </a:cubicBezTo>
                <a:close/>
                <a:moveTo>
                  <a:pt x="634103" y="560714"/>
                </a:moveTo>
                <a:cubicBezTo>
                  <a:pt x="645377" y="560714"/>
                  <a:pt x="654516" y="569853"/>
                  <a:pt x="654516" y="581127"/>
                </a:cubicBezTo>
                <a:cubicBezTo>
                  <a:pt x="654516" y="592400"/>
                  <a:pt x="645377" y="601539"/>
                  <a:pt x="634103" y="601539"/>
                </a:cubicBezTo>
                <a:cubicBezTo>
                  <a:pt x="622829" y="601539"/>
                  <a:pt x="613690" y="592400"/>
                  <a:pt x="613690" y="581127"/>
                </a:cubicBezTo>
                <a:cubicBezTo>
                  <a:pt x="613690" y="569853"/>
                  <a:pt x="622829" y="560714"/>
                  <a:pt x="634103" y="560714"/>
                </a:cubicBezTo>
                <a:close/>
                <a:moveTo>
                  <a:pt x="585326" y="560714"/>
                </a:moveTo>
                <a:cubicBezTo>
                  <a:pt x="596599" y="560714"/>
                  <a:pt x="605738" y="569853"/>
                  <a:pt x="605738" y="581127"/>
                </a:cubicBezTo>
                <a:cubicBezTo>
                  <a:pt x="605738" y="592400"/>
                  <a:pt x="596599" y="601539"/>
                  <a:pt x="585326" y="601539"/>
                </a:cubicBezTo>
                <a:cubicBezTo>
                  <a:pt x="574052" y="601539"/>
                  <a:pt x="564913" y="592400"/>
                  <a:pt x="564913" y="581127"/>
                </a:cubicBezTo>
                <a:cubicBezTo>
                  <a:pt x="564913" y="569853"/>
                  <a:pt x="574052" y="560714"/>
                  <a:pt x="585326" y="560714"/>
                </a:cubicBezTo>
                <a:close/>
                <a:moveTo>
                  <a:pt x="536549" y="560714"/>
                </a:moveTo>
                <a:cubicBezTo>
                  <a:pt x="547822" y="560714"/>
                  <a:pt x="556961" y="569853"/>
                  <a:pt x="556961" y="581127"/>
                </a:cubicBezTo>
                <a:cubicBezTo>
                  <a:pt x="556961" y="592400"/>
                  <a:pt x="547822" y="601539"/>
                  <a:pt x="536549" y="601539"/>
                </a:cubicBezTo>
                <a:cubicBezTo>
                  <a:pt x="525275" y="601539"/>
                  <a:pt x="516136" y="592400"/>
                  <a:pt x="516136" y="581127"/>
                </a:cubicBezTo>
                <a:cubicBezTo>
                  <a:pt x="516136" y="569853"/>
                  <a:pt x="525275" y="560714"/>
                  <a:pt x="536549" y="560714"/>
                </a:cubicBezTo>
                <a:close/>
                <a:moveTo>
                  <a:pt x="487772" y="560714"/>
                </a:moveTo>
                <a:cubicBezTo>
                  <a:pt x="499045" y="560714"/>
                  <a:pt x="508184" y="569853"/>
                  <a:pt x="508184" y="581127"/>
                </a:cubicBezTo>
                <a:cubicBezTo>
                  <a:pt x="508184" y="592400"/>
                  <a:pt x="499045" y="601539"/>
                  <a:pt x="487772" y="601539"/>
                </a:cubicBezTo>
                <a:cubicBezTo>
                  <a:pt x="476498" y="601539"/>
                  <a:pt x="467359" y="592400"/>
                  <a:pt x="467359" y="581127"/>
                </a:cubicBezTo>
                <a:cubicBezTo>
                  <a:pt x="467359" y="569853"/>
                  <a:pt x="476498" y="560714"/>
                  <a:pt x="487772" y="560714"/>
                </a:cubicBezTo>
                <a:close/>
                <a:moveTo>
                  <a:pt x="438994" y="560714"/>
                </a:moveTo>
                <a:cubicBezTo>
                  <a:pt x="450268" y="560714"/>
                  <a:pt x="459407" y="569853"/>
                  <a:pt x="459407" y="581127"/>
                </a:cubicBezTo>
                <a:cubicBezTo>
                  <a:pt x="459407" y="592400"/>
                  <a:pt x="450268" y="601539"/>
                  <a:pt x="438994" y="601539"/>
                </a:cubicBezTo>
                <a:cubicBezTo>
                  <a:pt x="427721" y="601539"/>
                  <a:pt x="418582" y="592400"/>
                  <a:pt x="418582" y="581127"/>
                </a:cubicBezTo>
                <a:cubicBezTo>
                  <a:pt x="418582" y="569853"/>
                  <a:pt x="427721" y="560714"/>
                  <a:pt x="438994" y="560714"/>
                </a:cubicBezTo>
                <a:close/>
                <a:moveTo>
                  <a:pt x="390217" y="560714"/>
                </a:moveTo>
                <a:cubicBezTo>
                  <a:pt x="401491" y="560714"/>
                  <a:pt x="410630" y="569853"/>
                  <a:pt x="410630" y="581127"/>
                </a:cubicBezTo>
                <a:cubicBezTo>
                  <a:pt x="410630" y="592400"/>
                  <a:pt x="401491" y="601539"/>
                  <a:pt x="390217" y="601539"/>
                </a:cubicBezTo>
                <a:cubicBezTo>
                  <a:pt x="378944" y="601539"/>
                  <a:pt x="369805" y="592400"/>
                  <a:pt x="369805" y="581127"/>
                </a:cubicBezTo>
                <a:cubicBezTo>
                  <a:pt x="369805" y="569853"/>
                  <a:pt x="378944" y="560714"/>
                  <a:pt x="390217" y="560714"/>
                </a:cubicBezTo>
                <a:close/>
                <a:moveTo>
                  <a:pt x="341440" y="560714"/>
                </a:moveTo>
                <a:cubicBezTo>
                  <a:pt x="352714" y="560714"/>
                  <a:pt x="361853" y="569853"/>
                  <a:pt x="361853" y="581127"/>
                </a:cubicBezTo>
                <a:cubicBezTo>
                  <a:pt x="361853" y="592400"/>
                  <a:pt x="352714" y="601539"/>
                  <a:pt x="341440" y="601539"/>
                </a:cubicBezTo>
                <a:cubicBezTo>
                  <a:pt x="330166" y="601539"/>
                  <a:pt x="321028" y="592400"/>
                  <a:pt x="321028" y="581127"/>
                </a:cubicBezTo>
                <a:cubicBezTo>
                  <a:pt x="321028" y="569853"/>
                  <a:pt x="330166" y="560714"/>
                  <a:pt x="341440" y="560714"/>
                </a:cubicBezTo>
                <a:close/>
                <a:moveTo>
                  <a:pt x="292663" y="560714"/>
                </a:moveTo>
                <a:cubicBezTo>
                  <a:pt x="303937" y="560714"/>
                  <a:pt x="313076" y="569853"/>
                  <a:pt x="313076" y="581127"/>
                </a:cubicBezTo>
                <a:cubicBezTo>
                  <a:pt x="313076" y="592400"/>
                  <a:pt x="303937" y="601539"/>
                  <a:pt x="292663" y="601539"/>
                </a:cubicBezTo>
                <a:cubicBezTo>
                  <a:pt x="281389" y="601539"/>
                  <a:pt x="272251" y="592400"/>
                  <a:pt x="272251" y="581127"/>
                </a:cubicBezTo>
                <a:cubicBezTo>
                  <a:pt x="272251" y="569853"/>
                  <a:pt x="281389" y="560714"/>
                  <a:pt x="292663" y="560714"/>
                </a:cubicBezTo>
                <a:close/>
                <a:moveTo>
                  <a:pt x="243886" y="560714"/>
                </a:moveTo>
                <a:cubicBezTo>
                  <a:pt x="255160" y="560714"/>
                  <a:pt x="264299" y="569853"/>
                  <a:pt x="264299" y="581127"/>
                </a:cubicBezTo>
                <a:cubicBezTo>
                  <a:pt x="264299" y="592400"/>
                  <a:pt x="255160" y="601539"/>
                  <a:pt x="243886" y="601539"/>
                </a:cubicBezTo>
                <a:cubicBezTo>
                  <a:pt x="232612" y="601539"/>
                  <a:pt x="223473" y="592400"/>
                  <a:pt x="223473" y="581127"/>
                </a:cubicBezTo>
                <a:cubicBezTo>
                  <a:pt x="223473" y="569853"/>
                  <a:pt x="232612" y="560714"/>
                  <a:pt x="243886" y="560714"/>
                </a:cubicBezTo>
                <a:close/>
                <a:moveTo>
                  <a:pt x="195109" y="560714"/>
                </a:moveTo>
                <a:cubicBezTo>
                  <a:pt x="206383" y="560714"/>
                  <a:pt x="215522" y="569853"/>
                  <a:pt x="215522" y="581127"/>
                </a:cubicBezTo>
                <a:cubicBezTo>
                  <a:pt x="215522" y="592400"/>
                  <a:pt x="206383" y="601539"/>
                  <a:pt x="195109" y="601539"/>
                </a:cubicBezTo>
                <a:cubicBezTo>
                  <a:pt x="183835" y="601539"/>
                  <a:pt x="174696" y="592400"/>
                  <a:pt x="174696" y="581127"/>
                </a:cubicBezTo>
                <a:cubicBezTo>
                  <a:pt x="174696" y="569853"/>
                  <a:pt x="183835" y="560714"/>
                  <a:pt x="195109" y="560714"/>
                </a:cubicBezTo>
                <a:close/>
                <a:moveTo>
                  <a:pt x="146332" y="560714"/>
                </a:moveTo>
                <a:cubicBezTo>
                  <a:pt x="157606" y="560714"/>
                  <a:pt x="166745" y="569853"/>
                  <a:pt x="166745" y="581127"/>
                </a:cubicBezTo>
                <a:cubicBezTo>
                  <a:pt x="166745" y="592400"/>
                  <a:pt x="157606" y="601539"/>
                  <a:pt x="146332" y="601539"/>
                </a:cubicBezTo>
                <a:cubicBezTo>
                  <a:pt x="135058" y="601539"/>
                  <a:pt x="125919" y="592400"/>
                  <a:pt x="125919" y="581127"/>
                </a:cubicBezTo>
                <a:cubicBezTo>
                  <a:pt x="125919" y="569853"/>
                  <a:pt x="135058" y="560714"/>
                  <a:pt x="146332" y="560714"/>
                </a:cubicBezTo>
                <a:close/>
                <a:moveTo>
                  <a:pt x="97555" y="560714"/>
                </a:moveTo>
                <a:cubicBezTo>
                  <a:pt x="108829" y="560714"/>
                  <a:pt x="117968" y="569853"/>
                  <a:pt x="117968" y="581127"/>
                </a:cubicBezTo>
                <a:cubicBezTo>
                  <a:pt x="117968" y="592400"/>
                  <a:pt x="108829" y="601539"/>
                  <a:pt x="97555" y="601539"/>
                </a:cubicBezTo>
                <a:cubicBezTo>
                  <a:pt x="86281" y="601539"/>
                  <a:pt x="77142" y="592400"/>
                  <a:pt x="77142" y="581127"/>
                </a:cubicBezTo>
                <a:cubicBezTo>
                  <a:pt x="77142" y="569853"/>
                  <a:pt x="86281" y="560714"/>
                  <a:pt x="97555" y="560714"/>
                </a:cubicBezTo>
                <a:close/>
                <a:moveTo>
                  <a:pt x="48778" y="560714"/>
                </a:moveTo>
                <a:cubicBezTo>
                  <a:pt x="60052" y="560714"/>
                  <a:pt x="69191" y="569853"/>
                  <a:pt x="69191" y="581127"/>
                </a:cubicBezTo>
                <a:cubicBezTo>
                  <a:pt x="69191" y="592400"/>
                  <a:pt x="60052" y="601539"/>
                  <a:pt x="48778" y="601539"/>
                </a:cubicBezTo>
                <a:cubicBezTo>
                  <a:pt x="37504" y="601539"/>
                  <a:pt x="28365" y="592400"/>
                  <a:pt x="28365" y="581127"/>
                </a:cubicBezTo>
                <a:cubicBezTo>
                  <a:pt x="28365" y="569853"/>
                  <a:pt x="37504" y="560714"/>
                  <a:pt x="48778" y="560714"/>
                </a:cubicBezTo>
                <a:close/>
                <a:moveTo>
                  <a:pt x="2" y="560714"/>
                </a:moveTo>
                <a:cubicBezTo>
                  <a:pt x="11275" y="560714"/>
                  <a:pt x="20414" y="569853"/>
                  <a:pt x="20414" y="581127"/>
                </a:cubicBezTo>
                <a:cubicBezTo>
                  <a:pt x="20414" y="592400"/>
                  <a:pt x="11275" y="601539"/>
                  <a:pt x="2" y="601539"/>
                </a:cubicBezTo>
                <a:lnTo>
                  <a:pt x="0" y="601538"/>
                </a:lnTo>
                <a:lnTo>
                  <a:pt x="0" y="560715"/>
                </a:lnTo>
                <a:close/>
                <a:moveTo>
                  <a:pt x="875909" y="507047"/>
                </a:moveTo>
                <a:lnTo>
                  <a:pt x="860084" y="533097"/>
                </a:lnTo>
                <a:lnTo>
                  <a:pt x="857575" y="527040"/>
                </a:lnTo>
                <a:cubicBezTo>
                  <a:pt x="857575" y="518585"/>
                  <a:pt x="862716" y="511331"/>
                  <a:pt x="870042" y="508232"/>
                </a:cubicBezTo>
                <a:close/>
                <a:moveTo>
                  <a:pt x="829211" y="506628"/>
                </a:moveTo>
                <a:cubicBezTo>
                  <a:pt x="840485" y="506628"/>
                  <a:pt x="849624" y="515767"/>
                  <a:pt x="849624" y="527040"/>
                </a:cubicBezTo>
                <a:cubicBezTo>
                  <a:pt x="849624" y="538314"/>
                  <a:pt x="840485" y="547453"/>
                  <a:pt x="829211" y="547453"/>
                </a:cubicBezTo>
                <a:cubicBezTo>
                  <a:pt x="817937" y="547453"/>
                  <a:pt x="808798" y="538314"/>
                  <a:pt x="808798" y="527040"/>
                </a:cubicBezTo>
                <a:cubicBezTo>
                  <a:pt x="808798" y="515767"/>
                  <a:pt x="817937" y="506628"/>
                  <a:pt x="829211" y="506628"/>
                </a:cubicBezTo>
                <a:close/>
                <a:moveTo>
                  <a:pt x="780434" y="506628"/>
                </a:moveTo>
                <a:cubicBezTo>
                  <a:pt x="791708" y="506628"/>
                  <a:pt x="800847" y="515767"/>
                  <a:pt x="800847" y="527040"/>
                </a:cubicBezTo>
                <a:cubicBezTo>
                  <a:pt x="800847" y="538314"/>
                  <a:pt x="791708" y="547453"/>
                  <a:pt x="780434" y="547453"/>
                </a:cubicBezTo>
                <a:cubicBezTo>
                  <a:pt x="769160" y="547453"/>
                  <a:pt x="760021" y="538314"/>
                  <a:pt x="760021" y="527040"/>
                </a:cubicBezTo>
                <a:cubicBezTo>
                  <a:pt x="760021" y="515767"/>
                  <a:pt x="769160" y="506628"/>
                  <a:pt x="780434" y="506628"/>
                </a:cubicBezTo>
                <a:close/>
                <a:moveTo>
                  <a:pt x="731657" y="506628"/>
                </a:moveTo>
                <a:cubicBezTo>
                  <a:pt x="742931" y="506628"/>
                  <a:pt x="752070" y="515767"/>
                  <a:pt x="752070" y="527040"/>
                </a:cubicBezTo>
                <a:cubicBezTo>
                  <a:pt x="752070" y="538314"/>
                  <a:pt x="742931" y="547453"/>
                  <a:pt x="731657" y="547453"/>
                </a:cubicBezTo>
                <a:cubicBezTo>
                  <a:pt x="720383" y="547453"/>
                  <a:pt x="711244" y="538314"/>
                  <a:pt x="711244" y="527040"/>
                </a:cubicBezTo>
                <a:cubicBezTo>
                  <a:pt x="711244" y="515767"/>
                  <a:pt x="720383" y="506628"/>
                  <a:pt x="731657" y="506628"/>
                </a:cubicBezTo>
                <a:close/>
                <a:moveTo>
                  <a:pt x="682880" y="506628"/>
                </a:moveTo>
                <a:cubicBezTo>
                  <a:pt x="694153" y="506628"/>
                  <a:pt x="703293" y="515767"/>
                  <a:pt x="703293" y="527040"/>
                </a:cubicBezTo>
                <a:cubicBezTo>
                  <a:pt x="703293" y="538314"/>
                  <a:pt x="694153" y="547453"/>
                  <a:pt x="682880" y="547453"/>
                </a:cubicBezTo>
                <a:cubicBezTo>
                  <a:pt x="671606" y="547453"/>
                  <a:pt x="662467" y="538314"/>
                  <a:pt x="662467" y="527040"/>
                </a:cubicBezTo>
                <a:cubicBezTo>
                  <a:pt x="662467" y="515767"/>
                  <a:pt x="671606" y="506628"/>
                  <a:pt x="682880" y="506628"/>
                </a:cubicBezTo>
                <a:close/>
                <a:moveTo>
                  <a:pt x="634103" y="506628"/>
                </a:moveTo>
                <a:cubicBezTo>
                  <a:pt x="645377" y="506628"/>
                  <a:pt x="654516" y="515767"/>
                  <a:pt x="654516" y="527040"/>
                </a:cubicBezTo>
                <a:cubicBezTo>
                  <a:pt x="654516" y="538314"/>
                  <a:pt x="645377" y="547453"/>
                  <a:pt x="634103" y="547453"/>
                </a:cubicBezTo>
                <a:cubicBezTo>
                  <a:pt x="622829" y="547453"/>
                  <a:pt x="613690" y="538314"/>
                  <a:pt x="613690" y="527040"/>
                </a:cubicBezTo>
                <a:cubicBezTo>
                  <a:pt x="613690" y="515767"/>
                  <a:pt x="622829" y="506628"/>
                  <a:pt x="634103" y="506628"/>
                </a:cubicBezTo>
                <a:close/>
                <a:moveTo>
                  <a:pt x="585326" y="506628"/>
                </a:moveTo>
                <a:cubicBezTo>
                  <a:pt x="596599" y="506628"/>
                  <a:pt x="605738" y="515767"/>
                  <a:pt x="605738" y="527040"/>
                </a:cubicBezTo>
                <a:cubicBezTo>
                  <a:pt x="605738" y="538314"/>
                  <a:pt x="596599" y="547453"/>
                  <a:pt x="585326" y="547453"/>
                </a:cubicBezTo>
                <a:cubicBezTo>
                  <a:pt x="574052" y="547453"/>
                  <a:pt x="564913" y="538314"/>
                  <a:pt x="564913" y="527040"/>
                </a:cubicBezTo>
                <a:cubicBezTo>
                  <a:pt x="564913" y="515767"/>
                  <a:pt x="574052" y="506628"/>
                  <a:pt x="585326" y="506628"/>
                </a:cubicBezTo>
                <a:close/>
                <a:moveTo>
                  <a:pt x="536549" y="506628"/>
                </a:moveTo>
                <a:cubicBezTo>
                  <a:pt x="547822" y="506628"/>
                  <a:pt x="556961" y="515767"/>
                  <a:pt x="556961" y="527040"/>
                </a:cubicBezTo>
                <a:cubicBezTo>
                  <a:pt x="556961" y="538314"/>
                  <a:pt x="547822" y="547453"/>
                  <a:pt x="536549" y="547453"/>
                </a:cubicBezTo>
                <a:cubicBezTo>
                  <a:pt x="525275" y="547453"/>
                  <a:pt x="516136" y="538314"/>
                  <a:pt x="516136" y="527040"/>
                </a:cubicBezTo>
                <a:cubicBezTo>
                  <a:pt x="516136" y="515767"/>
                  <a:pt x="525275" y="506628"/>
                  <a:pt x="536549" y="506628"/>
                </a:cubicBezTo>
                <a:close/>
                <a:moveTo>
                  <a:pt x="487772" y="506628"/>
                </a:moveTo>
                <a:cubicBezTo>
                  <a:pt x="499045" y="506628"/>
                  <a:pt x="508184" y="515767"/>
                  <a:pt x="508184" y="527040"/>
                </a:cubicBezTo>
                <a:cubicBezTo>
                  <a:pt x="508184" y="538314"/>
                  <a:pt x="499045" y="547453"/>
                  <a:pt x="487772" y="547453"/>
                </a:cubicBezTo>
                <a:cubicBezTo>
                  <a:pt x="476498" y="547453"/>
                  <a:pt x="467359" y="538314"/>
                  <a:pt x="467359" y="527040"/>
                </a:cubicBezTo>
                <a:cubicBezTo>
                  <a:pt x="467359" y="515767"/>
                  <a:pt x="476498" y="506628"/>
                  <a:pt x="487772" y="506628"/>
                </a:cubicBezTo>
                <a:close/>
                <a:moveTo>
                  <a:pt x="438994" y="506628"/>
                </a:moveTo>
                <a:cubicBezTo>
                  <a:pt x="450268" y="506628"/>
                  <a:pt x="459407" y="515767"/>
                  <a:pt x="459407" y="527040"/>
                </a:cubicBezTo>
                <a:cubicBezTo>
                  <a:pt x="459407" y="538314"/>
                  <a:pt x="450268" y="547453"/>
                  <a:pt x="438994" y="547453"/>
                </a:cubicBezTo>
                <a:cubicBezTo>
                  <a:pt x="427721" y="547453"/>
                  <a:pt x="418582" y="538314"/>
                  <a:pt x="418582" y="527040"/>
                </a:cubicBezTo>
                <a:cubicBezTo>
                  <a:pt x="418582" y="515767"/>
                  <a:pt x="427721" y="506628"/>
                  <a:pt x="438994" y="506628"/>
                </a:cubicBezTo>
                <a:close/>
                <a:moveTo>
                  <a:pt x="390217" y="506628"/>
                </a:moveTo>
                <a:cubicBezTo>
                  <a:pt x="401491" y="506628"/>
                  <a:pt x="410630" y="515767"/>
                  <a:pt x="410630" y="527040"/>
                </a:cubicBezTo>
                <a:cubicBezTo>
                  <a:pt x="410630" y="538314"/>
                  <a:pt x="401491" y="547453"/>
                  <a:pt x="390217" y="547453"/>
                </a:cubicBezTo>
                <a:cubicBezTo>
                  <a:pt x="378944" y="547453"/>
                  <a:pt x="369805" y="538314"/>
                  <a:pt x="369805" y="527040"/>
                </a:cubicBezTo>
                <a:cubicBezTo>
                  <a:pt x="369805" y="515767"/>
                  <a:pt x="378944" y="506628"/>
                  <a:pt x="390217" y="506628"/>
                </a:cubicBezTo>
                <a:close/>
                <a:moveTo>
                  <a:pt x="341440" y="506628"/>
                </a:moveTo>
                <a:cubicBezTo>
                  <a:pt x="352714" y="506628"/>
                  <a:pt x="361853" y="515767"/>
                  <a:pt x="361853" y="527040"/>
                </a:cubicBezTo>
                <a:cubicBezTo>
                  <a:pt x="361853" y="538314"/>
                  <a:pt x="352714" y="547453"/>
                  <a:pt x="341440" y="547453"/>
                </a:cubicBezTo>
                <a:cubicBezTo>
                  <a:pt x="330166" y="547453"/>
                  <a:pt x="321028" y="538314"/>
                  <a:pt x="321028" y="527040"/>
                </a:cubicBezTo>
                <a:cubicBezTo>
                  <a:pt x="321028" y="515767"/>
                  <a:pt x="330166" y="506628"/>
                  <a:pt x="341440" y="506628"/>
                </a:cubicBezTo>
                <a:close/>
                <a:moveTo>
                  <a:pt x="292663" y="506628"/>
                </a:moveTo>
                <a:cubicBezTo>
                  <a:pt x="303937" y="506628"/>
                  <a:pt x="313076" y="515767"/>
                  <a:pt x="313076" y="527040"/>
                </a:cubicBezTo>
                <a:cubicBezTo>
                  <a:pt x="313076" y="538314"/>
                  <a:pt x="303937" y="547453"/>
                  <a:pt x="292663" y="547453"/>
                </a:cubicBezTo>
                <a:cubicBezTo>
                  <a:pt x="281389" y="547453"/>
                  <a:pt x="272251" y="538314"/>
                  <a:pt x="272251" y="527040"/>
                </a:cubicBezTo>
                <a:cubicBezTo>
                  <a:pt x="272251" y="515767"/>
                  <a:pt x="281389" y="506628"/>
                  <a:pt x="292663" y="506628"/>
                </a:cubicBezTo>
                <a:close/>
                <a:moveTo>
                  <a:pt x="243886" y="506628"/>
                </a:moveTo>
                <a:cubicBezTo>
                  <a:pt x="255160" y="506628"/>
                  <a:pt x="264299" y="515767"/>
                  <a:pt x="264299" y="527040"/>
                </a:cubicBezTo>
                <a:cubicBezTo>
                  <a:pt x="264299" y="538314"/>
                  <a:pt x="255160" y="547453"/>
                  <a:pt x="243886" y="547453"/>
                </a:cubicBezTo>
                <a:cubicBezTo>
                  <a:pt x="232612" y="547453"/>
                  <a:pt x="223473" y="538314"/>
                  <a:pt x="223473" y="527040"/>
                </a:cubicBezTo>
                <a:cubicBezTo>
                  <a:pt x="223473" y="515767"/>
                  <a:pt x="232612" y="506628"/>
                  <a:pt x="243886" y="506628"/>
                </a:cubicBezTo>
                <a:close/>
                <a:moveTo>
                  <a:pt x="195109" y="506628"/>
                </a:moveTo>
                <a:cubicBezTo>
                  <a:pt x="206383" y="506628"/>
                  <a:pt x="215522" y="515767"/>
                  <a:pt x="215522" y="527040"/>
                </a:cubicBezTo>
                <a:cubicBezTo>
                  <a:pt x="215522" y="538314"/>
                  <a:pt x="206383" y="547453"/>
                  <a:pt x="195109" y="547453"/>
                </a:cubicBezTo>
                <a:cubicBezTo>
                  <a:pt x="183835" y="547453"/>
                  <a:pt x="174696" y="538314"/>
                  <a:pt x="174696" y="527040"/>
                </a:cubicBezTo>
                <a:cubicBezTo>
                  <a:pt x="174696" y="515767"/>
                  <a:pt x="183835" y="506628"/>
                  <a:pt x="195109" y="506628"/>
                </a:cubicBezTo>
                <a:close/>
                <a:moveTo>
                  <a:pt x="146332" y="506628"/>
                </a:moveTo>
                <a:cubicBezTo>
                  <a:pt x="157606" y="506628"/>
                  <a:pt x="166745" y="515767"/>
                  <a:pt x="166745" y="527040"/>
                </a:cubicBezTo>
                <a:cubicBezTo>
                  <a:pt x="166745" y="538314"/>
                  <a:pt x="157606" y="547453"/>
                  <a:pt x="146332" y="547453"/>
                </a:cubicBezTo>
                <a:cubicBezTo>
                  <a:pt x="135058" y="547453"/>
                  <a:pt x="125919" y="538314"/>
                  <a:pt x="125919" y="527040"/>
                </a:cubicBezTo>
                <a:cubicBezTo>
                  <a:pt x="125919" y="515767"/>
                  <a:pt x="135058" y="506628"/>
                  <a:pt x="146332" y="506628"/>
                </a:cubicBezTo>
                <a:close/>
                <a:moveTo>
                  <a:pt x="97555" y="506628"/>
                </a:moveTo>
                <a:cubicBezTo>
                  <a:pt x="108829" y="506628"/>
                  <a:pt x="117968" y="515767"/>
                  <a:pt x="117968" y="527040"/>
                </a:cubicBezTo>
                <a:cubicBezTo>
                  <a:pt x="117968" y="538314"/>
                  <a:pt x="108829" y="547453"/>
                  <a:pt x="97555" y="547453"/>
                </a:cubicBezTo>
                <a:cubicBezTo>
                  <a:pt x="86281" y="547453"/>
                  <a:pt x="77142" y="538314"/>
                  <a:pt x="77142" y="527040"/>
                </a:cubicBezTo>
                <a:cubicBezTo>
                  <a:pt x="77142" y="515767"/>
                  <a:pt x="86281" y="506628"/>
                  <a:pt x="97555" y="506628"/>
                </a:cubicBezTo>
                <a:close/>
                <a:moveTo>
                  <a:pt x="48778" y="506628"/>
                </a:moveTo>
                <a:cubicBezTo>
                  <a:pt x="60052" y="506628"/>
                  <a:pt x="69191" y="515767"/>
                  <a:pt x="69191" y="527040"/>
                </a:cubicBezTo>
                <a:cubicBezTo>
                  <a:pt x="69191" y="538314"/>
                  <a:pt x="60052" y="547453"/>
                  <a:pt x="48778" y="547453"/>
                </a:cubicBezTo>
                <a:cubicBezTo>
                  <a:pt x="37504" y="547453"/>
                  <a:pt x="28365" y="538314"/>
                  <a:pt x="28365" y="527040"/>
                </a:cubicBezTo>
                <a:cubicBezTo>
                  <a:pt x="28365" y="515767"/>
                  <a:pt x="37504" y="506628"/>
                  <a:pt x="48778" y="506628"/>
                </a:cubicBezTo>
                <a:close/>
                <a:moveTo>
                  <a:pt x="2" y="506628"/>
                </a:moveTo>
                <a:cubicBezTo>
                  <a:pt x="11275" y="506628"/>
                  <a:pt x="20414" y="515767"/>
                  <a:pt x="20414" y="527040"/>
                </a:cubicBezTo>
                <a:cubicBezTo>
                  <a:pt x="20414" y="538314"/>
                  <a:pt x="11275" y="547453"/>
                  <a:pt x="2" y="547453"/>
                </a:cubicBezTo>
                <a:lnTo>
                  <a:pt x="0" y="547452"/>
                </a:lnTo>
                <a:lnTo>
                  <a:pt x="0" y="506629"/>
                </a:lnTo>
                <a:close/>
                <a:moveTo>
                  <a:pt x="877988" y="452541"/>
                </a:moveTo>
                <a:cubicBezTo>
                  <a:pt x="883625" y="452541"/>
                  <a:pt x="888728" y="454826"/>
                  <a:pt x="892422" y="458520"/>
                </a:cubicBezTo>
                <a:lnTo>
                  <a:pt x="896859" y="469231"/>
                </a:lnTo>
                <a:lnTo>
                  <a:pt x="889104" y="485329"/>
                </a:lnTo>
                <a:lnTo>
                  <a:pt x="885092" y="491933"/>
                </a:lnTo>
                <a:lnTo>
                  <a:pt x="877988" y="493367"/>
                </a:lnTo>
                <a:cubicBezTo>
                  <a:pt x="866714" y="493367"/>
                  <a:pt x="857575" y="484228"/>
                  <a:pt x="857575" y="472954"/>
                </a:cubicBezTo>
                <a:cubicBezTo>
                  <a:pt x="857575" y="461680"/>
                  <a:pt x="866714" y="452541"/>
                  <a:pt x="877988" y="452541"/>
                </a:cubicBezTo>
                <a:close/>
                <a:moveTo>
                  <a:pt x="829211" y="452541"/>
                </a:moveTo>
                <a:cubicBezTo>
                  <a:pt x="840485" y="452541"/>
                  <a:pt x="849624" y="461680"/>
                  <a:pt x="849624" y="472954"/>
                </a:cubicBezTo>
                <a:cubicBezTo>
                  <a:pt x="849624" y="484228"/>
                  <a:pt x="840485" y="493367"/>
                  <a:pt x="829211" y="493367"/>
                </a:cubicBezTo>
                <a:cubicBezTo>
                  <a:pt x="817937" y="493367"/>
                  <a:pt x="808798" y="484228"/>
                  <a:pt x="808798" y="472954"/>
                </a:cubicBezTo>
                <a:cubicBezTo>
                  <a:pt x="808798" y="461680"/>
                  <a:pt x="817937" y="452541"/>
                  <a:pt x="829211" y="452541"/>
                </a:cubicBezTo>
                <a:close/>
                <a:moveTo>
                  <a:pt x="780434" y="452541"/>
                </a:moveTo>
                <a:cubicBezTo>
                  <a:pt x="791708" y="452541"/>
                  <a:pt x="800847" y="461680"/>
                  <a:pt x="800847" y="472954"/>
                </a:cubicBezTo>
                <a:cubicBezTo>
                  <a:pt x="800847" y="484228"/>
                  <a:pt x="791708" y="493367"/>
                  <a:pt x="780434" y="493367"/>
                </a:cubicBezTo>
                <a:cubicBezTo>
                  <a:pt x="769160" y="493367"/>
                  <a:pt x="760021" y="484228"/>
                  <a:pt x="760021" y="472954"/>
                </a:cubicBezTo>
                <a:cubicBezTo>
                  <a:pt x="760021" y="461680"/>
                  <a:pt x="769160" y="452541"/>
                  <a:pt x="780434" y="452541"/>
                </a:cubicBezTo>
                <a:close/>
                <a:moveTo>
                  <a:pt x="731657" y="452541"/>
                </a:moveTo>
                <a:cubicBezTo>
                  <a:pt x="742931" y="452541"/>
                  <a:pt x="752070" y="461680"/>
                  <a:pt x="752070" y="472954"/>
                </a:cubicBezTo>
                <a:cubicBezTo>
                  <a:pt x="752070" y="484228"/>
                  <a:pt x="742931" y="493367"/>
                  <a:pt x="731657" y="493367"/>
                </a:cubicBezTo>
                <a:cubicBezTo>
                  <a:pt x="720383" y="493367"/>
                  <a:pt x="711244" y="484228"/>
                  <a:pt x="711244" y="472954"/>
                </a:cubicBezTo>
                <a:cubicBezTo>
                  <a:pt x="711244" y="461680"/>
                  <a:pt x="720383" y="452541"/>
                  <a:pt x="731657" y="452541"/>
                </a:cubicBezTo>
                <a:close/>
                <a:moveTo>
                  <a:pt x="682880" y="452541"/>
                </a:moveTo>
                <a:cubicBezTo>
                  <a:pt x="694153" y="452541"/>
                  <a:pt x="703293" y="461680"/>
                  <a:pt x="703293" y="472954"/>
                </a:cubicBezTo>
                <a:cubicBezTo>
                  <a:pt x="703293" y="484228"/>
                  <a:pt x="694153" y="493367"/>
                  <a:pt x="682880" y="493367"/>
                </a:cubicBezTo>
                <a:cubicBezTo>
                  <a:pt x="671606" y="493367"/>
                  <a:pt x="662467" y="484228"/>
                  <a:pt x="662467" y="472954"/>
                </a:cubicBezTo>
                <a:cubicBezTo>
                  <a:pt x="662467" y="461680"/>
                  <a:pt x="671606" y="452541"/>
                  <a:pt x="682880" y="452541"/>
                </a:cubicBezTo>
                <a:close/>
                <a:moveTo>
                  <a:pt x="634103" y="452541"/>
                </a:moveTo>
                <a:cubicBezTo>
                  <a:pt x="645377" y="452541"/>
                  <a:pt x="654516" y="461680"/>
                  <a:pt x="654516" y="472954"/>
                </a:cubicBezTo>
                <a:cubicBezTo>
                  <a:pt x="654516" y="484228"/>
                  <a:pt x="645377" y="493367"/>
                  <a:pt x="634103" y="493367"/>
                </a:cubicBezTo>
                <a:cubicBezTo>
                  <a:pt x="622829" y="493367"/>
                  <a:pt x="613690" y="484228"/>
                  <a:pt x="613690" y="472954"/>
                </a:cubicBezTo>
                <a:cubicBezTo>
                  <a:pt x="613690" y="461680"/>
                  <a:pt x="622829" y="452541"/>
                  <a:pt x="634103" y="452541"/>
                </a:cubicBezTo>
                <a:close/>
                <a:moveTo>
                  <a:pt x="585326" y="452541"/>
                </a:moveTo>
                <a:cubicBezTo>
                  <a:pt x="596599" y="452541"/>
                  <a:pt x="605738" y="461680"/>
                  <a:pt x="605738" y="472954"/>
                </a:cubicBezTo>
                <a:cubicBezTo>
                  <a:pt x="605738" y="484228"/>
                  <a:pt x="596599" y="493367"/>
                  <a:pt x="585326" y="493367"/>
                </a:cubicBezTo>
                <a:cubicBezTo>
                  <a:pt x="574052" y="493367"/>
                  <a:pt x="564913" y="484228"/>
                  <a:pt x="564913" y="472954"/>
                </a:cubicBezTo>
                <a:cubicBezTo>
                  <a:pt x="564913" y="461680"/>
                  <a:pt x="574052" y="452541"/>
                  <a:pt x="585326" y="452541"/>
                </a:cubicBezTo>
                <a:close/>
                <a:moveTo>
                  <a:pt x="536549" y="452541"/>
                </a:moveTo>
                <a:cubicBezTo>
                  <a:pt x="547822" y="452541"/>
                  <a:pt x="556961" y="461680"/>
                  <a:pt x="556961" y="472954"/>
                </a:cubicBezTo>
                <a:cubicBezTo>
                  <a:pt x="556961" y="484228"/>
                  <a:pt x="547822" y="493367"/>
                  <a:pt x="536549" y="493367"/>
                </a:cubicBezTo>
                <a:cubicBezTo>
                  <a:pt x="525275" y="493367"/>
                  <a:pt x="516136" y="484228"/>
                  <a:pt x="516136" y="472954"/>
                </a:cubicBezTo>
                <a:cubicBezTo>
                  <a:pt x="516136" y="461680"/>
                  <a:pt x="525275" y="452541"/>
                  <a:pt x="536549" y="452541"/>
                </a:cubicBezTo>
                <a:close/>
                <a:moveTo>
                  <a:pt x="487772" y="452541"/>
                </a:moveTo>
                <a:cubicBezTo>
                  <a:pt x="499045" y="452541"/>
                  <a:pt x="508184" y="461680"/>
                  <a:pt x="508184" y="472954"/>
                </a:cubicBezTo>
                <a:cubicBezTo>
                  <a:pt x="508184" y="484228"/>
                  <a:pt x="499045" y="493367"/>
                  <a:pt x="487772" y="493367"/>
                </a:cubicBezTo>
                <a:cubicBezTo>
                  <a:pt x="476498" y="493367"/>
                  <a:pt x="467359" y="484228"/>
                  <a:pt x="467359" y="472954"/>
                </a:cubicBezTo>
                <a:cubicBezTo>
                  <a:pt x="467359" y="461680"/>
                  <a:pt x="476498" y="452541"/>
                  <a:pt x="487772" y="452541"/>
                </a:cubicBezTo>
                <a:close/>
                <a:moveTo>
                  <a:pt x="438994" y="452541"/>
                </a:moveTo>
                <a:cubicBezTo>
                  <a:pt x="450268" y="452541"/>
                  <a:pt x="459407" y="461680"/>
                  <a:pt x="459407" y="472954"/>
                </a:cubicBezTo>
                <a:cubicBezTo>
                  <a:pt x="459407" y="484228"/>
                  <a:pt x="450268" y="493367"/>
                  <a:pt x="438994" y="493367"/>
                </a:cubicBezTo>
                <a:cubicBezTo>
                  <a:pt x="427721" y="493367"/>
                  <a:pt x="418582" y="484228"/>
                  <a:pt x="418582" y="472954"/>
                </a:cubicBezTo>
                <a:cubicBezTo>
                  <a:pt x="418582" y="461680"/>
                  <a:pt x="427721" y="452541"/>
                  <a:pt x="438994" y="452541"/>
                </a:cubicBezTo>
                <a:close/>
                <a:moveTo>
                  <a:pt x="390217" y="452541"/>
                </a:moveTo>
                <a:cubicBezTo>
                  <a:pt x="401491" y="452541"/>
                  <a:pt x="410630" y="461680"/>
                  <a:pt x="410630" y="472954"/>
                </a:cubicBezTo>
                <a:cubicBezTo>
                  <a:pt x="410630" y="484228"/>
                  <a:pt x="401491" y="493367"/>
                  <a:pt x="390217" y="493367"/>
                </a:cubicBezTo>
                <a:cubicBezTo>
                  <a:pt x="378944" y="493367"/>
                  <a:pt x="369805" y="484228"/>
                  <a:pt x="369805" y="472954"/>
                </a:cubicBezTo>
                <a:cubicBezTo>
                  <a:pt x="369805" y="461680"/>
                  <a:pt x="378944" y="452541"/>
                  <a:pt x="390217" y="452541"/>
                </a:cubicBezTo>
                <a:close/>
                <a:moveTo>
                  <a:pt x="341440" y="452541"/>
                </a:moveTo>
                <a:cubicBezTo>
                  <a:pt x="352714" y="452541"/>
                  <a:pt x="361853" y="461680"/>
                  <a:pt x="361853" y="472954"/>
                </a:cubicBezTo>
                <a:cubicBezTo>
                  <a:pt x="361853" y="484228"/>
                  <a:pt x="352714" y="493367"/>
                  <a:pt x="341440" y="493367"/>
                </a:cubicBezTo>
                <a:cubicBezTo>
                  <a:pt x="330166" y="493367"/>
                  <a:pt x="321028" y="484228"/>
                  <a:pt x="321028" y="472954"/>
                </a:cubicBezTo>
                <a:cubicBezTo>
                  <a:pt x="321028" y="461680"/>
                  <a:pt x="330166" y="452541"/>
                  <a:pt x="341440" y="452541"/>
                </a:cubicBezTo>
                <a:close/>
                <a:moveTo>
                  <a:pt x="292663" y="452541"/>
                </a:moveTo>
                <a:cubicBezTo>
                  <a:pt x="303937" y="452541"/>
                  <a:pt x="313076" y="461680"/>
                  <a:pt x="313076" y="472954"/>
                </a:cubicBezTo>
                <a:cubicBezTo>
                  <a:pt x="313076" y="484228"/>
                  <a:pt x="303937" y="493367"/>
                  <a:pt x="292663" y="493367"/>
                </a:cubicBezTo>
                <a:cubicBezTo>
                  <a:pt x="281389" y="493367"/>
                  <a:pt x="272251" y="484228"/>
                  <a:pt x="272251" y="472954"/>
                </a:cubicBezTo>
                <a:cubicBezTo>
                  <a:pt x="272251" y="461680"/>
                  <a:pt x="281389" y="452541"/>
                  <a:pt x="292663" y="452541"/>
                </a:cubicBezTo>
                <a:close/>
                <a:moveTo>
                  <a:pt x="243886" y="452541"/>
                </a:moveTo>
                <a:cubicBezTo>
                  <a:pt x="255160" y="452541"/>
                  <a:pt x="264299" y="461680"/>
                  <a:pt x="264299" y="472954"/>
                </a:cubicBezTo>
                <a:cubicBezTo>
                  <a:pt x="264299" y="484228"/>
                  <a:pt x="255160" y="493367"/>
                  <a:pt x="243886" y="493367"/>
                </a:cubicBezTo>
                <a:cubicBezTo>
                  <a:pt x="232612" y="493367"/>
                  <a:pt x="223473" y="484228"/>
                  <a:pt x="223473" y="472954"/>
                </a:cubicBezTo>
                <a:cubicBezTo>
                  <a:pt x="223473" y="461680"/>
                  <a:pt x="232612" y="452541"/>
                  <a:pt x="243886" y="452541"/>
                </a:cubicBezTo>
                <a:close/>
                <a:moveTo>
                  <a:pt x="195109" y="452541"/>
                </a:moveTo>
                <a:cubicBezTo>
                  <a:pt x="206383" y="452541"/>
                  <a:pt x="215522" y="461680"/>
                  <a:pt x="215522" y="472954"/>
                </a:cubicBezTo>
                <a:cubicBezTo>
                  <a:pt x="215522" y="484228"/>
                  <a:pt x="206383" y="493367"/>
                  <a:pt x="195109" y="493367"/>
                </a:cubicBezTo>
                <a:cubicBezTo>
                  <a:pt x="183835" y="493367"/>
                  <a:pt x="174696" y="484228"/>
                  <a:pt x="174696" y="472954"/>
                </a:cubicBezTo>
                <a:cubicBezTo>
                  <a:pt x="174696" y="461680"/>
                  <a:pt x="183835" y="452541"/>
                  <a:pt x="195109" y="452541"/>
                </a:cubicBezTo>
                <a:close/>
                <a:moveTo>
                  <a:pt x="146332" y="452541"/>
                </a:moveTo>
                <a:cubicBezTo>
                  <a:pt x="157606" y="452541"/>
                  <a:pt x="166745" y="461680"/>
                  <a:pt x="166745" y="472954"/>
                </a:cubicBezTo>
                <a:cubicBezTo>
                  <a:pt x="166745" y="484228"/>
                  <a:pt x="157606" y="493367"/>
                  <a:pt x="146332" y="493367"/>
                </a:cubicBezTo>
                <a:cubicBezTo>
                  <a:pt x="135058" y="493367"/>
                  <a:pt x="125919" y="484228"/>
                  <a:pt x="125919" y="472954"/>
                </a:cubicBezTo>
                <a:cubicBezTo>
                  <a:pt x="125919" y="461680"/>
                  <a:pt x="135058" y="452541"/>
                  <a:pt x="146332" y="452541"/>
                </a:cubicBezTo>
                <a:close/>
                <a:moveTo>
                  <a:pt x="97555" y="452541"/>
                </a:moveTo>
                <a:cubicBezTo>
                  <a:pt x="108829" y="452541"/>
                  <a:pt x="117968" y="461680"/>
                  <a:pt x="117968" y="472954"/>
                </a:cubicBezTo>
                <a:cubicBezTo>
                  <a:pt x="117968" y="484228"/>
                  <a:pt x="108829" y="493367"/>
                  <a:pt x="97555" y="493367"/>
                </a:cubicBezTo>
                <a:cubicBezTo>
                  <a:pt x="86281" y="493367"/>
                  <a:pt x="77142" y="484228"/>
                  <a:pt x="77142" y="472954"/>
                </a:cubicBezTo>
                <a:cubicBezTo>
                  <a:pt x="77142" y="461680"/>
                  <a:pt x="86281" y="452541"/>
                  <a:pt x="97555" y="452541"/>
                </a:cubicBezTo>
                <a:close/>
                <a:moveTo>
                  <a:pt x="48778" y="452541"/>
                </a:moveTo>
                <a:cubicBezTo>
                  <a:pt x="60052" y="452541"/>
                  <a:pt x="69191" y="461680"/>
                  <a:pt x="69191" y="472954"/>
                </a:cubicBezTo>
                <a:cubicBezTo>
                  <a:pt x="69191" y="484228"/>
                  <a:pt x="60052" y="493367"/>
                  <a:pt x="48778" y="493367"/>
                </a:cubicBezTo>
                <a:cubicBezTo>
                  <a:pt x="37504" y="493367"/>
                  <a:pt x="28365" y="484228"/>
                  <a:pt x="28365" y="472954"/>
                </a:cubicBezTo>
                <a:cubicBezTo>
                  <a:pt x="28365" y="461680"/>
                  <a:pt x="37504" y="452541"/>
                  <a:pt x="48778" y="452541"/>
                </a:cubicBezTo>
                <a:close/>
                <a:moveTo>
                  <a:pt x="2" y="452541"/>
                </a:moveTo>
                <a:cubicBezTo>
                  <a:pt x="11275" y="452541"/>
                  <a:pt x="20414" y="461680"/>
                  <a:pt x="20414" y="472954"/>
                </a:cubicBezTo>
                <a:cubicBezTo>
                  <a:pt x="20414" y="484228"/>
                  <a:pt x="11275" y="493367"/>
                  <a:pt x="2" y="493367"/>
                </a:cubicBezTo>
                <a:lnTo>
                  <a:pt x="0" y="493366"/>
                </a:lnTo>
                <a:lnTo>
                  <a:pt x="0" y="452542"/>
                </a:lnTo>
                <a:close/>
                <a:moveTo>
                  <a:pt x="926765" y="398455"/>
                </a:moveTo>
                <a:lnTo>
                  <a:pt x="930582" y="399226"/>
                </a:lnTo>
                <a:lnTo>
                  <a:pt x="913716" y="434236"/>
                </a:lnTo>
                <a:lnTo>
                  <a:pt x="912331" y="433302"/>
                </a:lnTo>
                <a:cubicBezTo>
                  <a:pt x="908637" y="429608"/>
                  <a:pt x="906352" y="424505"/>
                  <a:pt x="906352" y="418868"/>
                </a:cubicBezTo>
                <a:cubicBezTo>
                  <a:pt x="906352" y="407594"/>
                  <a:pt x="915491" y="398455"/>
                  <a:pt x="926765" y="398455"/>
                </a:cubicBezTo>
                <a:close/>
                <a:moveTo>
                  <a:pt x="877988" y="398455"/>
                </a:moveTo>
                <a:cubicBezTo>
                  <a:pt x="889262" y="398455"/>
                  <a:pt x="898401" y="407594"/>
                  <a:pt x="898401" y="418868"/>
                </a:cubicBezTo>
                <a:cubicBezTo>
                  <a:pt x="898401" y="430142"/>
                  <a:pt x="889262" y="439281"/>
                  <a:pt x="877988" y="439281"/>
                </a:cubicBezTo>
                <a:cubicBezTo>
                  <a:pt x="866714" y="439281"/>
                  <a:pt x="857575" y="430142"/>
                  <a:pt x="857575" y="418868"/>
                </a:cubicBezTo>
                <a:cubicBezTo>
                  <a:pt x="857575" y="407594"/>
                  <a:pt x="866714" y="398455"/>
                  <a:pt x="877988" y="398455"/>
                </a:cubicBezTo>
                <a:close/>
                <a:moveTo>
                  <a:pt x="829211" y="398455"/>
                </a:moveTo>
                <a:cubicBezTo>
                  <a:pt x="840485" y="398455"/>
                  <a:pt x="849624" y="407594"/>
                  <a:pt x="849624" y="418868"/>
                </a:cubicBezTo>
                <a:cubicBezTo>
                  <a:pt x="849624" y="430142"/>
                  <a:pt x="840485" y="439281"/>
                  <a:pt x="829211" y="439281"/>
                </a:cubicBezTo>
                <a:cubicBezTo>
                  <a:pt x="817937" y="439281"/>
                  <a:pt x="808798" y="430142"/>
                  <a:pt x="808798" y="418868"/>
                </a:cubicBezTo>
                <a:cubicBezTo>
                  <a:pt x="808798" y="407594"/>
                  <a:pt x="817937" y="398455"/>
                  <a:pt x="829211" y="398455"/>
                </a:cubicBezTo>
                <a:close/>
                <a:moveTo>
                  <a:pt x="780434" y="398455"/>
                </a:moveTo>
                <a:cubicBezTo>
                  <a:pt x="791708" y="398455"/>
                  <a:pt x="800847" y="407594"/>
                  <a:pt x="800847" y="418868"/>
                </a:cubicBezTo>
                <a:cubicBezTo>
                  <a:pt x="800847" y="430142"/>
                  <a:pt x="791708" y="439281"/>
                  <a:pt x="780434" y="439281"/>
                </a:cubicBezTo>
                <a:cubicBezTo>
                  <a:pt x="769160" y="439281"/>
                  <a:pt x="760021" y="430142"/>
                  <a:pt x="760021" y="418868"/>
                </a:cubicBezTo>
                <a:cubicBezTo>
                  <a:pt x="760021" y="407594"/>
                  <a:pt x="769160" y="398455"/>
                  <a:pt x="780434" y="398455"/>
                </a:cubicBezTo>
                <a:close/>
                <a:moveTo>
                  <a:pt x="731657" y="398455"/>
                </a:moveTo>
                <a:cubicBezTo>
                  <a:pt x="742931" y="398455"/>
                  <a:pt x="752070" y="407594"/>
                  <a:pt x="752070" y="418868"/>
                </a:cubicBezTo>
                <a:cubicBezTo>
                  <a:pt x="752070" y="430142"/>
                  <a:pt x="742931" y="439281"/>
                  <a:pt x="731657" y="439281"/>
                </a:cubicBezTo>
                <a:cubicBezTo>
                  <a:pt x="720383" y="439281"/>
                  <a:pt x="711244" y="430142"/>
                  <a:pt x="711244" y="418868"/>
                </a:cubicBezTo>
                <a:cubicBezTo>
                  <a:pt x="711244" y="407594"/>
                  <a:pt x="720383" y="398455"/>
                  <a:pt x="731657" y="398455"/>
                </a:cubicBezTo>
                <a:close/>
                <a:moveTo>
                  <a:pt x="682880" y="398455"/>
                </a:moveTo>
                <a:cubicBezTo>
                  <a:pt x="694153" y="398455"/>
                  <a:pt x="703293" y="407594"/>
                  <a:pt x="703293" y="418868"/>
                </a:cubicBezTo>
                <a:cubicBezTo>
                  <a:pt x="703293" y="430142"/>
                  <a:pt x="694153" y="439281"/>
                  <a:pt x="682880" y="439281"/>
                </a:cubicBezTo>
                <a:cubicBezTo>
                  <a:pt x="671606" y="439281"/>
                  <a:pt x="662467" y="430142"/>
                  <a:pt x="662467" y="418868"/>
                </a:cubicBezTo>
                <a:cubicBezTo>
                  <a:pt x="662467" y="407594"/>
                  <a:pt x="671606" y="398455"/>
                  <a:pt x="682880" y="398455"/>
                </a:cubicBezTo>
                <a:close/>
                <a:moveTo>
                  <a:pt x="634103" y="398455"/>
                </a:moveTo>
                <a:cubicBezTo>
                  <a:pt x="645377" y="398455"/>
                  <a:pt x="654516" y="407594"/>
                  <a:pt x="654516" y="418868"/>
                </a:cubicBezTo>
                <a:cubicBezTo>
                  <a:pt x="654516" y="430142"/>
                  <a:pt x="645377" y="439281"/>
                  <a:pt x="634103" y="439281"/>
                </a:cubicBezTo>
                <a:cubicBezTo>
                  <a:pt x="622829" y="439281"/>
                  <a:pt x="613690" y="430142"/>
                  <a:pt x="613690" y="418868"/>
                </a:cubicBezTo>
                <a:cubicBezTo>
                  <a:pt x="613690" y="407594"/>
                  <a:pt x="622829" y="398455"/>
                  <a:pt x="634103" y="398455"/>
                </a:cubicBezTo>
                <a:close/>
                <a:moveTo>
                  <a:pt x="585326" y="398455"/>
                </a:moveTo>
                <a:cubicBezTo>
                  <a:pt x="596599" y="398455"/>
                  <a:pt x="605738" y="407594"/>
                  <a:pt x="605738" y="418868"/>
                </a:cubicBezTo>
                <a:cubicBezTo>
                  <a:pt x="605738" y="430142"/>
                  <a:pt x="596599" y="439281"/>
                  <a:pt x="585326" y="439281"/>
                </a:cubicBezTo>
                <a:cubicBezTo>
                  <a:pt x="574052" y="439281"/>
                  <a:pt x="564913" y="430142"/>
                  <a:pt x="564913" y="418868"/>
                </a:cubicBezTo>
                <a:cubicBezTo>
                  <a:pt x="564913" y="407594"/>
                  <a:pt x="574052" y="398455"/>
                  <a:pt x="585326" y="398455"/>
                </a:cubicBezTo>
                <a:close/>
                <a:moveTo>
                  <a:pt x="536549" y="398455"/>
                </a:moveTo>
                <a:cubicBezTo>
                  <a:pt x="547822" y="398455"/>
                  <a:pt x="556961" y="407594"/>
                  <a:pt x="556961" y="418868"/>
                </a:cubicBezTo>
                <a:cubicBezTo>
                  <a:pt x="556961" y="430142"/>
                  <a:pt x="547822" y="439281"/>
                  <a:pt x="536549" y="439281"/>
                </a:cubicBezTo>
                <a:cubicBezTo>
                  <a:pt x="525275" y="439281"/>
                  <a:pt x="516136" y="430142"/>
                  <a:pt x="516136" y="418868"/>
                </a:cubicBezTo>
                <a:cubicBezTo>
                  <a:pt x="516136" y="407594"/>
                  <a:pt x="525275" y="398455"/>
                  <a:pt x="536549" y="398455"/>
                </a:cubicBezTo>
                <a:close/>
                <a:moveTo>
                  <a:pt x="487772" y="398455"/>
                </a:moveTo>
                <a:cubicBezTo>
                  <a:pt x="499045" y="398455"/>
                  <a:pt x="508184" y="407594"/>
                  <a:pt x="508184" y="418868"/>
                </a:cubicBezTo>
                <a:cubicBezTo>
                  <a:pt x="508184" y="430142"/>
                  <a:pt x="499045" y="439281"/>
                  <a:pt x="487772" y="439281"/>
                </a:cubicBezTo>
                <a:cubicBezTo>
                  <a:pt x="476498" y="439281"/>
                  <a:pt x="467359" y="430142"/>
                  <a:pt x="467359" y="418868"/>
                </a:cubicBezTo>
                <a:cubicBezTo>
                  <a:pt x="467359" y="407594"/>
                  <a:pt x="476498" y="398455"/>
                  <a:pt x="487772" y="398455"/>
                </a:cubicBezTo>
                <a:close/>
                <a:moveTo>
                  <a:pt x="438994" y="398455"/>
                </a:moveTo>
                <a:cubicBezTo>
                  <a:pt x="450268" y="398455"/>
                  <a:pt x="459407" y="407594"/>
                  <a:pt x="459407" y="418868"/>
                </a:cubicBezTo>
                <a:cubicBezTo>
                  <a:pt x="459407" y="430142"/>
                  <a:pt x="450268" y="439281"/>
                  <a:pt x="438994" y="439281"/>
                </a:cubicBezTo>
                <a:cubicBezTo>
                  <a:pt x="427721" y="439281"/>
                  <a:pt x="418582" y="430142"/>
                  <a:pt x="418582" y="418868"/>
                </a:cubicBezTo>
                <a:cubicBezTo>
                  <a:pt x="418582" y="407594"/>
                  <a:pt x="427721" y="398455"/>
                  <a:pt x="438994" y="398455"/>
                </a:cubicBezTo>
                <a:close/>
                <a:moveTo>
                  <a:pt x="390217" y="398455"/>
                </a:moveTo>
                <a:cubicBezTo>
                  <a:pt x="401491" y="398455"/>
                  <a:pt x="410630" y="407594"/>
                  <a:pt x="410630" y="418868"/>
                </a:cubicBezTo>
                <a:cubicBezTo>
                  <a:pt x="410630" y="430142"/>
                  <a:pt x="401491" y="439281"/>
                  <a:pt x="390217" y="439281"/>
                </a:cubicBezTo>
                <a:cubicBezTo>
                  <a:pt x="378944" y="439281"/>
                  <a:pt x="369805" y="430142"/>
                  <a:pt x="369805" y="418868"/>
                </a:cubicBezTo>
                <a:cubicBezTo>
                  <a:pt x="369805" y="407594"/>
                  <a:pt x="378944" y="398455"/>
                  <a:pt x="390217" y="398455"/>
                </a:cubicBezTo>
                <a:close/>
                <a:moveTo>
                  <a:pt x="341440" y="398455"/>
                </a:moveTo>
                <a:cubicBezTo>
                  <a:pt x="352714" y="398455"/>
                  <a:pt x="361853" y="407594"/>
                  <a:pt x="361853" y="418868"/>
                </a:cubicBezTo>
                <a:cubicBezTo>
                  <a:pt x="361853" y="430142"/>
                  <a:pt x="352714" y="439281"/>
                  <a:pt x="341440" y="439281"/>
                </a:cubicBezTo>
                <a:cubicBezTo>
                  <a:pt x="330166" y="439281"/>
                  <a:pt x="321028" y="430142"/>
                  <a:pt x="321028" y="418868"/>
                </a:cubicBezTo>
                <a:cubicBezTo>
                  <a:pt x="321028" y="407594"/>
                  <a:pt x="330166" y="398455"/>
                  <a:pt x="341440" y="398455"/>
                </a:cubicBezTo>
                <a:close/>
                <a:moveTo>
                  <a:pt x="292663" y="398455"/>
                </a:moveTo>
                <a:cubicBezTo>
                  <a:pt x="303937" y="398455"/>
                  <a:pt x="313076" y="407594"/>
                  <a:pt x="313076" y="418868"/>
                </a:cubicBezTo>
                <a:cubicBezTo>
                  <a:pt x="313076" y="430142"/>
                  <a:pt x="303937" y="439281"/>
                  <a:pt x="292663" y="439281"/>
                </a:cubicBezTo>
                <a:cubicBezTo>
                  <a:pt x="281389" y="439281"/>
                  <a:pt x="272251" y="430142"/>
                  <a:pt x="272251" y="418868"/>
                </a:cubicBezTo>
                <a:cubicBezTo>
                  <a:pt x="272251" y="407594"/>
                  <a:pt x="281389" y="398455"/>
                  <a:pt x="292663" y="398455"/>
                </a:cubicBezTo>
                <a:close/>
                <a:moveTo>
                  <a:pt x="243886" y="398455"/>
                </a:moveTo>
                <a:cubicBezTo>
                  <a:pt x="255160" y="398455"/>
                  <a:pt x="264299" y="407594"/>
                  <a:pt x="264299" y="418868"/>
                </a:cubicBezTo>
                <a:cubicBezTo>
                  <a:pt x="264299" y="430142"/>
                  <a:pt x="255160" y="439281"/>
                  <a:pt x="243886" y="439281"/>
                </a:cubicBezTo>
                <a:cubicBezTo>
                  <a:pt x="232612" y="439281"/>
                  <a:pt x="223473" y="430142"/>
                  <a:pt x="223473" y="418868"/>
                </a:cubicBezTo>
                <a:cubicBezTo>
                  <a:pt x="223473" y="407594"/>
                  <a:pt x="232612" y="398455"/>
                  <a:pt x="243886" y="398455"/>
                </a:cubicBezTo>
                <a:close/>
                <a:moveTo>
                  <a:pt x="195109" y="398455"/>
                </a:moveTo>
                <a:cubicBezTo>
                  <a:pt x="206383" y="398455"/>
                  <a:pt x="215522" y="407594"/>
                  <a:pt x="215522" y="418868"/>
                </a:cubicBezTo>
                <a:cubicBezTo>
                  <a:pt x="215522" y="430142"/>
                  <a:pt x="206383" y="439281"/>
                  <a:pt x="195109" y="439281"/>
                </a:cubicBezTo>
                <a:cubicBezTo>
                  <a:pt x="183835" y="439281"/>
                  <a:pt x="174696" y="430142"/>
                  <a:pt x="174696" y="418868"/>
                </a:cubicBezTo>
                <a:cubicBezTo>
                  <a:pt x="174696" y="407594"/>
                  <a:pt x="183835" y="398455"/>
                  <a:pt x="195109" y="398455"/>
                </a:cubicBezTo>
                <a:close/>
                <a:moveTo>
                  <a:pt x="146332" y="398455"/>
                </a:moveTo>
                <a:cubicBezTo>
                  <a:pt x="157606" y="398455"/>
                  <a:pt x="166745" y="407594"/>
                  <a:pt x="166745" y="418868"/>
                </a:cubicBezTo>
                <a:cubicBezTo>
                  <a:pt x="166745" y="430142"/>
                  <a:pt x="157606" y="439281"/>
                  <a:pt x="146332" y="439281"/>
                </a:cubicBezTo>
                <a:cubicBezTo>
                  <a:pt x="135058" y="439281"/>
                  <a:pt x="125919" y="430142"/>
                  <a:pt x="125919" y="418868"/>
                </a:cubicBezTo>
                <a:cubicBezTo>
                  <a:pt x="125919" y="407594"/>
                  <a:pt x="135058" y="398455"/>
                  <a:pt x="146332" y="398455"/>
                </a:cubicBezTo>
                <a:close/>
                <a:moveTo>
                  <a:pt x="97555" y="398455"/>
                </a:moveTo>
                <a:cubicBezTo>
                  <a:pt x="108829" y="398455"/>
                  <a:pt x="117968" y="407594"/>
                  <a:pt x="117968" y="418868"/>
                </a:cubicBezTo>
                <a:cubicBezTo>
                  <a:pt x="117968" y="430142"/>
                  <a:pt x="108829" y="439281"/>
                  <a:pt x="97555" y="439281"/>
                </a:cubicBezTo>
                <a:cubicBezTo>
                  <a:pt x="86281" y="439281"/>
                  <a:pt x="77142" y="430142"/>
                  <a:pt x="77142" y="418868"/>
                </a:cubicBezTo>
                <a:cubicBezTo>
                  <a:pt x="77142" y="407594"/>
                  <a:pt x="86281" y="398455"/>
                  <a:pt x="97555" y="398455"/>
                </a:cubicBezTo>
                <a:close/>
                <a:moveTo>
                  <a:pt x="48778" y="398455"/>
                </a:moveTo>
                <a:cubicBezTo>
                  <a:pt x="60052" y="398455"/>
                  <a:pt x="69191" y="407594"/>
                  <a:pt x="69191" y="418868"/>
                </a:cubicBezTo>
                <a:cubicBezTo>
                  <a:pt x="69191" y="430142"/>
                  <a:pt x="60052" y="439281"/>
                  <a:pt x="48778" y="439281"/>
                </a:cubicBezTo>
                <a:cubicBezTo>
                  <a:pt x="37504" y="439281"/>
                  <a:pt x="28365" y="430142"/>
                  <a:pt x="28365" y="418868"/>
                </a:cubicBezTo>
                <a:cubicBezTo>
                  <a:pt x="28365" y="407594"/>
                  <a:pt x="37504" y="398455"/>
                  <a:pt x="48778" y="398455"/>
                </a:cubicBezTo>
                <a:close/>
                <a:moveTo>
                  <a:pt x="2" y="398455"/>
                </a:moveTo>
                <a:cubicBezTo>
                  <a:pt x="11275" y="398455"/>
                  <a:pt x="20414" y="407594"/>
                  <a:pt x="20414" y="418868"/>
                </a:cubicBezTo>
                <a:cubicBezTo>
                  <a:pt x="20414" y="430142"/>
                  <a:pt x="11275" y="439281"/>
                  <a:pt x="2" y="439281"/>
                </a:cubicBezTo>
                <a:lnTo>
                  <a:pt x="0" y="439280"/>
                </a:lnTo>
                <a:lnTo>
                  <a:pt x="0" y="398456"/>
                </a:lnTo>
                <a:close/>
                <a:moveTo>
                  <a:pt x="926765" y="344369"/>
                </a:moveTo>
                <a:cubicBezTo>
                  <a:pt x="932402" y="344369"/>
                  <a:pt x="937505" y="346654"/>
                  <a:pt x="941199" y="350348"/>
                </a:cubicBezTo>
                <a:lnTo>
                  <a:pt x="945200" y="360008"/>
                </a:lnTo>
                <a:lnTo>
                  <a:pt x="937178" y="381927"/>
                </a:lnTo>
                <a:lnTo>
                  <a:pt x="934711" y="383591"/>
                </a:lnTo>
                <a:cubicBezTo>
                  <a:pt x="932268" y="384624"/>
                  <a:pt x="929583" y="385195"/>
                  <a:pt x="926765" y="385195"/>
                </a:cubicBezTo>
                <a:cubicBezTo>
                  <a:pt x="915491" y="385195"/>
                  <a:pt x="906352" y="376056"/>
                  <a:pt x="906352" y="364782"/>
                </a:cubicBezTo>
                <a:cubicBezTo>
                  <a:pt x="906352" y="353508"/>
                  <a:pt x="915491" y="344369"/>
                  <a:pt x="926765" y="344369"/>
                </a:cubicBezTo>
                <a:close/>
                <a:moveTo>
                  <a:pt x="877988" y="344369"/>
                </a:moveTo>
                <a:cubicBezTo>
                  <a:pt x="889262" y="344369"/>
                  <a:pt x="898401" y="353508"/>
                  <a:pt x="898401" y="364782"/>
                </a:cubicBezTo>
                <a:cubicBezTo>
                  <a:pt x="898401" y="376056"/>
                  <a:pt x="889262" y="385195"/>
                  <a:pt x="877988" y="385195"/>
                </a:cubicBezTo>
                <a:cubicBezTo>
                  <a:pt x="866714" y="385195"/>
                  <a:pt x="857575" y="376056"/>
                  <a:pt x="857575" y="364782"/>
                </a:cubicBezTo>
                <a:cubicBezTo>
                  <a:pt x="857575" y="353508"/>
                  <a:pt x="866714" y="344369"/>
                  <a:pt x="877988" y="344369"/>
                </a:cubicBezTo>
                <a:close/>
                <a:moveTo>
                  <a:pt x="829211" y="344369"/>
                </a:moveTo>
                <a:cubicBezTo>
                  <a:pt x="840485" y="344369"/>
                  <a:pt x="849624" y="353508"/>
                  <a:pt x="849624" y="364782"/>
                </a:cubicBezTo>
                <a:cubicBezTo>
                  <a:pt x="849624" y="376056"/>
                  <a:pt x="840485" y="385195"/>
                  <a:pt x="829211" y="385195"/>
                </a:cubicBezTo>
                <a:cubicBezTo>
                  <a:pt x="817937" y="385195"/>
                  <a:pt x="808798" y="376056"/>
                  <a:pt x="808798" y="364782"/>
                </a:cubicBezTo>
                <a:cubicBezTo>
                  <a:pt x="808798" y="353508"/>
                  <a:pt x="817937" y="344369"/>
                  <a:pt x="829211" y="344369"/>
                </a:cubicBezTo>
                <a:close/>
                <a:moveTo>
                  <a:pt x="780434" y="344369"/>
                </a:moveTo>
                <a:cubicBezTo>
                  <a:pt x="791708" y="344369"/>
                  <a:pt x="800847" y="353508"/>
                  <a:pt x="800847" y="364782"/>
                </a:cubicBezTo>
                <a:cubicBezTo>
                  <a:pt x="800847" y="376056"/>
                  <a:pt x="791708" y="385195"/>
                  <a:pt x="780434" y="385195"/>
                </a:cubicBezTo>
                <a:cubicBezTo>
                  <a:pt x="769160" y="385195"/>
                  <a:pt x="760021" y="376056"/>
                  <a:pt x="760021" y="364782"/>
                </a:cubicBezTo>
                <a:cubicBezTo>
                  <a:pt x="760021" y="353508"/>
                  <a:pt x="769160" y="344369"/>
                  <a:pt x="780434" y="344369"/>
                </a:cubicBezTo>
                <a:close/>
                <a:moveTo>
                  <a:pt x="731657" y="344369"/>
                </a:moveTo>
                <a:cubicBezTo>
                  <a:pt x="742931" y="344369"/>
                  <a:pt x="752070" y="353508"/>
                  <a:pt x="752070" y="364782"/>
                </a:cubicBezTo>
                <a:cubicBezTo>
                  <a:pt x="752070" y="376056"/>
                  <a:pt x="742931" y="385195"/>
                  <a:pt x="731657" y="385195"/>
                </a:cubicBezTo>
                <a:cubicBezTo>
                  <a:pt x="720383" y="385195"/>
                  <a:pt x="711244" y="376056"/>
                  <a:pt x="711244" y="364782"/>
                </a:cubicBezTo>
                <a:cubicBezTo>
                  <a:pt x="711244" y="353508"/>
                  <a:pt x="720383" y="344369"/>
                  <a:pt x="731657" y="344369"/>
                </a:cubicBezTo>
                <a:close/>
                <a:moveTo>
                  <a:pt x="682880" y="344369"/>
                </a:moveTo>
                <a:cubicBezTo>
                  <a:pt x="694153" y="344369"/>
                  <a:pt x="703293" y="353508"/>
                  <a:pt x="703293" y="364782"/>
                </a:cubicBezTo>
                <a:cubicBezTo>
                  <a:pt x="703293" y="376056"/>
                  <a:pt x="694153" y="385195"/>
                  <a:pt x="682880" y="385195"/>
                </a:cubicBezTo>
                <a:cubicBezTo>
                  <a:pt x="671606" y="385195"/>
                  <a:pt x="662467" y="376056"/>
                  <a:pt x="662467" y="364782"/>
                </a:cubicBezTo>
                <a:cubicBezTo>
                  <a:pt x="662467" y="353508"/>
                  <a:pt x="671606" y="344369"/>
                  <a:pt x="682880" y="344369"/>
                </a:cubicBezTo>
                <a:close/>
                <a:moveTo>
                  <a:pt x="634103" y="344369"/>
                </a:moveTo>
                <a:cubicBezTo>
                  <a:pt x="645377" y="344369"/>
                  <a:pt x="654516" y="353508"/>
                  <a:pt x="654516" y="364782"/>
                </a:cubicBezTo>
                <a:cubicBezTo>
                  <a:pt x="654516" y="376056"/>
                  <a:pt x="645377" y="385195"/>
                  <a:pt x="634103" y="385195"/>
                </a:cubicBezTo>
                <a:cubicBezTo>
                  <a:pt x="622829" y="385195"/>
                  <a:pt x="613690" y="376056"/>
                  <a:pt x="613690" y="364782"/>
                </a:cubicBezTo>
                <a:cubicBezTo>
                  <a:pt x="613690" y="353508"/>
                  <a:pt x="622829" y="344369"/>
                  <a:pt x="634103" y="344369"/>
                </a:cubicBezTo>
                <a:close/>
                <a:moveTo>
                  <a:pt x="585326" y="344369"/>
                </a:moveTo>
                <a:cubicBezTo>
                  <a:pt x="596599" y="344369"/>
                  <a:pt x="605738" y="353508"/>
                  <a:pt x="605738" y="364782"/>
                </a:cubicBezTo>
                <a:cubicBezTo>
                  <a:pt x="605738" y="376056"/>
                  <a:pt x="596599" y="385195"/>
                  <a:pt x="585326" y="385195"/>
                </a:cubicBezTo>
                <a:cubicBezTo>
                  <a:pt x="574052" y="385195"/>
                  <a:pt x="564913" y="376056"/>
                  <a:pt x="564913" y="364782"/>
                </a:cubicBezTo>
                <a:cubicBezTo>
                  <a:pt x="564913" y="353508"/>
                  <a:pt x="574052" y="344369"/>
                  <a:pt x="585326" y="344369"/>
                </a:cubicBezTo>
                <a:close/>
                <a:moveTo>
                  <a:pt x="536549" y="344369"/>
                </a:moveTo>
                <a:cubicBezTo>
                  <a:pt x="547822" y="344369"/>
                  <a:pt x="556961" y="353508"/>
                  <a:pt x="556961" y="364782"/>
                </a:cubicBezTo>
                <a:cubicBezTo>
                  <a:pt x="556961" y="376056"/>
                  <a:pt x="547822" y="385195"/>
                  <a:pt x="536549" y="385195"/>
                </a:cubicBezTo>
                <a:cubicBezTo>
                  <a:pt x="525275" y="385195"/>
                  <a:pt x="516136" y="376056"/>
                  <a:pt x="516136" y="364782"/>
                </a:cubicBezTo>
                <a:cubicBezTo>
                  <a:pt x="516136" y="353508"/>
                  <a:pt x="525275" y="344369"/>
                  <a:pt x="536549" y="344369"/>
                </a:cubicBezTo>
                <a:close/>
                <a:moveTo>
                  <a:pt x="487772" y="344369"/>
                </a:moveTo>
                <a:cubicBezTo>
                  <a:pt x="499045" y="344369"/>
                  <a:pt x="508184" y="353508"/>
                  <a:pt x="508184" y="364782"/>
                </a:cubicBezTo>
                <a:cubicBezTo>
                  <a:pt x="508184" y="376056"/>
                  <a:pt x="499045" y="385195"/>
                  <a:pt x="487772" y="385195"/>
                </a:cubicBezTo>
                <a:cubicBezTo>
                  <a:pt x="476498" y="385195"/>
                  <a:pt x="467359" y="376056"/>
                  <a:pt x="467359" y="364782"/>
                </a:cubicBezTo>
                <a:cubicBezTo>
                  <a:pt x="467359" y="353508"/>
                  <a:pt x="476498" y="344369"/>
                  <a:pt x="487772" y="344369"/>
                </a:cubicBezTo>
                <a:close/>
                <a:moveTo>
                  <a:pt x="438994" y="344369"/>
                </a:moveTo>
                <a:cubicBezTo>
                  <a:pt x="450268" y="344369"/>
                  <a:pt x="459407" y="353508"/>
                  <a:pt x="459407" y="364782"/>
                </a:cubicBezTo>
                <a:cubicBezTo>
                  <a:pt x="459407" y="376056"/>
                  <a:pt x="450268" y="385195"/>
                  <a:pt x="438994" y="385195"/>
                </a:cubicBezTo>
                <a:cubicBezTo>
                  <a:pt x="427721" y="385195"/>
                  <a:pt x="418582" y="376056"/>
                  <a:pt x="418582" y="364782"/>
                </a:cubicBezTo>
                <a:cubicBezTo>
                  <a:pt x="418582" y="353508"/>
                  <a:pt x="427721" y="344369"/>
                  <a:pt x="438994" y="344369"/>
                </a:cubicBezTo>
                <a:close/>
                <a:moveTo>
                  <a:pt x="390217" y="344369"/>
                </a:moveTo>
                <a:cubicBezTo>
                  <a:pt x="401491" y="344369"/>
                  <a:pt x="410630" y="353508"/>
                  <a:pt x="410630" y="364782"/>
                </a:cubicBezTo>
                <a:cubicBezTo>
                  <a:pt x="410630" y="376056"/>
                  <a:pt x="401491" y="385195"/>
                  <a:pt x="390217" y="385195"/>
                </a:cubicBezTo>
                <a:cubicBezTo>
                  <a:pt x="378944" y="385195"/>
                  <a:pt x="369805" y="376056"/>
                  <a:pt x="369805" y="364782"/>
                </a:cubicBezTo>
                <a:cubicBezTo>
                  <a:pt x="369805" y="353508"/>
                  <a:pt x="378944" y="344369"/>
                  <a:pt x="390217" y="344369"/>
                </a:cubicBezTo>
                <a:close/>
                <a:moveTo>
                  <a:pt x="341440" y="344369"/>
                </a:moveTo>
                <a:cubicBezTo>
                  <a:pt x="352714" y="344369"/>
                  <a:pt x="361853" y="353508"/>
                  <a:pt x="361853" y="364782"/>
                </a:cubicBezTo>
                <a:cubicBezTo>
                  <a:pt x="361853" y="376056"/>
                  <a:pt x="352714" y="385195"/>
                  <a:pt x="341440" y="385195"/>
                </a:cubicBezTo>
                <a:cubicBezTo>
                  <a:pt x="330166" y="385195"/>
                  <a:pt x="321028" y="376056"/>
                  <a:pt x="321028" y="364782"/>
                </a:cubicBezTo>
                <a:cubicBezTo>
                  <a:pt x="321028" y="353508"/>
                  <a:pt x="330166" y="344369"/>
                  <a:pt x="341440" y="344369"/>
                </a:cubicBezTo>
                <a:close/>
                <a:moveTo>
                  <a:pt x="292663" y="344369"/>
                </a:moveTo>
                <a:cubicBezTo>
                  <a:pt x="303937" y="344369"/>
                  <a:pt x="313076" y="353508"/>
                  <a:pt x="313076" y="364782"/>
                </a:cubicBezTo>
                <a:cubicBezTo>
                  <a:pt x="313076" y="376056"/>
                  <a:pt x="303937" y="385195"/>
                  <a:pt x="292663" y="385195"/>
                </a:cubicBezTo>
                <a:cubicBezTo>
                  <a:pt x="281389" y="385195"/>
                  <a:pt x="272251" y="376056"/>
                  <a:pt x="272251" y="364782"/>
                </a:cubicBezTo>
                <a:cubicBezTo>
                  <a:pt x="272251" y="353508"/>
                  <a:pt x="281389" y="344369"/>
                  <a:pt x="292663" y="344369"/>
                </a:cubicBezTo>
                <a:close/>
                <a:moveTo>
                  <a:pt x="243886" y="344369"/>
                </a:moveTo>
                <a:cubicBezTo>
                  <a:pt x="255160" y="344369"/>
                  <a:pt x="264299" y="353508"/>
                  <a:pt x="264299" y="364782"/>
                </a:cubicBezTo>
                <a:cubicBezTo>
                  <a:pt x="264299" y="376056"/>
                  <a:pt x="255160" y="385195"/>
                  <a:pt x="243886" y="385195"/>
                </a:cubicBezTo>
                <a:cubicBezTo>
                  <a:pt x="232612" y="385195"/>
                  <a:pt x="223473" y="376056"/>
                  <a:pt x="223473" y="364782"/>
                </a:cubicBezTo>
                <a:cubicBezTo>
                  <a:pt x="223473" y="353508"/>
                  <a:pt x="232612" y="344369"/>
                  <a:pt x="243886" y="344369"/>
                </a:cubicBezTo>
                <a:close/>
                <a:moveTo>
                  <a:pt x="195109" y="344369"/>
                </a:moveTo>
                <a:cubicBezTo>
                  <a:pt x="206383" y="344369"/>
                  <a:pt x="215522" y="353508"/>
                  <a:pt x="215522" y="364782"/>
                </a:cubicBezTo>
                <a:cubicBezTo>
                  <a:pt x="215522" y="376056"/>
                  <a:pt x="206383" y="385195"/>
                  <a:pt x="195109" y="385195"/>
                </a:cubicBezTo>
                <a:cubicBezTo>
                  <a:pt x="183835" y="385195"/>
                  <a:pt x="174696" y="376056"/>
                  <a:pt x="174696" y="364782"/>
                </a:cubicBezTo>
                <a:cubicBezTo>
                  <a:pt x="174696" y="353508"/>
                  <a:pt x="183835" y="344369"/>
                  <a:pt x="195109" y="344369"/>
                </a:cubicBezTo>
                <a:close/>
                <a:moveTo>
                  <a:pt x="146332" y="344369"/>
                </a:moveTo>
                <a:cubicBezTo>
                  <a:pt x="157606" y="344369"/>
                  <a:pt x="166745" y="353508"/>
                  <a:pt x="166745" y="364782"/>
                </a:cubicBezTo>
                <a:cubicBezTo>
                  <a:pt x="166745" y="376056"/>
                  <a:pt x="157606" y="385195"/>
                  <a:pt x="146332" y="385195"/>
                </a:cubicBezTo>
                <a:cubicBezTo>
                  <a:pt x="135058" y="385195"/>
                  <a:pt x="125919" y="376056"/>
                  <a:pt x="125919" y="364782"/>
                </a:cubicBezTo>
                <a:cubicBezTo>
                  <a:pt x="125919" y="353508"/>
                  <a:pt x="135058" y="344369"/>
                  <a:pt x="146332" y="344369"/>
                </a:cubicBezTo>
                <a:close/>
                <a:moveTo>
                  <a:pt x="97555" y="344369"/>
                </a:moveTo>
                <a:cubicBezTo>
                  <a:pt x="108829" y="344369"/>
                  <a:pt x="117968" y="353508"/>
                  <a:pt x="117968" y="364782"/>
                </a:cubicBezTo>
                <a:cubicBezTo>
                  <a:pt x="117968" y="376056"/>
                  <a:pt x="108829" y="385195"/>
                  <a:pt x="97555" y="385195"/>
                </a:cubicBezTo>
                <a:cubicBezTo>
                  <a:pt x="86281" y="385195"/>
                  <a:pt x="77142" y="376056"/>
                  <a:pt x="77142" y="364782"/>
                </a:cubicBezTo>
                <a:cubicBezTo>
                  <a:pt x="77142" y="353508"/>
                  <a:pt x="86281" y="344369"/>
                  <a:pt x="97555" y="344369"/>
                </a:cubicBezTo>
                <a:close/>
                <a:moveTo>
                  <a:pt x="48778" y="344369"/>
                </a:moveTo>
                <a:cubicBezTo>
                  <a:pt x="60052" y="344369"/>
                  <a:pt x="69191" y="353508"/>
                  <a:pt x="69191" y="364782"/>
                </a:cubicBezTo>
                <a:cubicBezTo>
                  <a:pt x="69191" y="376056"/>
                  <a:pt x="60052" y="385195"/>
                  <a:pt x="48778" y="385195"/>
                </a:cubicBezTo>
                <a:cubicBezTo>
                  <a:pt x="37504" y="385195"/>
                  <a:pt x="28365" y="376056"/>
                  <a:pt x="28365" y="364782"/>
                </a:cubicBezTo>
                <a:cubicBezTo>
                  <a:pt x="28365" y="353508"/>
                  <a:pt x="37504" y="344369"/>
                  <a:pt x="48778" y="344369"/>
                </a:cubicBezTo>
                <a:close/>
                <a:moveTo>
                  <a:pt x="2" y="344369"/>
                </a:moveTo>
                <a:cubicBezTo>
                  <a:pt x="11275" y="344369"/>
                  <a:pt x="20414" y="353508"/>
                  <a:pt x="20414" y="364782"/>
                </a:cubicBezTo>
                <a:cubicBezTo>
                  <a:pt x="20414" y="376056"/>
                  <a:pt x="11275" y="385195"/>
                  <a:pt x="2" y="385195"/>
                </a:cubicBezTo>
                <a:lnTo>
                  <a:pt x="0" y="385194"/>
                </a:lnTo>
                <a:lnTo>
                  <a:pt x="0" y="344370"/>
                </a:lnTo>
                <a:close/>
                <a:moveTo>
                  <a:pt x="968876" y="291629"/>
                </a:moveTo>
                <a:lnTo>
                  <a:pt x="965684" y="304041"/>
                </a:lnTo>
                <a:lnTo>
                  <a:pt x="959440" y="321103"/>
                </a:lnTo>
                <a:lnTo>
                  <a:pt x="955129" y="310696"/>
                </a:lnTo>
                <a:cubicBezTo>
                  <a:pt x="955129" y="302240"/>
                  <a:pt x="960270" y="294986"/>
                  <a:pt x="967596" y="291887"/>
                </a:cubicBezTo>
                <a:close/>
                <a:moveTo>
                  <a:pt x="926765" y="290283"/>
                </a:moveTo>
                <a:cubicBezTo>
                  <a:pt x="938039" y="290283"/>
                  <a:pt x="947178" y="299422"/>
                  <a:pt x="947178" y="310696"/>
                </a:cubicBezTo>
                <a:cubicBezTo>
                  <a:pt x="947178" y="321970"/>
                  <a:pt x="938039" y="331108"/>
                  <a:pt x="926765" y="331108"/>
                </a:cubicBezTo>
                <a:cubicBezTo>
                  <a:pt x="915491" y="331108"/>
                  <a:pt x="906352" y="321970"/>
                  <a:pt x="906352" y="310696"/>
                </a:cubicBezTo>
                <a:cubicBezTo>
                  <a:pt x="906352" y="299422"/>
                  <a:pt x="915491" y="290283"/>
                  <a:pt x="926765" y="290283"/>
                </a:cubicBezTo>
                <a:close/>
                <a:moveTo>
                  <a:pt x="877988" y="290283"/>
                </a:moveTo>
                <a:cubicBezTo>
                  <a:pt x="889262" y="290283"/>
                  <a:pt x="898401" y="299422"/>
                  <a:pt x="898401" y="310696"/>
                </a:cubicBezTo>
                <a:cubicBezTo>
                  <a:pt x="898401" y="321970"/>
                  <a:pt x="889262" y="331108"/>
                  <a:pt x="877988" y="331108"/>
                </a:cubicBezTo>
                <a:cubicBezTo>
                  <a:pt x="866714" y="331108"/>
                  <a:pt x="857575" y="321970"/>
                  <a:pt x="857575" y="310696"/>
                </a:cubicBezTo>
                <a:cubicBezTo>
                  <a:pt x="857575" y="299422"/>
                  <a:pt x="866714" y="290283"/>
                  <a:pt x="877988" y="290283"/>
                </a:cubicBezTo>
                <a:close/>
                <a:moveTo>
                  <a:pt x="829211" y="290283"/>
                </a:moveTo>
                <a:cubicBezTo>
                  <a:pt x="840485" y="290283"/>
                  <a:pt x="849624" y="299422"/>
                  <a:pt x="849624" y="310696"/>
                </a:cubicBezTo>
                <a:cubicBezTo>
                  <a:pt x="849624" y="321970"/>
                  <a:pt x="840485" y="331108"/>
                  <a:pt x="829211" y="331108"/>
                </a:cubicBezTo>
                <a:cubicBezTo>
                  <a:pt x="817937" y="331108"/>
                  <a:pt x="808798" y="321970"/>
                  <a:pt x="808798" y="310696"/>
                </a:cubicBezTo>
                <a:cubicBezTo>
                  <a:pt x="808798" y="299422"/>
                  <a:pt x="817937" y="290283"/>
                  <a:pt x="829211" y="290283"/>
                </a:cubicBezTo>
                <a:close/>
                <a:moveTo>
                  <a:pt x="780434" y="290283"/>
                </a:moveTo>
                <a:cubicBezTo>
                  <a:pt x="791708" y="290283"/>
                  <a:pt x="800847" y="299422"/>
                  <a:pt x="800847" y="310696"/>
                </a:cubicBezTo>
                <a:cubicBezTo>
                  <a:pt x="800847" y="321970"/>
                  <a:pt x="791708" y="331108"/>
                  <a:pt x="780434" y="331108"/>
                </a:cubicBezTo>
                <a:cubicBezTo>
                  <a:pt x="769160" y="331108"/>
                  <a:pt x="760021" y="321970"/>
                  <a:pt x="760021" y="310696"/>
                </a:cubicBezTo>
                <a:cubicBezTo>
                  <a:pt x="760021" y="299422"/>
                  <a:pt x="769160" y="290283"/>
                  <a:pt x="780434" y="290283"/>
                </a:cubicBezTo>
                <a:close/>
                <a:moveTo>
                  <a:pt x="731657" y="290283"/>
                </a:moveTo>
                <a:cubicBezTo>
                  <a:pt x="742931" y="290283"/>
                  <a:pt x="752070" y="299422"/>
                  <a:pt x="752070" y="310696"/>
                </a:cubicBezTo>
                <a:cubicBezTo>
                  <a:pt x="752070" y="321970"/>
                  <a:pt x="742931" y="331108"/>
                  <a:pt x="731657" y="331108"/>
                </a:cubicBezTo>
                <a:cubicBezTo>
                  <a:pt x="720383" y="331108"/>
                  <a:pt x="711244" y="321970"/>
                  <a:pt x="711244" y="310696"/>
                </a:cubicBezTo>
                <a:cubicBezTo>
                  <a:pt x="711244" y="299422"/>
                  <a:pt x="720383" y="290283"/>
                  <a:pt x="731657" y="290283"/>
                </a:cubicBezTo>
                <a:close/>
                <a:moveTo>
                  <a:pt x="682880" y="290283"/>
                </a:moveTo>
                <a:cubicBezTo>
                  <a:pt x="694153" y="290283"/>
                  <a:pt x="703293" y="299422"/>
                  <a:pt x="703293" y="310696"/>
                </a:cubicBezTo>
                <a:cubicBezTo>
                  <a:pt x="703293" y="321970"/>
                  <a:pt x="694153" y="331108"/>
                  <a:pt x="682880" y="331108"/>
                </a:cubicBezTo>
                <a:cubicBezTo>
                  <a:pt x="671606" y="331108"/>
                  <a:pt x="662467" y="321970"/>
                  <a:pt x="662467" y="310696"/>
                </a:cubicBezTo>
                <a:cubicBezTo>
                  <a:pt x="662467" y="299422"/>
                  <a:pt x="671606" y="290283"/>
                  <a:pt x="682880" y="290283"/>
                </a:cubicBezTo>
                <a:close/>
                <a:moveTo>
                  <a:pt x="634103" y="290283"/>
                </a:moveTo>
                <a:cubicBezTo>
                  <a:pt x="645377" y="290283"/>
                  <a:pt x="654516" y="299422"/>
                  <a:pt x="654516" y="310696"/>
                </a:cubicBezTo>
                <a:cubicBezTo>
                  <a:pt x="654516" y="321970"/>
                  <a:pt x="645377" y="331108"/>
                  <a:pt x="634103" y="331108"/>
                </a:cubicBezTo>
                <a:cubicBezTo>
                  <a:pt x="622829" y="331108"/>
                  <a:pt x="613690" y="321970"/>
                  <a:pt x="613690" y="310696"/>
                </a:cubicBezTo>
                <a:cubicBezTo>
                  <a:pt x="613690" y="299422"/>
                  <a:pt x="622829" y="290283"/>
                  <a:pt x="634103" y="290283"/>
                </a:cubicBezTo>
                <a:close/>
                <a:moveTo>
                  <a:pt x="585326" y="290283"/>
                </a:moveTo>
                <a:cubicBezTo>
                  <a:pt x="596599" y="290283"/>
                  <a:pt x="605738" y="299422"/>
                  <a:pt x="605738" y="310696"/>
                </a:cubicBezTo>
                <a:cubicBezTo>
                  <a:pt x="605738" y="321970"/>
                  <a:pt x="596599" y="331108"/>
                  <a:pt x="585326" y="331108"/>
                </a:cubicBezTo>
                <a:cubicBezTo>
                  <a:pt x="574052" y="331108"/>
                  <a:pt x="564913" y="321970"/>
                  <a:pt x="564913" y="310696"/>
                </a:cubicBezTo>
                <a:cubicBezTo>
                  <a:pt x="564913" y="299422"/>
                  <a:pt x="574052" y="290283"/>
                  <a:pt x="585326" y="290283"/>
                </a:cubicBezTo>
                <a:close/>
                <a:moveTo>
                  <a:pt x="536549" y="290283"/>
                </a:moveTo>
                <a:cubicBezTo>
                  <a:pt x="547822" y="290283"/>
                  <a:pt x="556961" y="299422"/>
                  <a:pt x="556961" y="310696"/>
                </a:cubicBezTo>
                <a:cubicBezTo>
                  <a:pt x="556961" y="321970"/>
                  <a:pt x="547822" y="331108"/>
                  <a:pt x="536549" y="331108"/>
                </a:cubicBezTo>
                <a:cubicBezTo>
                  <a:pt x="525275" y="331108"/>
                  <a:pt x="516136" y="321970"/>
                  <a:pt x="516136" y="310696"/>
                </a:cubicBezTo>
                <a:cubicBezTo>
                  <a:pt x="516136" y="299422"/>
                  <a:pt x="525275" y="290283"/>
                  <a:pt x="536549" y="290283"/>
                </a:cubicBezTo>
                <a:close/>
                <a:moveTo>
                  <a:pt x="487772" y="290283"/>
                </a:moveTo>
                <a:cubicBezTo>
                  <a:pt x="499045" y="290283"/>
                  <a:pt x="508184" y="299422"/>
                  <a:pt x="508184" y="310696"/>
                </a:cubicBezTo>
                <a:cubicBezTo>
                  <a:pt x="508184" y="321970"/>
                  <a:pt x="499045" y="331108"/>
                  <a:pt x="487772" y="331108"/>
                </a:cubicBezTo>
                <a:cubicBezTo>
                  <a:pt x="476498" y="331108"/>
                  <a:pt x="467359" y="321970"/>
                  <a:pt x="467359" y="310696"/>
                </a:cubicBezTo>
                <a:cubicBezTo>
                  <a:pt x="467359" y="299422"/>
                  <a:pt x="476498" y="290283"/>
                  <a:pt x="487772" y="290283"/>
                </a:cubicBezTo>
                <a:close/>
                <a:moveTo>
                  <a:pt x="438994" y="290283"/>
                </a:moveTo>
                <a:cubicBezTo>
                  <a:pt x="450268" y="290283"/>
                  <a:pt x="459407" y="299422"/>
                  <a:pt x="459407" y="310696"/>
                </a:cubicBezTo>
                <a:cubicBezTo>
                  <a:pt x="459407" y="321970"/>
                  <a:pt x="450268" y="331108"/>
                  <a:pt x="438994" y="331108"/>
                </a:cubicBezTo>
                <a:cubicBezTo>
                  <a:pt x="427721" y="331108"/>
                  <a:pt x="418582" y="321970"/>
                  <a:pt x="418582" y="310696"/>
                </a:cubicBezTo>
                <a:cubicBezTo>
                  <a:pt x="418582" y="299422"/>
                  <a:pt x="427721" y="290283"/>
                  <a:pt x="438994" y="290283"/>
                </a:cubicBezTo>
                <a:close/>
                <a:moveTo>
                  <a:pt x="390217" y="290283"/>
                </a:moveTo>
                <a:cubicBezTo>
                  <a:pt x="401491" y="290283"/>
                  <a:pt x="410630" y="299422"/>
                  <a:pt x="410630" y="310696"/>
                </a:cubicBezTo>
                <a:cubicBezTo>
                  <a:pt x="410630" y="321970"/>
                  <a:pt x="401491" y="331108"/>
                  <a:pt x="390217" y="331108"/>
                </a:cubicBezTo>
                <a:cubicBezTo>
                  <a:pt x="378944" y="331108"/>
                  <a:pt x="369805" y="321970"/>
                  <a:pt x="369805" y="310696"/>
                </a:cubicBezTo>
                <a:cubicBezTo>
                  <a:pt x="369805" y="299422"/>
                  <a:pt x="378944" y="290283"/>
                  <a:pt x="390217" y="290283"/>
                </a:cubicBezTo>
                <a:close/>
                <a:moveTo>
                  <a:pt x="341440" y="290283"/>
                </a:moveTo>
                <a:cubicBezTo>
                  <a:pt x="352714" y="290283"/>
                  <a:pt x="361853" y="299422"/>
                  <a:pt x="361853" y="310696"/>
                </a:cubicBezTo>
                <a:cubicBezTo>
                  <a:pt x="361853" y="321970"/>
                  <a:pt x="352714" y="331108"/>
                  <a:pt x="341440" y="331108"/>
                </a:cubicBezTo>
                <a:cubicBezTo>
                  <a:pt x="330166" y="331108"/>
                  <a:pt x="321028" y="321970"/>
                  <a:pt x="321028" y="310696"/>
                </a:cubicBezTo>
                <a:cubicBezTo>
                  <a:pt x="321028" y="299422"/>
                  <a:pt x="330166" y="290283"/>
                  <a:pt x="341440" y="290283"/>
                </a:cubicBezTo>
                <a:close/>
                <a:moveTo>
                  <a:pt x="292663" y="290283"/>
                </a:moveTo>
                <a:cubicBezTo>
                  <a:pt x="303937" y="290283"/>
                  <a:pt x="313076" y="299422"/>
                  <a:pt x="313076" y="310696"/>
                </a:cubicBezTo>
                <a:cubicBezTo>
                  <a:pt x="313076" y="321970"/>
                  <a:pt x="303937" y="331108"/>
                  <a:pt x="292663" y="331108"/>
                </a:cubicBezTo>
                <a:cubicBezTo>
                  <a:pt x="281389" y="331108"/>
                  <a:pt x="272251" y="321970"/>
                  <a:pt x="272251" y="310696"/>
                </a:cubicBezTo>
                <a:cubicBezTo>
                  <a:pt x="272251" y="299422"/>
                  <a:pt x="281389" y="290283"/>
                  <a:pt x="292663" y="290283"/>
                </a:cubicBezTo>
                <a:close/>
                <a:moveTo>
                  <a:pt x="243886" y="290283"/>
                </a:moveTo>
                <a:cubicBezTo>
                  <a:pt x="255160" y="290283"/>
                  <a:pt x="264299" y="299422"/>
                  <a:pt x="264299" y="310696"/>
                </a:cubicBezTo>
                <a:cubicBezTo>
                  <a:pt x="264299" y="321970"/>
                  <a:pt x="255160" y="331108"/>
                  <a:pt x="243886" y="331108"/>
                </a:cubicBezTo>
                <a:cubicBezTo>
                  <a:pt x="232612" y="331108"/>
                  <a:pt x="223473" y="321970"/>
                  <a:pt x="223473" y="310696"/>
                </a:cubicBezTo>
                <a:cubicBezTo>
                  <a:pt x="223473" y="299422"/>
                  <a:pt x="232612" y="290283"/>
                  <a:pt x="243886" y="290283"/>
                </a:cubicBezTo>
                <a:close/>
                <a:moveTo>
                  <a:pt x="195109" y="290283"/>
                </a:moveTo>
                <a:cubicBezTo>
                  <a:pt x="206383" y="290283"/>
                  <a:pt x="215522" y="299422"/>
                  <a:pt x="215522" y="310696"/>
                </a:cubicBezTo>
                <a:cubicBezTo>
                  <a:pt x="215522" y="321970"/>
                  <a:pt x="206383" y="331108"/>
                  <a:pt x="195109" y="331108"/>
                </a:cubicBezTo>
                <a:cubicBezTo>
                  <a:pt x="183835" y="331108"/>
                  <a:pt x="174696" y="321970"/>
                  <a:pt x="174696" y="310696"/>
                </a:cubicBezTo>
                <a:cubicBezTo>
                  <a:pt x="174696" y="299422"/>
                  <a:pt x="183835" y="290283"/>
                  <a:pt x="195109" y="290283"/>
                </a:cubicBezTo>
                <a:close/>
                <a:moveTo>
                  <a:pt x="146332" y="290283"/>
                </a:moveTo>
                <a:cubicBezTo>
                  <a:pt x="157606" y="290283"/>
                  <a:pt x="166745" y="299422"/>
                  <a:pt x="166745" y="310696"/>
                </a:cubicBezTo>
                <a:cubicBezTo>
                  <a:pt x="166745" y="321970"/>
                  <a:pt x="157606" y="331108"/>
                  <a:pt x="146332" y="331108"/>
                </a:cubicBezTo>
                <a:cubicBezTo>
                  <a:pt x="135058" y="331108"/>
                  <a:pt x="125919" y="321970"/>
                  <a:pt x="125919" y="310696"/>
                </a:cubicBezTo>
                <a:cubicBezTo>
                  <a:pt x="125919" y="299422"/>
                  <a:pt x="135058" y="290283"/>
                  <a:pt x="146332" y="290283"/>
                </a:cubicBezTo>
                <a:close/>
                <a:moveTo>
                  <a:pt x="97555" y="290283"/>
                </a:moveTo>
                <a:cubicBezTo>
                  <a:pt x="108829" y="290283"/>
                  <a:pt x="117968" y="299422"/>
                  <a:pt x="117968" y="310696"/>
                </a:cubicBezTo>
                <a:cubicBezTo>
                  <a:pt x="117968" y="321970"/>
                  <a:pt x="108829" y="331108"/>
                  <a:pt x="97555" y="331108"/>
                </a:cubicBezTo>
                <a:cubicBezTo>
                  <a:pt x="86281" y="331108"/>
                  <a:pt x="77142" y="321970"/>
                  <a:pt x="77142" y="310696"/>
                </a:cubicBezTo>
                <a:cubicBezTo>
                  <a:pt x="77142" y="299422"/>
                  <a:pt x="86281" y="290283"/>
                  <a:pt x="97555" y="290283"/>
                </a:cubicBezTo>
                <a:close/>
                <a:moveTo>
                  <a:pt x="48778" y="290283"/>
                </a:moveTo>
                <a:cubicBezTo>
                  <a:pt x="60052" y="290283"/>
                  <a:pt x="69191" y="299422"/>
                  <a:pt x="69191" y="310696"/>
                </a:cubicBezTo>
                <a:cubicBezTo>
                  <a:pt x="69191" y="321970"/>
                  <a:pt x="60052" y="331108"/>
                  <a:pt x="48778" y="331108"/>
                </a:cubicBezTo>
                <a:cubicBezTo>
                  <a:pt x="37504" y="331108"/>
                  <a:pt x="28365" y="321970"/>
                  <a:pt x="28365" y="310696"/>
                </a:cubicBezTo>
                <a:cubicBezTo>
                  <a:pt x="28365" y="299422"/>
                  <a:pt x="37504" y="290283"/>
                  <a:pt x="48778" y="290283"/>
                </a:cubicBezTo>
                <a:close/>
                <a:moveTo>
                  <a:pt x="2" y="290283"/>
                </a:moveTo>
                <a:cubicBezTo>
                  <a:pt x="11275" y="290283"/>
                  <a:pt x="20414" y="299422"/>
                  <a:pt x="20414" y="310696"/>
                </a:cubicBezTo>
                <a:cubicBezTo>
                  <a:pt x="20414" y="321970"/>
                  <a:pt x="11275" y="331108"/>
                  <a:pt x="2" y="331108"/>
                </a:cubicBezTo>
                <a:lnTo>
                  <a:pt x="0" y="331107"/>
                </a:lnTo>
                <a:lnTo>
                  <a:pt x="0" y="290284"/>
                </a:lnTo>
                <a:close/>
                <a:moveTo>
                  <a:pt x="975542" y="236197"/>
                </a:moveTo>
                <a:lnTo>
                  <a:pt x="982755" y="237653"/>
                </a:lnTo>
                <a:lnTo>
                  <a:pt x="972775" y="276464"/>
                </a:lnTo>
                <a:lnTo>
                  <a:pt x="967596" y="275418"/>
                </a:lnTo>
                <a:cubicBezTo>
                  <a:pt x="960270" y="272320"/>
                  <a:pt x="955129" y="265065"/>
                  <a:pt x="955129" y="256609"/>
                </a:cubicBezTo>
                <a:cubicBezTo>
                  <a:pt x="955129" y="245336"/>
                  <a:pt x="964268" y="236197"/>
                  <a:pt x="975542" y="236197"/>
                </a:cubicBezTo>
                <a:close/>
                <a:moveTo>
                  <a:pt x="926765" y="236197"/>
                </a:moveTo>
                <a:cubicBezTo>
                  <a:pt x="938039" y="236197"/>
                  <a:pt x="947178" y="245336"/>
                  <a:pt x="947178" y="256609"/>
                </a:cubicBezTo>
                <a:cubicBezTo>
                  <a:pt x="947178" y="267883"/>
                  <a:pt x="938039" y="277022"/>
                  <a:pt x="926765" y="277022"/>
                </a:cubicBezTo>
                <a:cubicBezTo>
                  <a:pt x="915491" y="277022"/>
                  <a:pt x="906352" y="267883"/>
                  <a:pt x="906352" y="256609"/>
                </a:cubicBezTo>
                <a:cubicBezTo>
                  <a:pt x="906352" y="245336"/>
                  <a:pt x="915491" y="236197"/>
                  <a:pt x="926765" y="236197"/>
                </a:cubicBezTo>
                <a:close/>
                <a:moveTo>
                  <a:pt x="877988" y="236197"/>
                </a:moveTo>
                <a:cubicBezTo>
                  <a:pt x="889262" y="236197"/>
                  <a:pt x="898401" y="245336"/>
                  <a:pt x="898401" y="256609"/>
                </a:cubicBezTo>
                <a:cubicBezTo>
                  <a:pt x="898401" y="267883"/>
                  <a:pt x="889262" y="277022"/>
                  <a:pt x="877988" y="277022"/>
                </a:cubicBezTo>
                <a:cubicBezTo>
                  <a:pt x="866714" y="277022"/>
                  <a:pt x="857575" y="267883"/>
                  <a:pt x="857575" y="256609"/>
                </a:cubicBezTo>
                <a:cubicBezTo>
                  <a:pt x="857575" y="245336"/>
                  <a:pt x="866714" y="236197"/>
                  <a:pt x="877988" y="236197"/>
                </a:cubicBezTo>
                <a:close/>
                <a:moveTo>
                  <a:pt x="829211" y="236197"/>
                </a:moveTo>
                <a:cubicBezTo>
                  <a:pt x="840485" y="236197"/>
                  <a:pt x="849624" y="245336"/>
                  <a:pt x="849624" y="256609"/>
                </a:cubicBezTo>
                <a:cubicBezTo>
                  <a:pt x="849624" y="267883"/>
                  <a:pt x="840485" y="277022"/>
                  <a:pt x="829211" y="277022"/>
                </a:cubicBezTo>
                <a:cubicBezTo>
                  <a:pt x="817937" y="277022"/>
                  <a:pt x="808798" y="267883"/>
                  <a:pt x="808798" y="256609"/>
                </a:cubicBezTo>
                <a:cubicBezTo>
                  <a:pt x="808798" y="245336"/>
                  <a:pt x="817937" y="236197"/>
                  <a:pt x="829211" y="236197"/>
                </a:cubicBezTo>
                <a:close/>
                <a:moveTo>
                  <a:pt x="780434" y="236197"/>
                </a:moveTo>
                <a:cubicBezTo>
                  <a:pt x="791708" y="236197"/>
                  <a:pt x="800847" y="245336"/>
                  <a:pt x="800847" y="256609"/>
                </a:cubicBezTo>
                <a:cubicBezTo>
                  <a:pt x="800847" y="267883"/>
                  <a:pt x="791708" y="277022"/>
                  <a:pt x="780434" y="277022"/>
                </a:cubicBezTo>
                <a:cubicBezTo>
                  <a:pt x="769160" y="277022"/>
                  <a:pt x="760021" y="267883"/>
                  <a:pt x="760021" y="256609"/>
                </a:cubicBezTo>
                <a:cubicBezTo>
                  <a:pt x="760021" y="245336"/>
                  <a:pt x="769160" y="236197"/>
                  <a:pt x="780434" y="236197"/>
                </a:cubicBezTo>
                <a:close/>
                <a:moveTo>
                  <a:pt x="731657" y="236197"/>
                </a:moveTo>
                <a:cubicBezTo>
                  <a:pt x="742931" y="236197"/>
                  <a:pt x="752070" y="245336"/>
                  <a:pt x="752070" y="256609"/>
                </a:cubicBezTo>
                <a:cubicBezTo>
                  <a:pt x="752070" y="267883"/>
                  <a:pt x="742931" y="277022"/>
                  <a:pt x="731657" y="277022"/>
                </a:cubicBezTo>
                <a:cubicBezTo>
                  <a:pt x="720383" y="277022"/>
                  <a:pt x="711244" y="267883"/>
                  <a:pt x="711244" y="256609"/>
                </a:cubicBezTo>
                <a:cubicBezTo>
                  <a:pt x="711244" y="245336"/>
                  <a:pt x="720383" y="236197"/>
                  <a:pt x="731657" y="236197"/>
                </a:cubicBezTo>
                <a:close/>
                <a:moveTo>
                  <a:pt x="682880" y="236197"/>
                </a:moveTo>
                <a:cubicBezTo>
                  <a:pt x="694153" y="236197"/>
                  <a:pt x="703293" y="245336"/>
                  <a:pt x="703293" y="256609"/>
                </a:cubicBezTo>
                <a:cubicBezTo>
                  <a:pt x="703293" y="267883"/>
                  <a:pt x="694153" y="277022"/>
                  <a:pt x="682880" y="277022"/>
                </a:cubicBezTo>
                <a:cubicBezTo>
                  <a:pt x="671606" y="277022"/>
                  <a:pt x="662467" y="267883"/>
                  <a:pt x="662467" y="256609"/>
                </a:cubicBezTo>
                <a:cubicBezTo>
                  <a:pt x="662467" y="245336"/>
                  <a:pt x="671606" y="236197"/>
                  <a:pt x="682880" y="236197"/>
                </a:cubicBezTo>
                <a:close/>
                <a:moveTo>
                  <a:pt x="634103" y="236197"/>
                </a:moveTo>
                <a:cubicBezTo>
                  <a:pt x="645377" y="236197"/>
                  <a:pt x="654516" y="245336"/>
                  <a:pt x="654516" y="256609"/>
                </a:cubicBezTo>
                <a:cubicBezTo>
                  <a:pt x="654516" y="267883"/>
                  <a:pt x="645377" y="277022"/>
                  <a:pt x="634103" y="277022"/>
                </a:cubicBezTo>
                <a:cubicBezTo>
                  <a:pt x="622829" y="277022"/>
                  <a:pt x="613690" y="267883"/>
                  <a:pt x="613690" y="256609"/>
                </a:cubicBezTo>
                <a:cubicBezTo>
                  <a:pt x="613690" y="245336"/>
                  <a:pt x="622829" y="236197"/>
                  <a:pt x="634103" y="236197"/>
                </a:cubicBezTo>
                <a:close/>
                <a:moveTo>
                  <a:pt x="585326" y="236197"/>
                </a:moveTo>
                <a:cubicBezTo>
                  <a:pt x="596599" y="236197"/>
                  <a:pt x="605738" y="245336"/>
                  <a:pt x="605738" y="256609"/>
                </a:cubicBezTo>
                <a:cubicBezTo>
                  <a:pt x="605738" y="267883"/>
                  <a:pt x="596599" y="277022"/>
                  <a:pt x="585326" y="277022"/>
                </a:cubicBezTo>
                <a:cubicBezTo>
                  <a:pt x="574052" y="277022"/>
                  <a:pt x="564913" y="267883"/>
                  <a:pt x="564913" y="256609"/>
                </a:cubicBezTo>
                <a:cubicBezTo>
                  <a:pt x="564913" y="245336"/>
                  <a:pt x="574052" y="236197"/>
                  <a:pt x="585326" y="236197"/>
                </a:cubicBezTo>
                <a:close/>
                <a:moveTo>
                  <a:pt x="536549" y="236197"/>
                </a:moveTo>
                <a:cubicBezTo>
                  <a:pt x="547822" y="236197"/>
                  <a:pt x="556961" y="245336"/>
                  <a:pt x="556961" y="256609"/>
                </a:cubicBezTo>
                <a:cubicBezTo>
                  <a:pt x="556961" y="267883"/>
                  <a:pt x="547822" y="277022"/>
                  <a:pt x="536549" y="277022"/>
                </a:cubicBezTo>
                <a:cubicBezTo>
                  <a:pt x="525275" y="277022"/>
                  <a:pt x="516136" y="267883"/>
                  <a:pt x="516136" y="256609"/>
                </a:cubicBezTo>
                <a:cubicBezTo>
                  <a:pt x="516136" y="245336"/>
                  <a:pt x="525275" y="236197"/>
                  <a:pt x="536549" y="236197"/>
                </a:cubicBezTo>
                <a:close/>
                <a:moveTo>
                  <a:pt x="487772" y="236197"/>
                </a:moveTo>
                <a:cubicBezTo>
                  <a:pt x="499045" y="236197"/>
                  <a:pt x="508184" y="245336"/>
                  <a:pt x="508184" y="256609"/>
                </a:cubicBezTo>
                <a:cubicBezTo>
                  <a:pt x="508184" y="267883"/>
                  <a:pt x="499045" y="277022"/>
                  <a:pt x="487772" y="277022"/>
                </a:cubicBezTo>
                <a:cubicBezTo>
                  <a:pt x="476498" y="277022"/>
                  <a:pt x="467359" y="267883"/>
                  <a:pt x="467359" y="256609"/>
                </a:cubicBezTo>
                <a:cubicBezTo>
                  <a:pt x="467359" y="245336"/>
                  <a:pt x="476498" y="236197"/>
                  <a:pt x="487772" y="236197"/>
                </a:cubicBezTo>
                <a:close/>
                <a:moveTo>
                  <a:pt x="438994" y="236197"/>
                </a:moveTo>
                <a:cubicBezTo>
                  <a:pt x="450268" y="236197"/>
                  <a:pt x="459407" y="245336"/>
                  <a:pt x="459407" y="256609"/>
                </a:cubicBezTo>
                <a:cubicBezTo>
                  <a:pt x="459407" y="267883"/>
                  <a:pt x="450268" y="277022"/>
                  <a:pt x="438994" y="277022"/>
                </a:cubicBezTo>
                <a:cubicBezTo>
                  <a:pt x="427721" y="277022"/>
                  <a:pt x="418582" y="267883"/>
                  <a:pt x="418582" y="256609"/>
                </a:cubicBezTo>
                <a:cubicBezTo>
                  <a:pt x="418582" y="245336"/>
                  <a:pt x="427721" y="236197"/>
                  <a:pt x="438994" y="236197"/>
                </a:cubicBezTo>
                <a:close/>
                <a:moveTo>
                  <a:pt x="390217" y="236197"/>
                </a:moveTo>
                <a:cubicBezTo>
                  <a:pt x="401491" y="236197"/>
                  <a:pt x="410630" y="245336"/>
                  <a:pt x="410630" y="256609"/>
                </a:cubicBezTo>
                <a:cubicBezTo>
                  <a:pt x="410630" y="267883"/>
                  <a:pt x="401491" y="277022"/>
                  <a:pt x="390217" y="277022"/>
                </a:cubicBezTo>
                <a:cubicBezTo>
                  <a:pt x="378944" y="277022"/>
                  <a:pt x="369805" y="267883"/>
                  <a:pt x="369805" y="256609"/>
                </a:cubicBezTo>
                <a:cubicBezTo>
                  <a:pt x="369805" y="245336"/>
                  <a:pt x="378944" y="236197"/>
                  <a:pt x="390217" y="236197"/>
                </a:cubicBezTo>
                <a:close/>
                <a:moveTo>
                  <a:pt x="341440" y="236197"/>
                </a:moveTo>
                <a:cubicBezTo>
                  <a:pt x="352714" y="236197"/>
                  <a:pt x="361853" y="245336"/>
                  <a:pt x="361853" y="256609"/>
                </a:cubicBezTo>
                <a:cubicBezTo>
                  <a:pt x="361853" y="267883"/>
                  <a:pt x="352714" y="277022"/>
                  <a:pt x="341440" y="277022"/>
                </a:cubicBezTo>
                <a:cubicBezTo>
                  <a:pt x="330166" y="277022"/>
                  <a:pt x="321028" y="267883"/>
                  <a:pt x="321028" y="256609"/>
                </a:cubicBezTo>
                <a:cubicBezTo>
                  <a:pt x="321028" y="245336"/>
                  <a:pt x="330166" y="236197"/>
                  <a:pt x="341440" y="236197"/>
                </a:cubicBezTo>
                <a:close/>
                <a:moveTo>
                  <a:pt x="292663" y="236197"/>
                </a:moveTo>
                <a:cubicBezTo>
                  <a:pt x="303937" y="236197"/>
                  <a:pt x="313076" y="245336"/>
                  <a:pt x="313076" y="256609"/>
                </a:cubicBezTo>
                <a:cubicBezTo>
                  <a:pt x="313076" y="267883"/>
                  <a:pt x="303937" y="277022"/>
                  <a:pt x="292663" y="277022"/>
                </a:cubicBezTo>
                <a:cubicBezTo>
                  <a:pt x="281389" y="277022"/>
                  <a:pt x="272251" y="267883"/>
                  <a:pt x="272251" y="256609"/>
                </a:cubicBezTo>
                <a:cubicBezTo>
                  <a:pt x="272251" y="245336"/>
                  <a:pt x="281389" y="236197"/>
                  <a:pt x="292663" y="236197"/>
                </a:cubicBezTo>
                <a:close/>
                <a:moveTo>
                  <a:pt x="243886" y="236197"/>
                </a:moveTo>
                <a:cubicBezTo>
                  <a:pt x="255160" y="236197"/>
                  <a:pt x="264299" y="245336"/>
                  <a:pt x="264299" y="256609"/>
                </a:cubicBezTo>
                <a:cubicBezTo>
                  <a:pt x="264299" y="267883"/>
                  <a:pt x="255160" y="277022"/>
                  <a:pt x="243886" y="277022"/>
                </a:cubicBezTo>
                <a:cubicBezTo>
                  <a:pt x="232612" y="277022"/>
                  <a:pt x="223473" y="267883"/>
                  <a:pt x="223473" y="256609"/>
                </a:cubicBezTo>
                <a:cubicBezTo>
                  <a:pt x="223473" y="245336"/>
                  <a:pt x="232612" y="236197"/>
                  <a:pt x="243886" y="236197"/>
                </a:cubicBezTo>
                <a:close/>
                <a:moveTo>
                  <a:pt x="195109" y="236197"/>
                </a:moveTo>
                <a:cubicBezTo>
                  <a:pt x="206383" y="236197"/>
                  <a:pt x="215522" y="245336"/>
                  <a:pt x="215522" y="256609"/>
                </a:cubicBezTo>
                <a:cubicBezTo>
                  <a:pt x="215522" y="267883"/>
                  <a:pt x="206383" y="277022"/>
                  <a:pt x="195109" y="277022"/>
                </a:cubicBezTo>
                <a:cubicBezTo>
                  <a:pt x="183835" y="277022"/>
                  <a:pt x="174696" y="267883"/>
                  <a:pt x="174696" y="256609"/>
                </a:cubicBezTo>
                <a:cubicBezTo>
                  <a:pt x="174696" y="245336"/>
                  <a:pt x="183835" y="236197"/>
                  <a:pt x="195109" y="236197"/>
                </a:cubicBezTo>
                <a:close/>
                <a:moveTo>
                  <a:pt x="146332" y="236197"/>
                </a:moveTo>
                <a:cubicBezTo>
                  <a:pt x="157606" y="236197"/>
                  <a:pt x="166745" y="245336"/>
                  <a:pt x="166745" y="256609"/>
                </a:cubicBezTo>
                <a:cubicBezTo>
                  <a:pt x="166745" y="267883"/>
                  <a:pt x="157606" y="277022"/>
                  <a:pt x="146332" y="277022"/>
                </a:cubicBezTo>
                <a:cubicBezTo>
                  <a:pt x="135058" y="277022"/>
                  <a:pt x="125919" y="267883"/>
                  <a:pt x="125919" y="256609"/>
                </a:cubicBezTo>
                <a:cubicBezTo>
                  <a:pt x="125919" y="245336"/>
                  <a:pt x="135058" y="236197"/>
                  <a:pt x="146332" y="236197"/>
                </a:cubicBezTo>
                <a:close/>
                <a:moveTo>
                  <a:pt x="97555" y="236197"/>
                </a:moveTo>
                <a:cubicBezTo>
                  <a:pt x="108829" y="236197"/>
                  <a:pt x="117968" y="245336"/>
                  <a:pt x="117968" y="256609"/>
                </a:cubicBezTo>
                <a:cubicBezTo>
                  <a:pt x="117968" y="267883"/>
                  <a:pt x="108829" y="277022"/>
                  <a:pt x="97555" y="277022"/>
                </a:cubicBezTo>
                <a:cubicBezTo>
                  <a:pt x="86281" y="277022"/>
                  <a:pt x="77142" y="267883"/>
                  <a:pt x="77142" y="256609"/>
                </a:cubicBezTo>
                <a:cubicBezTo>
                  <a:pt x="77142" y="245336"/>
                  <a:pt x="86281" y="236197"/>
                  <a:pt x="97555" y="236197"/>
                </a:cubicBezTo>
                <a:close/>
                <a:moveTo>
                  <a:pt x="48778" y="236197"/>
                </a:moveTo>
                <a:cubicBezTo>
                  <a:pt x="60052" y="236197"/>
                  <a:pt x="69191" y="245336"/>
                  <a:pt x="69191" y="256609"/>
                </a:cubicBezTo>
                <a:cubicBezTo>
                  <a:pt x="69191" y="267883"/>
                  <a:pt x="60052" y="277022"/>
                  <a:pt x="48778" y="277022"/>
                </a:cubicBezTo>
                <a:cubicBezTo>
                  <a:pt x="37504" y="277022"/>
                  <a:pt x="28365" y="267883"/>
                  <a:pt x="28365" y="256609"/>
                </a:cubicBezTo>
                <a:cubicBezTo>
                  <a:pt x="28365" y="245336"/>
                  <a:pt x="37504" y="236197"/>
                  <a:pt x="48778" y="236197"/>
                </a:cubicBezTo>
                <a:close/>
                <a:moveTo>
                  <a:pt x="2" y="236197"/>
                </a:moveTo>
                <a:cubicBezTo>
                  <a:pt x="11275" y="236197"/>
                  <a:pt x="20414" y="245336"/>
                  <a:pt x="20414" y="256609"/>
                </a:cubicBezTo>
                <a:cubicBezTo>
                  <a:pt x="20414" y="267883"/>
                  <a:pt x="11275" y="277022"/>
                  <a:pt x="2" y="277022"/>
                </a:cubicBezTo>
                <a:lnTo>
                  <a:pt x="0" y="277021"/>
                </a:lnTo>
                <a:lnTo>
                  <a:pt x="0" y="236198"/>
                </a:lnTo>
                <a:close/>
                <a:moveTo>
                  <a:pt x="975542" y="182110"/>
                </a:moveTo>
                <a:cubicBezTo>
                  <a:pt x="981179" y="182110"/>
                  <a:pt x="986282" y="184395"/>
                  <a:pt x="989976" y="188089"/>
                </a:cubicBezTo>
                <a:lnTo>
                  <a:pt x="992557" y="194320"/>
                </a:lnTo>
                <a:lnTo>
                  <a:pt x="990601" y="207139"/>
                </a:lnTo>
                <a:lnTo>
                  <a:pt x="987678" y="218507"/>
                </a:lnTo>
                <a:lnTo>
                  <a:pt x="983488" y="221332"/>
                </a:lnTo>
                <a:cubicBezTo>
                  <a:pt x="981046" y="222365"/>
                  <a:pt x="978360" y="222936"/>
                  <a:pt x="975542" y="222936"/>
                </a:cubicBezTo>
                <a:cubicBezTo>
                  <a:pt x="964268" y="222936"/>
                  <a:pt x="955129" y="213797"/>
                  <a:pt x="955129" y="202523"/>
                </a:cubicBezTo>
                <a:cubicBezTo>
                  <a:pt x="955129" y="191250"/>
                  <a:pt x="964268" y="182110"/>
                  <a:pt x="975542" y="182110"/>
                </a:cubicBezTo>
                <a:close/>
                <a:moveTo>
                  <a:pt x="926765" y="182110"/>
                </a:moveTo>
                <a:cubicBezTo>
                  <a:pt x="938039" y="182110"/>
                  <a:pt x="947178" y="191250"/>
                  <a:pt x="947178" y="202523"/>
                </a:cubicBezTo>
                <a:cubicBezTo>
                  <a:pt x="947178" y="213797"/>
                  <a:pt x="938039" y="222936"/>
                  <a:pt x="926765" y="222936"/>
                </a:cubicBezTo>
                <a:cubicBezTo>
                  <a:pt x="915491" y="222936"/>
                  <a:pt x="906352" y="213797"/>
                  <a:pt x="906352" y="202523"/>
                </a:cubicBezTo>
                <a:cubicBezTo>
                  <a:pt x="906352" y="191250"/>
                  <a:pt x="915491" y="182110"/>
                  <a:pt x="926765" y="182110"/>
                </a:cubicBezTo>
                <a:close/>
                <a:moveTo>
                  <a:pt x="877988" y="182110"/>
                </a:moveTo>
                <a:cubicBezTo>
                  <a:pt x="889262" y="182110"/>
                  <a:pt x="898401" y="191250"/>
                  <a:pt x="898401" y="202523"/>
                </a:cubicBezTo>
                <a:cubicBezTo>
                  <a:pt x="898401" y="213797"/>
                  <a:pt x="889262" y="222936"/>
                  <a:pt x="877988" y="222936"/>
                </a:cubicBezTo>
                <a:cubicBezTo>
                  <a:pt x="866714" y="222936"/>
                  <a:pt x="857575" y="213797"/>
                  <a:pt x="857575" y="202523"/>
                </a:cubicBezTo>
                <a:cubicBezTo>
                  <a:pt x="857575" y="191250"/>
                  <a:pt x="866714" y="182110"/>
                  <a:pt x="877988" y="182110"/>
                </a:cubicBezTo>
                <a:close/>
                <a:moveTo>
                  <a:pt x="829211" y="182110"/>
                </a:moveTo>
                <a:cubicBezTo>
                  <a:pt x="840485" y="182110"/>
                  <a:pt x="849624" y="191250"/>
                  <a:pt x="849624" y="202523"/>
                </a:cubicBezTo>
                <a:cubicBezTo>
                  <a:pt x="849624" y="213797"/>
                  <a:pt x="840485" y="222936"/>
                  <a:pt x="829211" y="222936"/>
                </a:cubicBezTo>
                <a:cubicBezTo>
                  <a:pt x="817937" y="222936"/>
                  <a:pt x="808798" y="213797"/>
                  <a:pt x="808798" y="202523"/>
                </a:cubicBezTo>
                <a:cubicBezTo>
                  <a:pt x="808798" y="191250"/>
                  <a:pt x="817937" y="182110"/>
                  <a:pt x="829211" y="182110"/>
                </a:cubicBezTo>
                <a:close/>
                <a:moveTo>
                  <a:pt x="780434" y="182110"/>
                </a:moveTo>
                <a:cubicBezTo>
                  <a:pt x="791708" y="182110"/>
                  <a:pt x="800847" y="191250"/>
                  <a:pt x="800847" y="202523"/>
                </a:cubicBezTo>
                <a:cubicBezTo>
                  <a:pt x="800847" y="213797"/>
                  <a:pt x="791708" y="222936"/>
                  <a:pt x="780434" y="222936"/>
                </a:cubicBezTo>
                <a:cubicBezTo>
                  <a:pt x="769160" y="222936"/>
                  <a:pt x="760021" y="213797"/>
                  <a:pt x="760021" y="202523"/>
                </a:cubicBezTo>
                <a:cubicBezTo>
                  <a:pt x="760021" y="191250"/>
                  <a:pt x="769160" y="182110"/>
                  <a:pt x="780434" y="182110"/>
                </a:cubicBezTo>
                <a:close/>
                <a:moveTo>
                  <a:pt x="731657" y="182110"/>
                </a:moveTo>
                <a:cubicBezTo>
                  <a:pt x="742931" y="182110"/>
                  <a:pt x="752070" y="191250"/>
                  <a:pt x="752070" y="202523"/>
                </a:cubicBezTo>
                <a:cubicBezTo>
                  <a:pt x="752070" y="213797"/>
                  <a:pt x="742931" y="222936"/>
                  <a:pt x="731657" y="222936"/>
                </a:cubicBezTo>
                <a:cubicBezTo>
                  <a:pt x="720383" y="222936"/>
                  <a:pt x="711244" y="213797"/>
                  <a:pt x="711244" y="202523"/>
                </a:cubicBezTo>
                <a:cubicBezTo>
                  <a:pt x="711244" y="191250"/>
                  <a:pt x="720383" y="182110"/>
                  <a:pt x="731657" y="182110"/>
                </a:cubicBezTo>
                <a:close/>
                <a:moveTo>
                  <a:pt x="682880" y="182110"/>
                </a:moveTo>
                <a:cubicBezTo>
                  <a:pt x="694153" y="182110"/>
                  <a:pt x="703293" y="191250"/>
                  <a:pt x="703293" y="202523"/>
                </a:cubicBezTo>
                <a:cubicBezTo>
                  <a:pt x="703293" y="213797"/>
                  <a:pt x="694153" y="222936"/>
                  <a:pt x="682880" y="222936"/>
                </a:cubicBezTo>
                <a:cubicBezTo>
                  <a:pt x="671606" y="222936"/>
                  <a:pt x="662467" y="213797"/>
                  <a:pt x="662467" y="202523"/>
                </a:cubicBezTo>
                <a:cubicBezTo>
                  <a:pt x="662467" y="191250"/>
                  <a:pt x="671606" y="182110"/>
                  <a:pt x="682880" y="182110"/>
                </a:cubicBezTo>
                <a:close/>
                <a:moveTo>
                  <a:pt x="634103" y="182110"/>
                </a:moveTo>
                <a:cubicBezTo>
                  <a:pt x="645377" y="182110"/>
                  <a:pt x="654516" y="191250"/>
                  <a:pt x="654516" y="202523"/>
                </a:cubicBezTo>
                <a:cubicBezTo>
                  <a:pt x="654516" y="213797"/>
                  <a:pt x="645377" y="222936"/>
                  <a:pt x="634103" y="222936"/>
                </a:cubicBezTo>
                <a:cubicBezTo>
                  <a:pt x="622829" y="222936"/>
                  <a:pt x="613690" y="213797"/>
                  <a:pt x="613690" y="202523"/>
                </a:cubicBezTo>
                <a:cubicBezTo>
                  <a:pt x="613690" y="191250"/>
                  <a:pt x="622829" y="182110"/>
                  <a:pt x="634103" y="182110"/>
                </a:cubicBezTo>
                <a:close/>
                <a:moveTo>
                  <a:pt x="585326" y="182110"/>
                </a:moveTo>
                <a:cubicBezTo>
                  <a:pt x="596599" y="182110"/>
                  <a:pt x="605738" y="191250"/>
                  <a:pt x="605738" y="202523"/>
                </a:cubicBezTo>
                <a:cubicBezTo>
                  <a:pt x="605738" y="213797"/>
                  <a:pt x="596599" y="222936"/>
                  <a:pt x="585326" y="222936"/>
                </a:cubicBezTo>
                <a:cubicBezTo>
                  <a:pt x="574052" y="222936"/>
                  <a:pt x="564913" y="213797"/>
                  <a:pt x="564913" y="202523"/>
                </a:cubicBezTo>
                <a:cubicBezTo>
                  <a:pt x="564913" y="191250"/>
                  <a:pt x="574052" y="182110"/>
                  <a:pt x="585326" y="182110"/>
                </a:cubicBezTo>
                <a:close/>
                <a:moveTo>
                  <a:pt x="536549" y="182110"/>
                </a:moveTo>
                <a:cubicBezTo>
                  <a:pt x="547822" y="182110"/>
                  <a:pt x="556961" y="191250"/>
                  <a:pt x="556961" y="202523"/>
                </a:cubicBezTo>
                <a:cubicBezTo>
                  <a:pt x="556961" y="213797"/>
                  <a:pt x="547822" y="222936"/>
                  <a:pt x="536549" y="222936"/>
                </a:cubicBezTo>
                <a:cubicBezTo>
                  <a:pt x="525275" y="222936"/>
                  <a:pt x="516136" y="213797"/>
                  <a:pt x="516136" y="202523"/>
                </a:cubicBezTo>
                <a:cubicBezTo>
                  <a:pt x="516136" y="191250"/>
                  <a:pt x="525275" y="182110"/>
                  <a:pt x="536549" y="182110"/>
                </a:cubicBezTo>
                <a:close/>
                <a:moveTo>
                  <a:pt x="487772" y="182110"/>
                </a:moveTo>
                <a:cubicBezTo>
                  <a:pt x="499045" y="182110"/>
                  <a:pt x="508184" y="191250"/>
                  <a:pt x="508184" y="202523"/>
                </a:cubicBezTo>
                <a:cubicBezTo>
                  <a:pt x="508184" y="213797"/>
                  <a:pt x="499045" y="222936"/>
                  <a:pt x="487772" y="222936"/>
                </a:cubicBezTo>
                <a:cubicBezTo>
                  <a:pt x="476498" y="222936"/>
                  <a:pt x="467359" y="213797"/>
                  <a:pt x="467359" y="202523"/>
                </a:cubicBezTo>
                <a:cubicBezTo>
                  <a:pt x="467359" y="191250"/>
                  <a:pt x="476498" y="182110"/>
                  <a:pt x="487772" y="182110"/>
                </a:cubicBezTo>
                <a:close/>
                <a:moveTo>
                  <a:pt x="438994" y="182110"/>
                </a:moveTo>
                <a:cubicBezTo>
                  <a:pt x="450268" y="182110"/>
                  <a:pt x="459407" y="191250"/>
                  <a:pt x="459407" y="202523"/>
                </a:cubicBezTo>
                <a:cubicBezTo>
                  <a:pt x="459407" y="213797"/>
                  <a:pt x="450268" y="222936"/>
                  <a:pt x="438994" y="222936"/>
                </a:cubicBezTo>
                <a:cubicBezTo>
                  <a:pt x="427721" y="222936"/>
                  <a:pt x="418582" y="213797"/>
                  <a:pt x="418582" y="202523"/>
                </a:cubicBezTo>
                <a:cubicBezTo>
                  <a:pt x="418582" y="191250"/>
                  <a:pt x="427721" y="182110"/>
                  <a:pt x="438994" y="182110"/>
                </a:cubicBezTo>
                <a:close/>
                <a:moveTo>
                  <a:pt x="390217" y="182110"/>
                </a:moveTo>
                <a:cubicBezTo>
                  <a:pt x="401491" y="182110"/>
                  <a:pt x="410630" y="191250"/>
                  <a:pt x="410630" y="202523"/>
                </a:cubicBezTo>
                <a:cubicBezTo>
                  <a:pt x="410630" y="213797"/>
                  <a:pt x="401491" y="222936"/>
                  <a:pt x="390217" y="222936"/>
                </a:cubicBezTo>
                <a:cubicBezTo>
                  <a:pt x="378944" y="222936"/>
                  <a:pt x="369805" y="213797"/>
                  <a:pt x="369805" y="202523"/>
                </a:cubicBezTo>
                <a:cubicBezTo>
                  <a:pt x="369805" y="191250"/>
                  <a:pt x="378944" y="182110"/>
                  <a:pt x="390217" y="182110"/>
                </a:cubicBezTo>
                <a:close/>
                <a:moveTo>
                  <a:pt x="341440" y="182110"/>
                </a:moveTo>
                <a:cubicBezTo>
                  <a:pt x="352714" y="182110"/>
                  <a:pt x="361853" y="191250"/>
                  <a:pt x="361853" y="202523"/>
                </a:cubicBezTo>
                <a:cubicBezTo>
                  <a:pt x="361853" y="213797"/>
                  <a:pt x="352714" y="222936"/>
                  <a:pt x="341440" y="222936"/>
                </a:cubicBezTo>
                <a:cubicBezTo>
                  <a:pt x="330166" y="222936"/>
                  <a:pt x="321028" y="213797"/>
                  <a:pt x="321028" y="202523"/>
                </a:cubicBezTo>
                <a:cubicBezTo>
                  <a:pt x="321028" y="191250"/>
                  <a:pt x="330166" y="182110"/>
                  <a:pt x="341440" y="182110"/>
                </a:cubicBezTo>
                <a:close/>
                <a:moveTo>
                  <a:pt x="292663" y="182110"/>
                </a:moveTo>
                <a:cubicBezTo>
                  <a:pt x="303937" y="182110"/>
                  <a:pt x="313076" y="191250"/>
                  <a:pt x="313076" y="202523"/>
                </a:cubicBezTo>
                <a:cubicBezTo>
                  <a:pt x="313076" y="213797"/>
                  <a:pt x="303937" y="222936"/>
                  <a:pt x="292663" y="222936"/>
                </a:cubicBezTo>
                <a:cubicBezTo>
                  <a:pt x="281389" y="222936"/>
                  <a:pt x="272251" y="213797"/>
                  <a:pt x="272251" y="202523"/>
                </a:cubicBezTo>
                <a:cubicBezTo>
                  <a:pt x="272251" y="191250"/>
                  <a:pt x="281389" y="182110"/>
                  <a:pt x="292663" y="182110"/>
                </a:cubicBezTo>
                <a:close/>
                <a:moveTo>
                  <a:pt x="243886" y="182110"/>
                </a:moveTo>
                <a:cubicBezTo>
                  <a:pt x="255160" y="182110"/>
                  <a:pt x="264299" y="191250"/>
                  <a:pt x="264299" y="202523"/>
                </a:cubicBezTo>
                <a:cubicBezTo>
                  <a:pt x="264299" y="213797"/>
                  <a:pt x="255160" y="222936"/>
                  <a:pt x="243886" y="222936"/>
                </a:cubicBezTo>
                <a:cubicBezTo>
                  <a:pt x="232612" y="222936"/>
                  <a:pt x="223473" y="213797"/>
                  <a:pt x="223473" y="202523"/>
                </a:cubicBezTo>
                <a:cubicBezTo>
                  <a:pt x="223473" y="191250"/>
                  <a:pt x="232612" y="182110"/>
                  <a:pt x="243886" y="182110"/>
                </a:cubicBezTo>
                <a:close/>
                <a:moveTo>
                  <a:pt x="195109" y="182110"/>
                </a:moveTo>
                <a:cubicBezTo>
                  <a:pt x="206383" y="182110"/>
                  <a:pt x="215522" y="191250"/>
                  <a:pt x="215522" y="202523"/>
                </a:cubicBezTo>
                <a:cubicBezTo>
                  <a:pt x="215522" y="213797"/>
                  <a:pt x="206383" y="222936"/>
                  <a:pt x="195109" y="222936"/>
                </a:cubicBezTo>
                <a:cubicBezTo>
                  <a:pt x="183835" y="222936"/>
                  <a:pt x="174696" y="213797"/>
                  <a:pt x="174696" y="202523"/>
                </a:cubicBezTo>
                <a:cubicBezTo>
                  <a:pt x="174696" y="191250"/>
                  <a:pt x="183835" y="182110"/>
                  <a:pt x="195109" y="182110"/>
                </a:cubicBezTo>
                <a:close/>
                <a:moveTo>
                  <a:pt x="146332" y="182110"/>
                </a:moveTo>
                <a:cubicBezTo>
                  <a:pt x="157606" y="182110"/>
                  <a:pt x="166745" y="191250"/>
                  <a:pt x="166745" y="202523"/>
                </a:cubicBezTo>
                <a:cubicBezTo>
                  <a:pt x="166745" y="213797"/>
                  <a:pt x="157606" y="222936"/>
                  <a:pt x="146332" y="222936"/>
                </a:cubicBezTo>
                <a:cubicBezTo>
                  <a:pt x="135058" y="222936"/>
                  <a:pt x="125919" y="213797"/>
                  <a:pt x="125919" y="202523"/>
                </a:cubicBezTo>
                <a:cubicBezTo>
                  <a:pt x="125919" y="191250"/>
                  <a:pt x="135058" y="182110"/>
                  <a:pt x="146332" y="182110"/>
                </a:cubicBezTo>
                <a:close/>
                <a:moveTo>
                  <a:pt x="97555" y="182110"/>
                </a:moveTo>
                <a:cubicBezTo>
                  <a:pt x="108829" y="182110"/>
                  <a:pt x="117968" y="191250"/>
                  <a:pt x="117968" y="202523"/>
                </a:cubicBezTo>
                <a:cubicBezTo>
                  <a:pt x="117968" y="213797"/>
                  <a:pt x="108829" y="222936"/>
                  <a:pt x="97555" y="222936"/>
                </a:cubicBezTo>
                <a:cubicBezTo>
                  <a:pt x="86281" y="222936"/>
                  <a:pt x="77142" y="213797"/>
                  <a:pt x="77142" y="202523"/>
                </a:cubicBezTo>
                <a:cubicBezTo>
                  <a:pt x="77142" y="191250"/>
                  <a:pt x="86281" y="182110"/>
                  <a:pt x="97555" y="182110"/>
                </a:cubicBezTo>
                <a:close/>
                <a:moveTo>
                  <a:pt x="48778" y="182110"/>
                </a:moveTo>
                <a:cubicBezTo>
                  <a:pt x="60052" y="182110"/>
                  <a:pt x="69191" y="191250"/>
                  <a:pt x="69191" y="202523"/>
                </a:cubicBezTo>
                <a:cubicBezTo>
                  <a:pt x="69191" y="213797"/>
                  <a:pt x="60052" y="222936"/>
                  <a:pt x="48778" y="222936"/>
                </a:cubicBezTo>
                <a:cubicBezTo>
                  <a:pt x="37504" y="222936"/>
                  <a:pt x="28365" y="213797"/>
                  <a:pt x="28365" y="202523"/>
                </a:cubicBezTo>
                <a:cubicBezTo>
                  <a:pt x="28365" y="191250"/>
                  <a:pt x="37504" y="182110"/>
                  <a:pt x="48778" y="182110"/>
                </a:cubicBezTo>
                <a:close/>
                <a:moveTo>
                  <a:pt x="2" y="182110"/>
                </a:moveTo>
                <a:cubicBezTo>
                  <a:pt x="11275" y="182110"/>
                  <a:pt x="20414" y="191250"/>
                  <a:pt x="20414" y="202523"/>
                </a:cubicBezTo>
                <a:cubicBezTo>
                  <a:pt x="20414" y="213797"/>
                  <a:pt x="11275" y="222936"/>
                  <a:pt x="2" y="222936"/>
                </a:cubicBezTo>
                <a:lnTo>
                  <a:pt x="0" y="222935"/>
                </a:lnTo>
                <a:lnTo>
                  <a:pt x="0" y="182111"/>
                </a:lnTo>
                <a:close/>
                <a:moveTo>
                  <a:pt x="975542" y="128024"/>
                </a:moveTo>
                <a:cubicBezTo>
                  <a:pt x="986816" y="128024"/>
                  <a:pt x="995955" y="137163"/>
                  <a:pt x="995955" y="148437"/>
                </a:cubicBezTo>
                <a:cubicBezTo>
                  <a:pt x="995955" y="159711"/>
                  <a:pt x="986816" y="168850"/>
                  <a:pt x="975542" y="168850"/>
                </a:cubicBezTo>
                <a:cubicBezTo>
                  <a:pt x="964268" y="168850"/>
                  <a:pt x="955129" y="159711"/>
                  <a:pt x="955129" y="148437"/>
                </a:cubicBezTo>
                <a:cubicBezTo>
                  <a:pt x="955129" y="137163"/>
                  <a:pt x="964268" y="128024"/>
                  <a:pt x="975542" y="128024"/>
                </a:cubicBezTo>
                <a:close/>
                <a:moveTo>
                  <a:pt x="926765" y="128024"/>
                </a:moveTo>
                <a:cubicBezTo>
                  <a:pt x="938039" y="128024"/>
                  <a:pt x="947178" y="137163"/>
                  <a:pt x="947178" y="148437"/>
                </a:cubicBezTo>
                <a:cubicBezTo>
                  <a:pt x="947178" y="159711"/>
                  <a:pt x="938039" y="168850"/>
                  <a:pt x="926765" y="168850"/>
                </a:cubicBezTo>
                <a:cubicBezTo>
                  <a:pt x="915491" y="168850"/>
                  <a:pt x="906352" y="159711"/>
                  <a:pt x="906352" y="148437"/>
                </a:cubicBezTo>
                <a:cubicBezTo>
                  <a:pt x="906352" y="137163"/>
                  <a:pt x="915491" y="128024"/>
                  <a:pt x="926765" y="128024"/>
                </a:cubicBezTo>
                <a:close/>
                <a:moveTo>
                  <a:pt x="877988" y="128024"/>
                </a:moveTo>
                <a:cubicBezTo>
                  <a:pt x="889262" y="128024"/>
                  <a:pt x="898401" y="137163"/>
                  <a:pt x="898401" y="148437"/>
                </a:cubicBezTo>
                <a:cubicBezTo>
                  <a:pt x="898401" y="159711"/>
                  <a:pt x="889262" y="168850"/>
                  <a:pt x="877988" y="168850"/>
                </a:cubicBezTo>
                <a:cubicBezTo>
                  <a:pt x="866714" y="168850"/>
                  <a:pt x="857575" y="159711"/>
                  <a:pt x="857575" y="148437"/>
                </a:cubicBezTo>
                <a:cubicBezTo>
                  <a:pt x="857575" y="137163"/>
                  <a:pt x="866714" y="128024"/>
                  <a:pt x="877988" y="128024"/>
                </a:cubicBezTo>
                <a:close/>
                <a:moveTo>
                  <a:pt x="829211" y="128024"/>
                </a:moveTo>
                <a:cubicBezTo>
                  <a:pt x="840485" y="128024"/>
                  <a:pt x="849624" y="137163"/>
                  <a:pt x="849624" y="148437"/>
                </a:cubicBezTo>
                <a:cubicBezTo>
                  <a:pt x="849624" y="159711"/>
                  <a:pt x="840485" y="168850"/>
                  <a:pt x="829211" y="168850"/>
                </a:cubicBezTo>
                <a:cubicBezTo>
                  <a:pt x="817937" y="168850"/>
                  <a:pt x="808798" y="159711"/>
                  <a:pt x="808798" y="148437"/>
                </a:cubicBezTo>
                <a:cubicBezTo>
                  <a:pt x="808798" y="137163"/>
                  <a:pt x="817937" y="128024"/>
                  <a:pt x="829211" y="128024"/>
                </a:cubicBezTo>
                <a:close/>
                <a:moveTo>
                  <a:pt x="780434" y="128024"/>
                </a:moveTo>
                <a:cubicBezTo>
                  <a:pt x="791708" y="128024"/>
                  <a:pt x="800847" y="137163"/>
                  <a:pt x="800847" y="148437"/>
                </a:cubicBezTo>
                <a:cubicBezTo>
                  <a:pt x="800847" y="159711"/>
                  <a:pt x="791708" y="168850"/>
                  <a:pt x="780434" y="168850"/>
                </a:cubicBezTo>
                <a:cubicBezTo>
                  <a:pt x="769160" y="168850"/>
                  <a:pt x="760021" y="159711"/>
                  <a:pt x="760021" y="148437"/>
                </a:cubicBezTo>
                <a:cubicBezTo>
                  <a:pt x="760021" y="137163"/>
                  <a:pt x="769160" y="128024"/>
                  <a:pt x="780434" y="128024"/>
                </a:cubicBezTo>
                <a:close/>
                <a:moveTo>
                  <a:pt x="731657" y="128024"/>
                </a:moveTo>
                <a:cubicBezTo>
                  <a:pt x="742931" y="128024"/>
                  <a:pt x="752070" y="137163"/>
                  <a:pt x="752070" y="148437"/>
                </a:cubicBezTo>
                <a:cubicBezTo>
                  <a:pt x="752070" y="159711"/>
                  <a:pt x="742931" y="168850"/>
                  <a:pt x="731657" y="168850"/>
                </a:cubicBezTo>
                <a:cubicBezTo>
                  <a:pt x="720383" y="168850"/>
                  <a:pt x="711244" y="159711"/>
                  <a:pt x="711244" y="148437"/>
                </a:cubicBezTo>
                <a:cubicBezTo>
                  <a:pt x="711244" y="137163"/>
                  <a:pt x="720383" y="128024"/>
                  <a:pt x="731657" y="128024"/>
                </a:cubicBezTo>
                <a:close/>
                <a:moveTo>
                  <a:pt x="682880" y="128024"/>
                </a:moveTo>
                <a:cubicBezTo>
                  <a:pt x="694153" y="128024"/>
                  <a:pt x="703293" y="137163"/>
                  <a:pt x="703293" y="148437"/>
                </a:cubicBezTo>
                <a:cubicBezTo>
                  <a:pt x="703293" y="159711"/>
                  <a:pt x="694153" y="168850"/>
                  <a:pt x="682880" y="168850"/>
                </a:cubicBezTo>
                <a:cubicBezTo>
                  <a:pt x="671606" y="168850"/>
                  <a:pt x="662467" y="159711"/>
                  <a:pt x="662467" y="148437"/>
                </a:cubicBezTo>
                <a:cubicBezTo>
                  <a:pt x="662467" y="137163"/>
                  <a:pt x="671606" y="128024"/>
                  <a:pt x="682880" y="128024"/>
                </a:cubicBezTo>
                <a:close/>
                <a:moveTo>
                  <a:pt x="634103" y="128024"/>
                </a:moveTo>
                <a:cubicBezTo>
                  <a:pt x="645377" y="128024"/>
                  <a:pt x="654516" y="137163"/>
                  <a:pt x="654516" y="148437"/>
                </a:cubicBezTo>
                <a:cubicBezTo>
                  <a:pt x="654516" y="159711"/>
                  <a:pt x="645377" y="168850"/>
                  <a:pt x="634103" y="168850"/>
                </a:cubicBezTo>
                <a:cubicBezTo>
                  <a:pt x="622829" y="168850"/>
                  <a:pt x="613690" y="159711"/>
                  <a:pt x="613690" y="148437"/>
                </a:cubicBezTo>
                <a:cubicBezTo>
                  <a:pt x="613690" y="137163"/>
                  <a:pt x="622829" y="128024"/>
                  <a:pt x="634103" y="128024"/>
                </a:cubicBezTo>
                <a:close/>
                <a:moveTo>
                  <a:pt x="585326" y="128024"/>
                </a:moveTo>
                <a:cubicBezTo>
                  <a:pt x="596599" y="128024"/>
                  <a:pt x="605738" y="137163"/>
                  <a:pt x="605738" y="148437"/>
                </a:cubicBezTo>
                <a:cubicBezTo>
                  <a:pt x="605738" y="159711"/>
                  <a:pt x="596599" y="168850"/>
                  <a:pt x="585326" y="168850"/>
                </a:cubicBezTo>
                <a:cubicBezTo>
                  <a:pt x="574052" y="168850"/>
                  <a:pt x="564913" y="159711"/>
                  <a:pt x="564913" y="148437"/>
                </a:cubicBezTo>
                <a:cubicBezTo>
                  <a:pt x="564913" y="137163"/>
                  <a:pt x="574052" y="128024"/>
                  <a:pt x="585326" y="128024"/>
                </a:cubicBezTo>
                <a:close/>
                <a:moveTo>
                  <a:pt x="536549" y="128024"/>
                </a:moveTo>
                <a:cubicBezTo>
                  <a:pt x="547822" y="128024"/>
                  <a:pt x="556961" y="137163"/>
                  <a:pt x="556961" y="148437"/>
                </a:cubicBezTo>
                <a:cubicBezTo>
                  <a:pt x="556961" y="159711"/>
                  <a:pt x="547822" y="168850"/>
                  <a:pt x="536549" y="168850"/>
                </a:cubicBezTo>
                <a:cubicBezTo>
                  <a:pt x="525275" y="168850"/>
                  <a:pt x="516136" y="159711"/>
                  <a:pt x="516136" y="148437"/>
                </a:cubicBezTo>
                <a:cubicBezTo>
                  <a:pt x="516136" y="137163"/>
                  <a:pt x="525275" y="128024"/>
                  <a:pt x="536549" y="128024"/>
                </a:cubicBezTo>
                <a:close/>
                <a:moveTo>
                  <a:pt x="487772" y="128024"/>
                </a:moveTo>
                <a:cubicBezTo>
                  <a:pt x="499045" y="128024"/>
                  <a:pt x="508184" y="137163"/>
                  <a:pt x="508184" y="148437"/>
                </a:cubicBezTo>
                <a:cubicBezTo>
                  <a:pt x="508184" y="159711"/>
                  <a:pt x="499045" y="168850"/>
                  <a:pt x="487772" y="168850"/>
                </a:cubicBezTo>
                <a:cubicBezTo>
                  <a:pt x="476498" y="168850"/>
                  <a:pt x="467359" y="159711"/>
                  <a:pt x="467359" y="148437"/>
                </a:cubicBezTo>
                <a:cubicBezTo>
                  <a:pt x="467359" y="137163"/>
                  <a:pt x="476498" y="128024"/>
                  <a:pt x="487772" y="128024"/>
                </a:cubicBezTo>
                <a:close/>
                <a:moveTo>
                  <a:pt x="438994" y="128024"/>
                </a:moveTo>
                <a:cubicBezTo>
                  <a:pt x="450268" y="128024"/>
                  <a:pt x="459407" y="137163"/>
                  <a:pt x="459407" y="148437"/>
                </a:cubicBezTo>
                <a:cubicBezTo>
                  <a:pt x="459407" y="159711"/>
                  <a:pt x="450268" y="168850"/>
                  <a:pt x="438994" y="168850"/>
                </a:cubicBezTo>
                <a:cubicBezTo>
                  <a:pt x="427721" y="168850"/>
                  <a:pt x="418582" y="159711"/>
                  <a:pt x="418582" y="148437"/>
                </a:cubicBezTo>
                <a:cubicBezTo>
                  <a:pt x="418582" y="137163"/>
                  <a:pt x="427721" y="128024"/>
                  <a:pt x="438994" y="128024"/>
                </a:cubicBezTo>
                <a:close/>
                <a:moveTo>
                  <a:pt x="390217" y="128024"/>
                </a:moveTo>
                <a:cubicBezTo>
                  <a:pt x="401491" y="128024"/>
                  <a:pt x="410630" y="137163"/>
                  <a:pt x="410630" y="148437"/>
                </a:cubicBezTo>
                <a:cubicBezTo>
                  <a:pt x="410630" y="159711"/>
                  <a:pt x="401491" y="168850"/>
                  <a:pt x="390217" y="168850"/>
                </a:cubicBezTo>
                <a:cubicBezTo>
                  <a:pt x="378944" y="168850"/>
                  <a:pt x="369805" y="159711"/>
                  <a:pt x="369805" y="148437"/>
                </a:cubicBezTo>
                <a:cubicBezTo>
                  <a:pt x="369805" y="137163"/>
                  <a:pt x="378944" y="128024"/>
                  <a:pt x="390217" y="128024"/>
                </a:cubicBezTo>
                <a:close/>
                <a:moveTo>
                  <a:pt x="341440" y="128024"/>
                </a:moveTo>
                <a:cubicBezTo>
                  <a:pt x="352714" y="128024"/>
                  <a:pt x="361853" y="137163"/>
                  <a:pt x="361853" y="148437"/>
                </a:cubicBezTo>
                <a:cubicBezTo>
                  <a:pt x="361853" y="159711"/>
                  <a:pt x="352714" y="168850"/>
                  <a:pt x="341440" y="168850"/>
                </a:cubicBezTo>
                <a:cubicBezTo>
                  <a:pt x="330166" y="168850"/>
                  <a:pt x="321028" y="159711"/>
                  <a:pt x="321028" y="148437"/>
                </a:cubicBezTo>
                <a:cubicBezTo>
                  <a:pt x="321028" y="137163"/>
                  <a:pt x="330166" y="128024"/>
                  <a:pt x="341440" y="128024"/>
                </a:cubicBezTo>
                <a:close/>
                <a:moveTo>
                  <a:pt x="292663" y="128024"/>
                </a:moveTo>
                <a:cubicBezTo>
                  <a:pt x="303937" y="128024"/>
                  <a:pt x="313076" y="137163"/>
                  <a:pt x="313076" y="148437"/>
                </a:cubicBezTo>
                <a:cubicBezTo>
                  <a:pt x="313076" y="159711"/>
                  <a:pt x="303937" y="168850"/>
                  <a:pt x="292663" y="168850"/>
                </a:cubicBezTo>
                <a:cubicBezTo>
                  <a:pt x="281389" y="168850"/>
                  <a:pt x="272251" y="159711"/>
                  <a:pt x="272251" y="148437"/>
                </a:cubicBezTo>
                <a:cubicBezTo>
                  <a:pt x="272251" y="137163"/>
                  <a:pt x="281389" y="128024"/>
                  <a:pt x="292663" y="128024"/>
                </a:cubicBezTo>
                <a:close/>
                <a:moveTo>
                  <a:pt x="243886" y="128024"/>
                </a:moveTo>
                <a:cubicBezTo>
                  <a:pt x="255160" y="128024"/>
                  <a:pt x="264299" y="137163"/>
                  <a:pt x="264299" y="148437"/>
                </a:cubicBezTo>
                <a:cubicBezTo>
                  <a:pt x="264299" y="159711"/>
                  <a:pt x="255160" y="168850"/>
                  <a:pt x="243886" y="168850"/>
                </a:cubicBezTo>
                <a:cubicBezTo>
                  <a:pt x="232612" y="168850"/>
                  <a:pt x="223473" y="159711"/>
                  <a:pt x="223473" y="148437"/>
                </a:cubicBezTo>
                <a:cubicBezTo>
                  <a:pt x="223473" y="137163"/>
                  <a:pt x="232612" y="128024"/>
                  <a:pt x="243886" y="128024"/>
                </a:cubicBezTo>
                <a:close/>
                <a:moveTo>
                  <a:pt x="195109" y="128024"/>
                </a:moveTo>
                <a:cubicBezTo>
                  <a:pt x="206383" y="128024"/>
                  <a:pt x="215522" y="137163"/>
                  <a:pt x="215522" y="148437"/>
                </a:cubicBezTo>
                <a:cubicBezTo>
                  <a:pt x="215522" y="159711"/>
                  <a:pt x="206383" y="168850"/>
                  <a:pt x="195109" y="168850"/>
                </a:cubicBezTo>
                <a:cubicBezTo>
                  <a:pt x="183835" y="168850"/>
                  <a:pt x="174696" y="159711"/>
                  <a:pt x="174696" y="148437"/>
                </a:cubicBezTo>
                <a:cubicBezTo>
                  <a:pt x="174696" y="137163"/>
                  <a:pt x="183835" y="128024"/>
                  <a:pt x="195109" y="128024"/>
                </a:cubicBezTo>
                <a:close/>
                <a:moveTo>
                  <a:pt x="146332" y="128024"/>
                </a:moveTo>
                <a:cubicBezTo>
                  <a:pt x="157606" y="128024"/>
                  <a:pt x="166745" y="137163"/>
                  <a:pt x="166745" y="148437"/>
                </a:cubicBezTo>
                <a:cubicBezTo>
                  <a:pt x="166745" y="159711"/>
                  <a:pt x="157606" y="168850"/>
                  <a:pt x="146332" y="168850"/>
                </a:cubicBezTo>
                <a:cubicBezTo>
                  <a:pt x="135058" y="168850"/>
                  <a:pt x="125919" y="159711"/>
                  <a:pt x="125919" y="148437"/>
                </a:cubicBezTo>
                <a:cubicBezTo>
                  <a:pt x="125919" y="137163"/>
                  <a:pt x="135058" y="128024"/>
                  <a:pt x="146332" y="128024"/>
                </a:cubicBezTo>
                <a:close/>
                <a:moveTo>
                  <a:pt x="97555" y="128024"/>
                </a:moveTo>
                <a:cubicBezTo>
                  <a:pt x="108829" y="128024"/>
                  <a:pt x="117968" y="137163"/>
                  <a:pt x="117968" y="148437"/>
                </a:cubicBezTo>
                <a:cubicBezTo>
                  <a:pt x="117968" y="159711"/>
                  <a:pt x="108829" y="168850"/>
                  <a:pt x="97555" y="168850"/>
                </a:cubicBezTo>
                <a:cubicBezTo>
                  <a:pt x="86281" y="168850"/>
                  <a:pt x="77142" y="159711"/>
                  <a:pt x="77142" y="148437"/>
                </a:cubicBezTo>
                <a:cubicBezTo>
                  <a:pt x="77142" y="137163"/>
                  <a:pt x="86281" y="128024"/>
                  <a:pt x="97555" y="128024"/>
                </a:cubicBezTo>
                <a:close/>
                <a:moveTo>
                  <a:pt x="48778" y="128024"/>
                </a:moveTo>
                <a:cubicBezTo>
                  <a:pt x="60052" y="128024"/>
                  <a:pt x="69191" y="137163"/>
                  <a:pt x="69191" y="148437"/>
                </a:cubicBezTo>
                <a:cubicBezTo>
                  <a:pt x="69191" y="159711"/>
                  <a:pt x="60052" y="168850"/>
                  <a:pt x="48778" y="168850"/>
                </a:cubicBezTo>
                <a:cubicBezTo>
                  <a:pt x="37504" y="168850"/>
                  <a:pt x="28365" y="159711"/>
                  <a:pt x="28365" y="148437"/>
                </a:cubicBezTo>
                <a:cubicBezTo>
                  <a:pt x="28365" y="137163"/>
                  <a:pt x="37504" y="128024"/>
                  <a:pt x="48778" y="128024"/>
                </a:cubicBezTo>
                <a:close/>
                <a:moveTo>
                  <a:pt x="2" y="128024"/>
                </a:moveTo>
                <a:cubicBezTo>
                  <a:pt x="11275" y="128024"/>
                  <a:pt x="20414" y="137163"/>
                  <a:pt x="20414" y="148437"/>
                </a:cubicBezTo>
                <a:cubicBezTo>
                  <a:pt x="20414" y="159711"/>
                  <a:pt x="11275" y="168850"/>
                  <a:pt x="2" y="168850"/>
                </a:cubicBezTo>
                <a:lnTo>
                  <a:pt x="0" y="168849"/>
                </a:lnTo>
                <a:lnTo>
                  <a:pt x="0" y="128025"/>
                </a:lnTo>
                <a:close/>
                <a:moveTo>
                  <a:pt x="1006915" y="87087"/>
                </a:moveTo>
                <a:lnTo>
                  <a:pt x="1006262" y="100037"/>
                </a:lnTo>
                <a:lnTo>
                  <a:pt x="1003906" y="94351"/>
                </a:lnTo>
                <a:close/>
                <a:moveTo>
                  <a:pt x="975542" y="73938"/>
                </a:moveTo>
                <a:cubicBezTo>
                  <a:pt x="986816" y="73938"/>
                  <a:pt x="995955" y="83077"/>
                  <a:pt x="995955" y="94351"/>
                </a:cubicBezTo>
                <a:cubicBezTo>
                  <a:pt x="995955" y="105625"/>
                  <a:pt x="986816" y="114764"/>
                  <a:pt x="975542" y="114764"/>
                </a:cubicBezTo>
                <a:cubicBezTo>
                  <a:pt x="964268" y="114764"/>
                  <a:pt x="955129" y="105625"/>
                  <a:pt x="955129" y="94351"/>
                </a:cubicBezTo>
                <a:cubicBezTo>
                  <a:pt x="955129" y="83077"/>
                  <a:pt x="964268" y="73938"/>
                  <a:pt x="975542" y="73938"/>
                </a:cubicBezTo>
                <a:close/>
                <a:moveTo>
                  <a:pt x="926765" y="73938"/>
                </a:moveTo>
                <a:cubicBezTo>
                  <a:pt x="938039" y="73938"/>
                  <a:pt x="947178" y="83077"/>
                  <a:pt x="947178" y="94351"/>
                </a:cubicBezTo>
                <a:cubicBezTo>
                  <a:pt x="947178" y="105625"/>
                  <a:pt x="938039" y="114764"/>
                  <a:pt x="926765" y="114764"/>
                </a:cubicBezTo>
                <a:cubicBezTo>
                  <a:pt x="915491" y="114764"/>
                  <a:pt x="906352" y="105625"/>
                  <a:pt x="906352" y="94351"/>
                </a:cubicBezTo>
                <a:cubicBezTo>
                  <a:pt x="906352" y="83077"/>
                  <a:pt x="915491" y="73938"/>
                  <a:pt x="926765" y="73938"/>
                </a:cubicBezTo>
                <a:close/>
                <a:moveTo>
                  <a:pt x="877988" y="73938"/>
                </a:moveTo>
                <a:cubicBezTo>
                  <a:pt x="889262" y="73938"/>
                  <a:pt x="898401" y="83077"/>
                  <a:pt x="898401" y="94351"/>
                </a:cubicBezTo>
                <a:cubicBezTo>
                  <a:pt x="898401" y="105625"/>
                  <a:pt x="889262" y="114764"/>
                  <a:pt x="877988" y="114764"/>
                </a:cubicBezTo>
                <a:cubicBezTo>
                  <a:pt x="866714" y="114764"/>
                  <a:pt x="857575" y="105625"/>
                  <a:pt x="857575" y="94351"/>
                </a:cubicBezTo>
                <a:cubicBezTo>
                  <a:pt x="857575" y="83077"/>
                  <a:pt x="866714" y="73938"/>
                  <a:pt x="877988" y="73938"/>
                </a:cubicBezTo>
                <a:close/>
                <a:moveTo>
                  <a:pt x="829211" y="73938"/>
                </a:moveTo>
                <a:cubicBezTo>
                  <a:pt x="840485" y="73938"/>
                  <a:pt x="849624" y="83077"/>
                  <a:pt x="849624" y="94351"/>
                </a:cubicBezTo>
                <a:cubicBezTo>
                  <a:pt x="849624" y="105625"/>
                  <a:pt x="840485" y="114764"/>
                  <a:pt x="829211" y="114764"/>
                </a:cubicBezTo>
                <a:cubicBezTo>
                  <a:pt x="817937" y="114764"/>
                  <a:pt x="808798" y="105625"/>
                  <a:pt x="808798" y="94351"/>
                </a:cubicBezTo>
                <a:cubicBezTo>
                  <a:pt x="808798" y="83077"/>
                  <a:pt x="817937" y="73938"/>
                  <a:pt x="829211" y="73938"/>
                </a:cubicBezTo>
                <a:close/>
                <a:moveTo>
                  <a:pt x="780434" y="73938"/>
                </a:moveTo>
                <a:cubicBezTo>
                  <a:pt x="791708" y="73938"/>
                  <a:pt x="800847" y="83077"/>
                  <a:pt x="800847" y="94351"/>
                </a:cubicBezTo>
                <a:cubicBezTo>
                  <a:pt x="800847" y="105625"/>
                  <a:pt x="791708" y="114764"/>
                  <a:pt x="780434" y="114764"/>
                </a:cubicBezTo>
                <a:cubicBezTo>
                  <a:pt x="769160" y="114764"/>
                  <a:pt x="760021" y="105625"/>
                  <a:pt x="760021" y="94351"/>
                </a:cubicBezTo>
                <a:cubicBezTo>
                  <a:pt x="760021" y="83077"/>
                  <a:pt x="769160" y="73938"/>
                  <a:pt x="780434" y="73938"/>
                </a:cubicBezTo>
                <a:close/>
                <a:moveTo>
                  <a:pt x="731657" y="73938"/>
                </a:moveTo>
                <a:cubicBezTo>
                  <a:pt x="742931" y="73938"/>
                  <a:pt x="752070" y="83077"/>
                  <a:pt x="752070" y="94351"/>
                </a:cubicBezTo>
                <a:cubicBezTo>
                  <a:pt x="752070" y="105625"/>
                  <a:pt x="742931" y="114764"/>
                  <a:pt x="731657" y="114764"/>
                </a:cubicBezTo>
                <a:cubicBezTo>
                  <a:pt x="720383" y="114764"/>
                  <a:pt x="711244" y="105625"/>
                  <a:pt x="711244" y="94351"/>
                </a:cubicBezTo>
                <a:cubicBezTo>
                  <a:pt x="711244" y="83077"/>
                  <a:pt x="720383" y="73938"/>
                  <a:pt x="731657" y="73938"/>
                </a:cubicBezTo>
                <a:close/>
                <a:moveTo>
                  <a:pt x="682880" y="73938"/>
                </a:moveTo>
                <a:cubicBezTo>
                  <a:pt x="694153" y="73938"/>
                  <a:pt x="703293" y="83077"/>
                  <a:pt x="703293" y="94351"/>
                </a:cubicBezTo>
                <a:cubicBezTo>
                  <a:pt x="703293" y="105625"/>
                  <a:pt x="694153" y="114764"/>
                  <a:pt x="682880" y="114764"/>
                </a:cubicBezTo>
                <a:cubicBezTo>
                  <a:pt x="671606" y="114764"/>
                  <a:pt x="662467" y="105625"/>
                  <a:pt x="662467" y="94351"/>
                </a:cubicBezTo>
                <a:cubicBezTo>
                  <a:pt x="662467" y="83077"/>
                  <a:pt x="671606" y="73938"/>
                  <a:pt x="682880" y="73938"/>
                </a:cubicBezTo>
                <a:close/>
                <a:moveTo>
                  <a:pt x="634103" y="73938"/>
                </a:moveTo>
                <a:cubicBezTo>
                  <a:pt x="645377" y="73938"/>
                  <a:pt x="654516" y="83077"/>
                  <a:pt x="654516" y="94351"/>
                </a:cubicBezTo>
                <a:cubicBezTo>
                  <a:pt x="654516" y="105625"/>
                  <a:pt x="645377" y="114764"/>
                  <a:pt x="634103" y="114764"/>
                </a:cubicBezTo>
                <a:cubicBezTo>
                  <a:pt x="622829" y="114764"/>
                  <a:pt x="613690" y="105625"/>
                  <a:pt x="613690" y="94351"/>
                </a:cubicBezTo>
                <a:cubicBezTo>
                  <a:pt x="613690" y="83077"/>
                  <a:pt x="622829" y="73938"/>
                  <a:pt x="634103" y="73938"/>
                </a:cubicBezTo>
                <a:close/>
                <a:moveTo>
                  <a:pt x="585326" y="73938"/>
                </a:moveTo>
                <a:cubicBezTo>
                  <a:pt x="596599" y="73938"/>
                  <a:pt x="605738" y="83077"/>
                  <a:pt x="605738" y="94351"/>
                </a:cubicBezTo>
                <a:cubicBezTo>
                  <a:pt x="605738" y="105625"/>
                  <a:pt x="596599" y="114764"/>
                  <a:pt x="585326" y="114764"/>
                </a:cubicBezTo>
                <a:cubicBezTo>
                  <a:pt x="574052" y="114764"/>
                  <a:pt x="564913" y="105625"/>
                  <a:pt x="564913" y="94351"/>
                </a:cubicBezTo>
                <a:cubicBezTo>
                  <a:pt x="564913" y="83077"/>
                  <a:pt x="574052" y="73938"/>
                  <a:pt x="585326" y="73938"/>
                </a:cubicBezTo>
                <a:close/>
                <a:moveTo>
                  <a:pt x="536549" y="73938"/>
                </a:moveTo>
                <a:cubicBezTo>
                  <a:pt x="547822" y="73938"/>
                  <a:pt x="556961" y="83077"/>
                  <a:pt x="556961" y="94351"/>
                </a:cubicBezTo>
                <a:cubicBezTo>
                  <a:pt x="556961" y="105625"/>
                  <a:pt x="547822" y="114764"/>
                  <a:pt x="536549" y="114764"/>
                </a:cubicBezTo>
                <a:cubicBezTo>
                  <a:pt x="525275" y="114764"/>
                  <a:pt x="516136" y="105625"/>
                  <a:pt x="516136" y="94351"/>
                </a:cubicBezTo>
                <a:cubicBezTo>
                  <a:pt x="516136" y="83077"/>
                  <a:pt x="525275" y="73938"/>
                  <a:pt x="536549" y="73938"/>
                </a:cubicBezTo>
                <a:close/>
                <a:moveTo>
                  <a:pt x="487772" y="73938"/>
                </a:moveTo>
                <a:cubicBezTo>
                  <a:pt x="499045" y="73938"/>
                  <a:pt x="508184" y="83077"/>
                  <a:pt x="508184" y="94351"/>
                </a:cubicBezTo>
                <a:cubicBezTo>
                  <a:pt x="508184" y="105625"/>
                  <a:pt x="499045" y="114764"/>
                  <a:pt x="487772" y="114764"/>
                </a:cubicBezTo>
                <a:cubicBezTo>
                  <a:pt x="476498" y="114764"/>
                  <a:pt x="467359" y="105625"/>
                  <a:pt x="467359" y="94351"/>
                </a:cubicBezTo>
                <a:cubicBezTo>
                  <a:pt x="467359" y="83077"/>
                  <a:pt x="476498" y="73938"/>
                  <a:pt x="487772" y="73938"/>
                </a:cubicBezTo>
                <a:close/>
                <a:moveTo>
                  <a:pt x="438994" y="73938"/>
                </a:moveTo>
                <a:cubicBezTo>
                  <a:pt x="450268" y="73938"/>
                  <a:pt x="459407" y="83077"/>
                  <a:pt x="459407" y="94351"/>
                </a:cubicBezTo>
                <a:cubicBezTo>
                  <a:pt x="459407" y="105625"/>
                  <a:pt x="450268" y="114764"/>
                  <a:pt x="438994" y="114764"/>
                </a:cubicBezTo>
                <a:cubicBezTo>
                  <a:pt x="427721" y="114764"/>
                  <a:pt x="418582" y="105625"/>
                  <a:pt x="418582" y="94351"/>
                </a:cubicBezTo>
                <a:cubicBezTo>
                  <a:pt x="418582" y="83077"/>
                  <a:pt x="427721" y="73938"/>
                  <a:pt x="438994" y="73938"/>
                </a:cubicBezTo>
                <a:close/>
                <a:moveTo>
                  <a:pt x="390217" y="73938"/>
                </a:moveTo>
                <a:cubicBezTo>
                  <a:pt x="401491" y="73938"/>
                  <a:pt x="410630" y="83077"/>
                  <a:pt x="410630" y="94351"/>
                </a:cubicBezTo>
                <a:cubicBezTo>
                  <a:pt x="410630" y="105625"/>
                  <a:pt x="401491" y="114764"/>
                  <a:pt x="390217" y="114764"/>
                </a:cubicBezTo>
                <a:cubicBezTo>
                  <a:pt x="378944" y="114764"/>
                  <a:pt x="369805" y="105625"/>
                  <a:pt x="369805" y="94351"/>
                </a:cubicBezTo>
                <a:cubicBezTo>
                  <a:pt x="369805" y="83077"/>
                  <a:pt x="378944" y="73938"/>
                  <a:pt x="390217" y="73938"/>
                </a:cubicBezTo>
                <a:close/>
                <a:moveTo>
                  <a:pt x="341440" y="73938"/>
                </a:moveTo>
                <a:cubicBezTo>
                  <a:pt x="352714" y="73938"/>
                  <a:pt x="361853" y="83077"/>
                  <a:pt x="361853" y="94351"/>
                </a:cubicBezTo>
                <a:cubicBezTo>
                  <a:pt x="361853" y="105625"/>
                  <a:pt x="352714" y="114764"/>
                  <a:pt x="341440" y="114764"/>
                </a:cubicBezTo>
                <a:cubicBezTo>
                  <a:pt x="330166" y="114764"/>
                  <a:pt x="321028" y="105625"/>
                  <a:pt x="321028" y="94351"/>
                </a:cubicBezTo>
                <a:cubicBezTo>
                  <a:pt x="321028" y="83077"/>
                  <a:pt x="330166" y="73938"/>
                  <a:pt x="341440" y="73938"/>
                </a:cubicBezTo>
                <a:close/>
                <a:moveTo>
                  <a:pt x="292663" y="73938"/>
                </a:moveTo>
                <a:cubicBezTo>
                  <a:pt x="303937" y="73938"/>
                  <a:pt x="313076" y="83077"/>
                  <a:pt x="313076" y="94351"/>
                </a:cubicBezTo>
                <a:cubicBezTo>
                  <a:pt x="313076" y="105625"/>
                  <a:pt x="303937" y="114764"/>
                  <a:pt x="292663" y="114764"/>
                </a:cubicBezTo>
                <a:cubicBezTo>
                  <a:pt x="281389" y="114764"/>
                  <a:pt x="272251" y="105625"/>
                  <a:pt x="272251" y="94351"/>
                </a:cubicBezTo>
                <a:cubicBezTo>
                  <a:pt x="272251" y="83077"/>
                  <a:pt x="281389" y="73938"/>
                  <a:pt x="292663" y="73938"/>
                </a:cubicBezTo>
                <a:close/>
                <a:moveTo>
                  <a:pt x="243886" y="73938"/>
                </a:moveTo>
                <a:cubicBezTo>
                  <a:pt x="255160" y="73938"/>
                  <a:pt x="264299" y="83077"/>
                  <a:pt x="264299" y="94351"/>
                </a:cubicBezTo>
                <a:cubicBezTo>
                  <a:pt x="264299" y="105625"/>
                  <a:pt x="255160" y="114764"/>
                  <a:pt x="243886" y="114764"/>
                </a:cubicBezTo>
                <a:cubicBezTo>
                  <a:pt x="232612" y="114764"/>
                  <a:pt x="223473" y="105625"/>
                  <a:pt x="223473" y="94351"/>
                </a:cubicBezTo>
                <a:cubicBezTo>
                  <a:pt x="223473" y="83077"/>
                  <a:pt x="232612" y="73938"/>
                  <a:pt x="243886" y="73938"/>
                </a:cubicBezTo>
                <a:close/>
                <a:moveTo>
                  <a:pt x="195109" y="73938"/>
                </a:moveTo>
                <a:cubicBezTo>
                  <a:pt x="206383" y="73938"/>
                  <a:pt x="215522" y="83077"/>
                  <a:pt x="215522" y="94351"/>
                </a:cubicBezTo>
                <a:cubicBezTo>
                  <a:pt x="215522" y="105625"/>
                  <a:pt x="206383" y="114764"/>
                  <a:pt x="195109" y="114764"/>
                </a:cubicBezTo>
                <a:cubicBezTo>
                  <a:pt x="183835" y="114764"/>
                  <a:pt x="174696" y="105625"/>
                  <a:pt x="174696" y="94351"/>
                </a:cubicBezTo>
                <a:cubicBezTo>
                  <a:pt x="174696" y="83077"/>
                  <a:pt x="183835" y="73938"/>
                  <a:pt x="195109" y="73938"/>
                </a:cubicBezTo>
                <a:close/>
                <a:moveTo>
                  <a:pt x="146332" y="73938"/>
                </a:moveTo>
                <a:cubicBezTo>
                  <a:pt x="157606" y="73938"/>
                  <a:pt x="166745" y="83077"/>
                  <a:pt x="166745" y="94351"/>
                </a:cubicBezTo>
                <a:cubicBezTo>
                  <a:pt x="166745" y="105625"/>
                  <a:pt x="157606" y="114764"/>
                  <a:pt x="146332" y="114764"/>
                </a:cubicBezTo>
                <a:cubicBezTo>
                  <a:pt x="135058" y="114764"/>
                  <a:pt x="125919" y="105625"/>
                  <a:pt x="125919" y="94351"/>
                </a:cubicBezTo>
                <a:cubicBezTo>
                  <a:pt x="125919" y="83077"/>
                  <a:pt x="135058" y="73938"/>
                  <a:pt x="146332" y="73938"/>
                </a:cubicBezTo>
                <a:close/>
                <a:moveTo>
                  <a:pt x="97555" y="73938"/>
                </a:moveTo>
                <a:cubicBezTo>
                  <a:pt x="108829" y="73938"/>
                  <a:pt x="117968" y="83077"/>
                  <a:pt x="117968" y="94351"/>
                </a:cubicBezTo>
                <a:cubicBezTo>
                  <a:pt x="117968" y="105625"/>
                  <a:pt x="108829" y="114764"/>
                  <a:pt x="97555" y="114764"/>
                </a:cubicBezTo>
                <a:cubicBezTo>
                  <a:pt x="86281" y="114764"/>
                  <a:pt x="77142" y="105625"/>
                  <a:pt x="77142" y="94351"/>
                </a:cubicBezTo>
                <a:cubicBezTo>
                  <a:pt x="77142" y="83077"/>
                  <a:pt x="86281" y="73938"/>
                  <a:pt x="97555" y="73938"/>
                </a:cubicBezTo>
                <a:close/>
                <a:moveTo>
                  <a:pt x="48778" y="73938"/>
                </a:moveTo>
                <a:cubicBezTo>
                  <a:pt x="60052" y="73938"/>
                  <a:pt x="69191" y="83077"/>
                  <a:pt x="69191" y="94351"/>
                </a:cubicBezTo>
                <a:cubicBezTo>
                  <a:pt x="69191" y="105625"/>
                  <a:pt x="60052" y="114764"/>
                  <a:pt x="48778" y="114764"/>
                </a:cubicBezTo>
                <a:cubicBezTo>
                  <a:pt x="37504" y="114764"/>
                  <a:pt x="28365" y="105625"/>
                  <a:pt x="28365" y="94351"/>
                </a:cubicBezTo>
                <a:cubicBezTo>
                  <a:pt x="28365" y="83077"/>
                  <a:pt x="37504" y="73938"/>
                  <a:pt x="48778" y="73938"/>
                </a:cubicBezTo>
                <a:close/>
                <a:moveTo>
                  <a:pt x="2" y="73938"/>
                </a:moveTo>
                <a:cubicBezTo>
                  <a:pt x="11275" y="73938"/>
                  <a:pt x="20414" y="83077"/>
                  <a:pt x="20414" y="94351"/>
                </a:cubicBezTo>
                <a:cubicBezTo>
                  <a:pt x="20414" y="105625"/>
                  <a:pt x="11275" y="114764"/>
                  <a:pt x="2" y="114764"/>
                </a:cubicBezTo>
                <a:lnTo>
                  <a:pt x="0" y="114763"/>
                </a:lnTo>
                <a:lnTo>
                  <a:pt x="0" y="73939"/>
                </a:lnTo>
                <a:close/>
                <a:moveTo>
                  <a:pt x="1010013" y="25745"/>
                </a:moveTo>
                <a:lnTo>
                  <a:pt x="1008696" y="51828"/>
                </a:lnTo>
                <a:lnTo>
                  <a:pt x="1003906" y="40265"/>
                </a:lnTo>
                <a:cubicBezTo>
                  <a:pt x="1003906" y="34628"/>
                  <a:pt x="1006192" y="29525"/>
                  <a:pt x="1009885" y="25831"/>
                </a:cubicBezTo>
                <a:close/>
                <a:moveTo>
                  <a:pt x="975542" y="19852"/>
                </a:moveTo>
                <a:cubicBezTo>
                  <a:pt x="986816" y="19852"/>
                  <a:pt x="995955" y="28991"/>
                  <a:pt x="995955" y="40265"/>
                </a:cubicBezTo>
                <a:cubicBezTo>
                  <a:pt x="995955" y="51539"/>
                  <a:pt x="986816" y="60678"/>
                  <a:pt x="975542" y="60678"/>
                </a:cubicBezTo>
                <a:cubicBezTo>
                  <a:pt x="964268" y="60678"/>
                  <a:pt x="955129" y="51539"/>
                  <a:pt x="955129" y="40265"/>
                </a:cubicBezTo>
                <a:cubicBezTo>
                  <a:pt x="955129" y="28991"/>
                  <a:pt x="964268" y="19852"/>
                  <a:pt x="975542" y="19852"/>
                </a:cubicBezTo>
                <a:close/>
                <a:moveTo>
                  <a:pt x="926765" y="19852"/>
                </a:moveTo>
                <a:cubicBezTo>
                  <a:pt x="938039" y="19852"/>
                  <a:pt x="947178" y="28991"/>
                  <a:pt x="947178" y="40265"/>
                </a:cubicBezTo>
                <a:cubicBezTo>
                  <a:pt x="947178" y="51539"/>
                  <a:pt x="938039" y="60678"/>
                  <a:pt x="926765" y="60678"/>
                </a:cubicBezTo>
                <a:cubicBezTo>
                  <a:pt x="915491" y="60678"/>
                  <a:pt x="906352" y="51539"/>
                  <a:pt x="906352" y="40265"/>
                </a:cubicBezTo>
                <a:cubicBezTo>
                  <a:pt x="906352" y="28991"/>
                  <a:pt x="915491" y="19852"/>
                  <a:pt x="926765" y="19852"/>
                </a:cubicBezTo>
                <a:close/>
                <a:moveTo>
                  <a:pt x="877988" y="19852"/>
                </a:moveTo>
                <a:cubicBezTo>
                  <a:pt x="889262" y="19852"/>
                  <a:pt x="898401" y="28991"/>
                  <a:pt x="898401" y="40265"/>
                </a:cubicBezTo>
                <a:cubicBezTo>
                  <a:pt x="898401" y="51539"/>
                  <a:pt x="889262" y="60678"/>
                  <a:pt x="877988" y="60678"/>
                </a:cubicBezTo>
                <a:cubicBezTo>
                  <a:pt x="866714" y="60678"/>
                  <a:pt x="857575" y="51539"/>
                  <a:pt x="857575" y="40265"/>
                </a:cubicBezTo>
                <a:cubicBezTo>
                  <a:pt x="857575" y="28991"/>
                  <a:pt x="866714" y="19852"/>
                  <a:pt x="877988" y="19852"/>
                </a:cubicBezTo>
                <a:close/>
                <a:moveTo>
                  <a:pt x="829211" y="19852"/>
                </a:moveTo>
                <a:cubicBezTo>
                  <a:pt x="840485" y="19852"/>
                  <a:pt x="849624" y="28991"/>
                  <a:pt x="849624" y="40265"/>
                </a:cubicBezTo>
                <a:cubicBezTo>
                  <a:pt x="849624" y="51539"/>
                  <a:pt x="840485" y="60678"/>
                  <a:pt x="829211" y="60678"/>
                </a:cubicBezTo>
                <a:cubicBezTo>
                  <a:pt x="817937" y="60678"/>
                  <a:pt x="808798" y="51539"/>
                  <a:pt x="808798" y="40265"/>
                </a:cubicBezTo>
                <a:cubicBezTo>
                  <a:pt x="808798" y="28991"/>
                  <a:pt x="817937" y="19852"/>
                  <a:pt x="829211" y="19852"/>
                </a:cubicBezTo>
                <a:close/>
                <a:moveTo>
                  <a:pt x="780434" y="19852"/>
                </a:moveTo>
                <a:cubicBezTo>
                  <a:pt x="791708" y="19852"/>
                  <a:pt x="800847" y="28991"/>
                  <a:pt x="800847" y="40265"/>
                </a:cubicBezTo>
                <a:cubicBezTo>
                  <a:pt x="800847" y="51539"/>
                  <a:pt x="791708" y="60678"/>
                  <a:pt x="780434" y="60678"/>
                </a:cubicBezTo>
                <a:cubicBezTo>
                  <a:pt x="769160" y="60678"/>
                  <a:pt x="760021" y="51539"/>
                  <a:pt x="760021" y="40265"/>
                </a:cubicBezTo>
                <a:cubicBezTo>
                  <a:pt x="760021" y="28991"/>
                  <a:pt x="769160" y="19852"/>
                  <a:pt x="780434" y="19852"/>
                </a:cubicBezTo>
                <a:close/>
                <a:moveTo>
                  <a:pt x="731657" y="19852"/>
                </a:moveTo>
                <a:cubicBezTo>
                  <a:pt x="742931" y="19852"/>
                  <a:pt x="752070" y="28991"/>
                  <a:pt x="752070" y="40265"/>
                </a:cubicBezTo>
                <a:cubicBezTo>
                  <a:pt x="752070" y="51539"/>
                  <a:pt x="742931" y="60678"/>
                  <a:pt x="731657" y="60678"/>
                </a:cubicBezTo>
                <a:cubicBezTo>
                  <a:pt x="720383" y="60678"/>
                  <a:pt x="711244" y="51539"/>
                  <a:pt x="711244" y="40265"/>
                </a:cubicBezTo>
                <a:cubicBezTo>
                  <a:pt x="711244" y="28991"/>
                  <a:pt x="720383" y="19852"/>
                  <a:pt x="731657" y="19852"/>
                </a:cubicBezTo>
                <a:close/>
                <a:moveTo>
                  <a:pt x="682880" y="19852"/>
                </a:moveTo>
                <a:cubicBezTo>
                  <a:pt x="694153" y="19852"/>
                  <a:pt x="703293" y="28991"/>
                  <a:pt x="703293" y="40265"/>
                </a:cubicBezTo>
                <a:cubicBezTo>
                  <a:pt x="703293" y="51539"/>
                  <a:pt x="694153" y="60678"/>
                  <a:pt x="682880" y="60678"/>
                </a:cubicBezTo>
                <a:cubicBezTo>
                  <a:pt x="671606" y="60678"/>
                  <a:pt x="662467" y="51539"/>
                  <a:pt x="662467" y="40265"/>
                </a:cubicBezTo>
                <a:cubicBezTo>
                  <a:pt x="662467" y="28991"/>
                  <a:pt x="671606" y="19852"/>
                  <a:pt x="682880" y="19852"/>
                </a:cubicBezTo>
                <a:close/>
                <a:moveTo>
                  <a:pt x="634103" y="19852"/>
                </a:moveTo>
                <a:cubicBezTo>
                  <a:pt x="645377" y="19852"/>
                  <a:pt x="654516" y="28991"/>
                  <a:pt x="654516" y="40265"/>
                </a:cubicBezTo>
                <a:cubicBezTo>
                  <a:pt x="654516" y="51539"/>
                  <a:pt x="645377" y="60678"/>
                  <a:pt x="634103" y="60678"/>
                </a:cubicBezTo>
                <a:cubicBezTo>
                  <a:pt x="622829" y="60678"/>
                  <a:pt x="613690" y="51539"/>
                  <a:pt x="613690" y="40265"/>
                </a:cubicBezTo>
                <a:cubicBezTo>
                  <a:pt x="613690" y="28991"/>
                  <a:pt x="622829" y="19852"/>
                  <a:pt x="634103" y="19852"/>
                </a:cubicBezTo>
                <a:close/>
                <a:moveTo>
                  <a:pt x="585326" y="19852"/>
                </a:moveTo>
                <a:cubicBezTo>
                  <a:pt x="596599" y="19852"/>
                  <a:pt x="605738" y="28991"/>
                  <a:pt x="605738" y="40265"/>
                </a:cubicBezTo>
                <a:cubicBezTo>
                  <a:pt x="605738" y="51539"/>
                  <a:pt x="596599" y="60678"/>
                  <a:pt x="585326" y="60678"/>
                </a:cubicBezTo>
                <a:cubicBezTo>
                  <a:pt x="574052" y="60678"/>
                  <a:pt x="564913" y="51539"/>
                  <a:pt x="564913" y="40265"/>
                </a:cubicBezTo>
                <a:cubicBezTo>
                  <a:pt x="564913" y="28991"/>
                  <a:pt x="574052" y="19852"/>
                  <a:pt x="585326" y="19852"/>
                </a:cubicBezTo>
                <a:close/>
                <a:moveTo>
                  <a:pt x="536549" y="19852"/>
                </a:moveTo>
                <a:cubicBezTo>
                  <a:pt x="547822" y="19852"/>
                  <a:pt x="556961" y="28991"/>
                  <a:pt x="556961" y="40265"/>
                </a:cubicBezTo>
                <a:cubicBezTo>
                  <a:pt x="556961" y="51539"/>
                  <a:pt x="547822" y="60678"/>
                  <a:pt x="536549" y="60678"/>
                </a:cubicBezTo>
                <a:cubicBezTo>
                  <a:pt x="525275" y="60678"/>
                  <a:pt x="516136" y="51539"/>
                  <a:pt x="516136" y="40265"/>
                </a:cubicBezTo>
                <a:cubicBezTo>
                  <a:pt x="516136" y="28991"/>
                  <a:pt x="525275" y="19852"/>
                  <a:pt x="536549" y="19852"/>
                </a:cubicBezTo>
                <a:close/>
                <a:moveTo>
                  <a:pt x="487772" y="19852"/>
                </a:moveTo>
                <a:cubicBezTo>
                  <a:pt x="499045" y="19852"/>
                  <a:pt x="508184" y="28991"/>
                  <a:pt x="508184" y="40265"/>
                </a:cubicBezTo>
                <a:cubicBezTo>
                  <a:pt x="508184" y="51539"/>
                  <a:pt x="499045" y="60678"/>
                  <a:pt x="487772" y="60678"/>
                </a:cubicBezTo>
                <a:cubicBezTo>
                  <a:pt x="476498" y="60678"/>
                  <a:pt x="467359" y="51539"/>
                  <a:pt x="467359" y="40265"/>
                </a:cubicBezTo>
                <a:cubicBezTo>
                  <a:pt x="467359" y="28991"/>
                  <a:pt x="476498" y="19852"/>
                  <a:pt x="487772" y="19852"/>
                </a:cubicBezTo>
                <a:close/>
                <a:moveTo>
                  <a:pt x="438994" y="19852"/>
                </a:moveTo>
                <a:cubicBezTo>
                  <a:pt x="450268" y="19852"/>
                  <a:pt x="459407" y="28991"/>
                  <a:pt x="459407" y="40265"/>
                </a:cubicBezTo>
                <a:cubicBezTo>
                  <a:pt x="459407" y="51539"/>
                  <a:pt x="450268" y="60678"/>
                  <a:pt x="438994" y="60678"/>
                </a:cubicBezTo>
                <a:cubicBezTo>
                  <a:pt x="427721" y="60678"/>
                  <a:pt x="418582" y="51539"/>
                  <a:pt x="418582" y="40265"/>
                </a:cubicBezTo>
                <a:cubicBezTo>
                  <a:pt x="418582" y="28991"/>
                  <a:pt x="427721" y="19852"/>
                  <a:pt x="438994" y="19852"/>
                </a:cubicBezTo>
                <a:close/>
                <a:moveTo>
                  <a:pt x="390217" y="19852"/>
                </a:moveTo>
                <a:cubicBezTo>
                  <a:pt x="401491" y="19852"/>
                  <a:pt x="410630" y="28991"/>
                  <a:pt x="410630" y="40265"/>
                </a:cubicBezTo>
                <a:cubicBezTo>
                  <a:pt x="410630" y="51539"/>
                  <a:pt x="401491" y="60678"/>
                  <a:pt x="390217" y="60678"/>
                </a:cubicBezTo>
                <a:cubicBezTo>
                  <a:pt x="378944" y="60678"/>
                  <a:pt x="369805" y="51539"/>
                  <a:pt x="369805" y="40265"/>
                </a:cubicBezTo>
                <a:cubicBezTo>
                  <a:pt x="369805" y="28991"/>
                  <a:pt x="378944" y="19852"/>
                  <a:pt x="390217" y="19852"/>
                </a:cubicBezTo>
                <a:close/>
                <a:moveTo>
                  <a:pt x="341440" y="19852"/>
                </a:moveTo>
                <a:cubicBezTo>
                  <a:pt x="352714" y="19852"/>
                  <a:pt x="361853" y="28991"/>
                  <a:pt x="361853" y="40265"/>
                </a:cubicBezTo>
                <a:cubicBezTo>
                  <a:pt x="361853" y="51539"/>
                  <a:pt x="352714" y="60678"/>
                  <a:pt x="341440" y="60678"/>
                </a:cubicBezTo>
                <a:cubicBezTo>
                  <a:pt x="330166" y="60678"/>
                  <a:pt x="321028" y="51539"/>
                  <a:pt x="321028" y="40265"/>
                </a:cubicBezTo>
                <a:cubicBezTo>
                  <a:pt x="321028" y="28991"/>
                  <a:pt x="330166" y="19852"/>
                  <a:pt x="341440" y="19852"/>
                </a:cubicBezTo>
                <a:close/>
                <a:moveTo>
                  <a:pt x="292663" y="19852"/>
                </a:moveTo>
                <a:cubicBezTo>
                  <a:pt x="303937" y="19852"/>
                  <a:pt x="313076" y="28991"/>
                  <a:pt x="313076" y="40265"/>
                </a:cubicBezTo>
                <a:cubicBezTo>
                  <a:pt x="313076" y="51539"/>
                  <a:pt x="303937" y="60678"/>
                  <a:pt x="292663" y="60678"/>
                </a:cubicBezTo>
                <a:cubicBezTo>
                  <a:pt x="281389" y="60678"/>
                  <a:pt x="272251" y="51539"/>
                  <a:pt x="272251" y="40265"/>
                </a:cubicBezTo>
                <a:cubicBezTo>
                  <a:pt x="272251" y="28991"/>
                  <a:pt x="281389" y="19852"/>
                  <a:pt x="292663" y="19852"/>
                </a:cubicBezTo>
                <a:close/>
                <a:moveTo>
                  <a:pt x="243886" y="19852"/>
                </a:moveTo>
                <a:cubicBezTo>
                  <a:pt x="255160" y="19852"/>
                  <a:pt x="264299" y="28991"/>
                  <a:pt x="264299" y="40265"/>
                </a:cubicBezTo>
                <a:cubicBezTo>
                  <a:pt x="264299" y="51539"/>
                  <a:pt x="255160" y="60678"/>
                  <a:pt x="243886" y="60678"/>
                </a:cubicBezTo>
                <a:cubicBezTo>
                  <a:pt x="232612" y="60678"/>
                  <a:pt x="223473" y="51539"/>
                  <a:pt x="223473" y="40265"/>
                </a:cubicBezTo>
                <a:cubicBezTo>
                  <a:pt x="223473" y="28991"/>
                  <a:pt x="232612" y="19852"/>
                  <a:pt x="243886" y="19852"/>
                </a:cubicBezTo>
                <a:close/>
                <a:moveTo>
                  <a:pt x="195109" y="19852"/>
                </a:moveTo>
                <a:cubicBezTo>
                  <a:pt x="206383" y="19852"/>
                  <a:pt x="215522" y="28991"/>
                  <a:pt x="215522" y="40265"/>
                </a:cubicBezTo>
                <a:cubicBezTo>
                  <a:pt x="215522" y="51539"/>
                  <a:pt x="206383" y="60678"/>
                  <a:pt x="195109" y="60678"/>
                </a:cubicBezTo>
                <a:cubicBezTo>
                  <a:pt x="183835" y="60678"/>
                  <a:pt x="174696" y="51539"/>
                  <a:pt x="174696" y="40265"/>
                </a:cubicBezTo>
                <a:cubicBezTo>
                  <a:pt x="174696" y="28991"/>
                  <a:pt x="183835" y="19852"/>
                  <a:pt x="195109" y="19852"/>
                </a:cubicBezTo>
                <a:close/>
                <a:moveTo>
                  <a:pt x="146332" y="19852"/>
                </a:moveTo>
                <a:cubicBezTo>
                  <a:pt x="157606" y="19852"/>
                  <a:pt x="166745" y="28991"/>
                  <a:pt x="166745" y="40265"/>
                </a:cubicBezTo>
                <a:cubicBezTo>
                  <a:pt x="166745" y="51539"/>
                  <a:pt x="157606" y="60678"/>
                  <a:pt x="146332" y="60678"/>
                </a:cubicBezTo>
                <a:cubicBezTo>
                  <a:pt x="135058" y="60678"/>
                  <a:pt x="125919" y="51539"/>
                  <a:pt x="125919" y="40265"/>
                </a:cubicBezTo>
                <a:cubicBezTo>
                  <a:pt x="125919" y="28991"/>
                  <a:pt x="135058" y="19852"/>
                  <a:pt x="146332" y="19852"/>
                </a:cubicBezTo>
                <a:close/>
                <a:moveTo>
                  <a:pt x="97555" y="19852"/>
                </a:moveTo>
                <a:cubicBezTo>
                  <a:pt x="108829" y="19852"/>
                  <a:pt x="117968" y="28991"/>
                  <a:pt x="117968" y="40265"/>
                </a:cubicBezTo>
                <a:cubicBezTo>
                  <a:pt x="117968" y="51539"/>
                  <a:pt x="108829" y="60678"/>
                  <a:pt x="97555" y="60678"/>
                </a:cubicBezTo>
                <a:cubicBezTo>
                  <a:pt x="86281" y="60678"/>
                  <a:pt x="77142" y="51539"/>
                  <a:pt x="77142" y="40265"/>
                </a:cubicBezTo>
                <a:cubicBezTo>
                  <a:pt x="77142" y="28991"/>
                  <a:pt x="86281" y="19852"/>
                  <a:pt x="97555" y="19852"/>
                </a:cubicBezTo>
                <a:close/>
                <a:moveTo>
                  <a:pt x="48778" y="19852"/>
                </a:moveTo>
                <a:cubicBezTo>
                  <a:pt x="60052" y="19852"/>
                  <a:pt x="69191" y="28991"/>
                  <a:pt x="69191" y="40265"/>
                </a:cubicBezTo>
                <a:cubicBezTo>
                  <a:pt x="69191" y="51539"/>
                  <a:pt x="60052" y="60678"/>
                  <a:pt x="48778" y="60678"/>
                </a:cubicBezTo>
                <a:cubicBezTo>
                  <a:pt x="37504" y="60678"/>
                  <a:pt x="28365" y="51539"/>
                  <a:pt x="28365" y="40265"/>
                </a:cubicBezTo>
                <a:cubicBezTo>
                  <a:pt x="28365" y="28991"/>
                  <a:pt x="37504" y="19852"/>
                  <a:pt x="48778" y="19852"/>
                </a:cubicBezTo>
                <a:close/>
                <a:moveTo>
                  <a:pt x="2" y="19852"/>
                </a:moveTo>
                <a:cubicBezTo>
                  <a:pt x="11275" y="19852"/>
                  <a:pt x="20414" y="28991"/>
                  <a:pt x="20414" y="40265"/>
                </a:cubicBezTo>
                <a:cubicBezTo>
                  <a:pt x="20414" y="51539"/>
                  <a:pt x="11275" y="60678"/>
                  <a:pt x="2" y="60678"/>
                </a:cubicBezTo>
                <a:lnTo>
                  <a:pt x="0" y="60677"/>
                </a:lnTo>
                <a:lnTo>
                  <a:pt x="0" y="19853"/>
                </a:lnTo>
                <a:close/>
                <a:moveTo>
                  <a:pt x="1009631" y="0"/>
                </a:moveTo>
                <a:lnTo>
                  <a:pt x="1010974" y="0"/>
                </a:lnTo>
                <a:lnTo>
                  <a:pt x="1011044" y="1394"/>
                </a:lnTo>
                <a:lnTo>
                  <a:pt x="1009885" y="613"/>
                </a:lnTo>
                <a:close/>
                <a:moveTo>
                  <a:pt x="960854" y="0"/>
                </a:moveTo>
                <a:lnTo>
                  <a:pt x="990230" y="0"/>
                </a:lnTo>
                <a:lnTo>
                  <a:pt x="989976" y="613"/>
                </a:lnTo>
                <a:cubicBezTo>
                  <a:pt x="986282" y="4307"/>
                  <a:pt x="981179" y="6592"/>
                  <a:pt x="975542" y="6592"/>
                </a:cubicBezTo>
                <a:cubicBezTo>
                  <a:pt x="969905" y="6592"/>
                  <a:pt x="964802" y="4307"/>
                  <a:pt x="961108" y="613"/>
                </a:cubicBezTo>
                <a:close/>
                <a:moveTo>
                  <a:pt x="912077" y="0"/>
                </a:moveTo>
                <a:lnTo>
                  <a:pt x="941453" y="0"/>
                </a:lnTo>
                <a:lnTo>
                  <a:pt x="941199" y="613"/>
                </a:lnTo>
                <a:cubicBezTo>
                  <a:pt x="937505" y="4307"/>
                  <a:pt x="932402" y="6592"/>
                  <a:pt x="926765" y="6592"/>
                </a:cubicBezTo>
                <a:cubicBezTo>
                  <a:pt x="921128" y="6592"/>
                  <a:pt x="916025" y="4307"/>
                  <a:pt x="912331" y="613"/>
                </a:cubicBezTo>
                <a:close/>
                <a:moveTo>
                  <a:pt x="863300" y="0"/>
                </a:moveTo>
                <a:lnTo>
                  <a:pt x="892676" y="0"/>
                </a:lnTo>
                <a:lnTo>
                  <a:pt x="892422" y="613"/>
                </a:lnTo>
                <a:cubicBezTo>
                  <a:pt x="888728" y="4307"/>
                  <a:pt x="883625" y="6592"/>
                  <a:pt x="877988" y="6592"/>
                </a:cubicBezTo>
                <a:cubicBezTo>
                  <a:pt x="872351" y="6592"/>
                  <a:pt x="867248" y="4307"/>
                  <a:pt x="863554" y="613"/>
                </a:cubicBezTo>
                <a:close/>
                <a:moveTo>
                  <a:pt x="814523" y="0"/>
                </a:moveTo>
                <a:lnTo>
                  <a:pt x="843899" y="0"/>
                </a:lnTo>
                <a:lnTo>
                  <a:pt x="843645" y="613"/>
                </a:lnTo>
                <a:cubicBezTo>
                  <a:pt x="839951" y="4307"/>
                  <a:pt x="834848" y="6592"/>
                  <a:pt x="829211" y="6592"/>
                </a:cubicBezTo>
                <a:cubicBezTo>
                  <a:pt x="823574" y="6592"/>
                  <a:pt x="818471" y="4307"/>
                  <a:pt x="814777" y="613"/>
                </a:cubicBezTo>
                <a:close/>
                <a:moveTo>
                  <a:pt x="765746" y="0"/>
                </a:moveTo>
                <a:lnTo>
                  <a:pt x="795122" y="0"/>
                </a:lnTo>
                <a:lnTo>
                  <a:pt x="794868" y="613"/>
                </a:lnTo>
                <a:cubicBezTo>
                  <a:pt x="791174" y="4307"/>
                  <a:pt x="786071" y="6592"/>
                  <a:pt x="780434" y="6592"/>
                </a:cubicBezTo>
                <a:cubicBezTo>
                  <a:pt x="774797" y="6592"/>
                  <a:pt x="769694" y="4307"/>
                  <a:pt x="766000" y="613"/>
                </a:cubicBezTo>
                <a:close/>
                <a:moveTo>
                  <a:pt x="716969" y="0"/>
                </a:moveTo>
                <a:lnTo>
                  <a:pt x="746345" y="0"/>
                </a:lnTo>
                <a:lnTo>
                  <a:pt x="746091" y="613"/>
                </a:lnTo>
                <a:cubicBezTo>
                  <a:pt x="742397" y="4307"/>
                  <a:pt x="737294" y="6592"/>
                  <a:pt x="731657" y="6592"/>
                </a:cubicBezTo>
                <a:cubicBezTo>
                  <a:pt x="726020" y="6592"/>
                  <a:pt x="720917" y="4307"/>
                  <a:pt x="717223" y="613"/>
                </a:cubicBezTo>
                <a:close/>
                <a:moveTo>
                  <a:pt x="668192" y="0"/>
                </a:moveTo>
                <a:lnTo>
                  <a:pt x="697568" y="0"/>
                </a:lnTo>
                <a:lnTo>
                  <a:pt x="697314" y="613"/>
                </a:lnTo>
                <a:cubicBezTo>
                  <a:pt x="693620" y="4307"/>
                  <a:pt x="688517" y="6592"/>
                  <a:pt x="682880" y="6592"/>
                </a:cubicBezTo>
                <a:cubicBezTo>
                  <a:pt x="677243" y="6592"/>
                  <a:pt x="672140" y="4307"/>
                  <a:pt x="668446" y="613"/>
                </a:cubicBezTo>
                <a:close/>
                <a:moveTo>
                  <a:pt x="619415" y="0"/>
                </a:moveTo>
                <a:lnTo>
                  <a:pt x="648791" y="0"/>
                </a:lnTo>
                <a:lnTo>
                  <a:pt x="648537" y="613"/>
                </a:lnTo>
                <a:cubicBezTo>
                  <a:pt x="644843" y="4307"/>
                  <a:pt x="639740" y="6592"/>
                  <a:pt x="634103" y="6592"/>
                </a:cubicBezTo>
                <a:cubicBezTo>
                  <a:pt x="628466" y="6592"/>
                  <a:pt x="623363" y="4307"/>
                  <a:pt x="619669" y="613"/>
                </a:cubicBezTo>
                <a:close/>
                <a:moveTo>
                  <a:pt x="570638" y="0"/>
                </a:moveTo>
                <a:lnTo>
                  <a:pt x="600013" y="0"/>
                </a:lnTo>
                <a:lnTo>
                  <a:pt x="599760" y="613"/>
                </a:lnTo>
                <a:cubicBezTo>
                  <a:pt x="596066" y="4307"/>
                  <a:pt x="590963" y="6592"/>
                  <a:pt x="585326" y="6592"/>
                </a:cubicBezTo>
                <a:cubicBezTo>
                  <a:pt x="579689" y="6592"/>
                  <a:pt x="574586" y="4307"/>
                  <a:pt x="570892" y="613"/>
                </a:cubicBezTo>
                <a:close/>
                <a:moveTo>
                  <a:pt x="521861" y="0"/>
                </a:moveTo>
                <a:lnTo>
                  <a:pt x="551237" y="0"/>
                </a:lnTo>
                <a:lnTo>
                  <a:pt x="550983" y="613"/>
                </a:lnTo>
                <a:cubicBezTo>
                  <a:pt x="547289" y="4307"/>
                  <a:pt x="542185" y="6592"/>
                  <a:pt x="536549" y="6592"/>
                </a:cubicBezTo>
                <a:cubicBezTo>
                  <a:pt x="530912" y="6592"/>
                  <a:pt x="525808" y="4307"/>
                  <a:pt x="522114" y="613"/>
                </a:cubicBezTo>
                <a:close/>
                <a:moveTo>
                  <a:pt x="473084" y="0"/>
                </a:moveTo>
                <a:lnTo>
                  <a:pt x="502459" y="0"/>
                </a:lnTo>
                <a:lnTo>
                  <a:pt x="502206" y="613"/>
                </a:lnTo>
                <a:cubicBezTo>
                  <a:pt x="498512" y="4307"/>
                  <a:pt x="493408" y="6592"/>
                  <a:pt x="487772" y="6592"/>
                </a:cubicBezTo>
                <a:cubicBezTo>
                  <a:pt x="482135" y="6592"/>
                  <a:pt x="477031" y="4307"/>
                  <a:pt x="473337" y="613"/>
                </a:cubicBezTo>
                <a:close/>
                <a:moveTo>
                  <a:pt x="424307" y="0"/>
                </a:moveTo>
                <a:lnTo>
                  <a:pt x="453682" y="0"/>
                </a:lnTo>
                <a:lnTo>
                  <a:pt x="453429" y="613"/>
                </a:lnTo>
                <a:cubicBezTo>
                  <a:pt x="449735" y="4307"/>
                  <a:pt x="444631" y="6592"/>
                  <a:pt x="438994" y="6592"/>
                </a:cubicBezTo>
                <a:cubicBezTo>
                  <a:pt x="433358" y="6592"/>
                  <a:pt x="428254" y="4307"/>
                  <a:pt x="424560" y="613"/>
                </a:cubicBezTo>
                <a:close/>
                <a:moveTo>
                  <a:pt x="375529" y="0"/>
                </a:moveTo>
                <a:lnTo>
                  <a:pt x="404905" y="0"/>
                </a:lnTo>
                <a:lnTo>
                  <a:pt x="404651" y="613"/>
                </a:lnTo>
                <a:cubicBezTo>
                  <a:pt x="400957" y="4307"/>
                  <a:pt x="395854" y="6592"/>
                  <a:pt x="390217" y="6592"/>
                </a:cubicBezTo>
                <a:cubicBezTo>
                  <a:pt x="384580" y="6592"/>
                  <a:pt x="379477" y="4307"/>
                  <a:pt x="375783" y="613"/>
                </a:cubicBezTo>
                <a:close/>
                <a:moveTo>
                  <a:pt x="326752" y="0"/>
                </a:moveTo>
                <a:lnTo>
                  <a:pt x="356128" y="0"/>
                </a:lnTo>
                <a:lnTo>
                  <a:pt x="355874" y="613"/>
                </a:lnTo>
                <a:cubicBezTo>
                  <a:pt x="352180" y="4307"/>
                  <a:pt x="347077" y="6592"/>
                  <a:pt x="341440" y="6592"/>
                </a:cubicBezTo>
                <a:cubicBezTo>
                  <a:pt x="335803" y="6592"/>
                  <a:pt x="330700" y="4307"/>
                  <a:pt x="327006" y="613"/>
                </a:cubicBezTo>
                <a:close/>
                <a:moveTo>
                  <a:pt x="277975" y="0"/>
                </a:moveTo>
                <a:lnTo>
                  <a:pt x="307351" y="0"/>
                </a:lnTo>
                <a:lnTo>
                  <a:pt x="307097" y="613"/>
                </a:lnTo>
                <a:cubicBezTo>
                  <a:pt x="303403" y="4307"/>
                  <a:pt x="298300" y="6592"/>
                  <a:pt x="292663" y="6592"/>
                </a:cubicBezTo>
                <a:cubicBezTo>
                  <a:pt x="287026" y="6592"/>
                  <a:pt x="281923" y="4307"/>
                  <a:pt x="278229" y="613"/>
                </a:cubicBezTo>
                <a:close/>
                <a:moveTo>
                  <a:pt x="229198" y="0"/>
                </a:moveTo>
                <a:lnTo>
                  <a:pt x="258574" y="0"/>
                </a:lnTo>
                <a:lnTo>
                  <a:pt x="258320" y="613"/>
                </a:lnTo>
                <a:cubicBezTo>
                  <a:pt x="254626" y="4307"/>
                  <a:pt x="249523" y="6592"/>
                  <a:pt x="243886" y="6592"/>
                </a:cubicBezTo>
                <a:cubicBezTo>
                  <a:pt x="238249" y="6592"/>
                  <a:pt x="233146" y="4307"/>
                  <a:pt x="229452" y="613"/>
                </a:cubicBezTo>
                <a:close/>
                <a:moveTo>
                  <a:pt x="180421" y="0"/>
                </a:moveTo>
                <a:lnTo>
                  <a:pt x="209797" y="0"/>
                </a:lnTo>
                <a:lnTo>
                  <a:pt x="209543" y="613"/>
                </a:lnTo>
                <a:cubicBezTo>
                  <a:pt x="205849" y="4307"/>
                  <a:pt x="200746" y="6592"/>
                  <a:pt x="195109" y="6592"/>
                </a:cubicBezTo>
                <a:cubicBezTo>
                  <a:pt x="189472" y="6592"/>
                  <a:pt x="184369" y="4307"/>
                  <a:pt x="180675" y="613"/>
                </a:cubicBezTo>
                <a:close/>
                <a:moveTo>
                  <a:pt x="131644" y="0"/>
                </a:moveTo>
                <a:lnTo>
                  <a:pt x="161020" y="0"/>
                </a:lnTo>
                <a:lnTo>
                  <a:pt x="160766" y="613"/>
                </a:lnTo>
                <a:cubicBezTo>
                  <a:pt x="157072" y="4307"/>
                  <a:pt x="151969" y="6592"/>
                  <a:pt x="146332" y="6592"/>
                </a:cubicBezTo>
                <a:cubicBezTo>
                  <a:pt x="140695" y="6592"/>
                  <a:pt x="135592" y="4307"/>
                  <a:pt x="131898" y="613"/>
                </a:cubicBezTo>
                <a:close/>
                <a:moveTo>
                  <a:pt x="82867" y="0"/>
                </a:moveTo>
                <a:lnTo>
                  <a:pt x="112243" y="0"/>
                </a:lnTo>
                <a:lnTo>
                  <a:pt x="111989" y="613"/>
                </a:lnTo>
                <a:cubicBezTo>
                  <a:pt x="108295" y="4307"/>
                  <a:pt x="103192" y="6592"/>
                  <a:pt x="97555" y="6592"/>
                </a:cubicBezTo>
                <a:cubicBezTo>
                  <a:pt x="91918" y="6592"/>
                  <a:pt x="86815" y="4307"/>
                  <a:pt x="83121" y="613"/>
                </a:cubicBezTo>
                <a:close/>
                <a:moveTo>
                  <a:pt x="34090" y="0"/>
                </a:moveTo>
                <a:lnTo>
                  <a:pt x="63466" y="0"/>
                </a:lnTo>
                <a:lnTo>
                  <a:pt x="63212" y="613"/>
                </a:lnTo>
                <a:cubicBezTo>
                  <a:pt x="59518" y="4307"/>
                  <a:pt x="54415" y="6592"/>
                  <a:pt x="48778" y="6592"/>
                </a:cubicBezTo>
                <a:cubicBezTo>
                  <a:pt x="43141" y="6592"/>
                  <a:pt x="38038" y="4307"/>
                  <a:pt x="34344" y="613"/>
                </a:cubicBezTo>
                <a:close/>
                <a:moveTo>
                  <a:pt x="0" y="0"/>
                </a:moveTo>
                <a:lnTo>
                  <a:pt x="14689" y="0"/>
                </a:lnTo>
                <a:lnTo>
                  <a:pt x="14435" y="613"/>
                </a:lnTo>
                <a:cubicBezTo>
                  <a:pt x="10741" y="4307"/>
                  <a:pt x="5638" y="6592"/>
                  <a:pt x="2" y="6592"/>
                </a:cubicBezTo>
                <a:lnTo>
                  <a:pt x="0" y="65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>
            <p:ph type="title"/>
          </p:nvPr>
        </p:nvSpPr>
        <p:spPr>
          <a:xfrm>
            <a:off x="415650" y="1557350"/>
            <a:ext cx="4158600" cy="10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Poppins Medium"/>
              <a:buNone/>
              <a:defRPr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68" name="Google Shape;68;p6"/>
          <p:cNvSpPr txBox="1"/>
          <p:nvPr>
            <p:ph idx="1" type="subTitle"/>
          </p:nvPr>
        </p:nvSpPr>
        <p:spPr>
          <a:xfrm>
            <a:off x="415650" y="2695325"/>
            <a:ext cx="41586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Font typeface="Poppins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3" type="subTitle"/>
          </p:nvPr>
        </p:nvSpPr>
        <p:spPr>
          <a:xfrm>
            <a:off x="415650" y="3108200"/>
            <a:ext cx="1746600" cy="22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200"/>
              <a:buFont typeface="Poppins"/>
              <a:buNone/>
              <a:defRPr sz="12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0" name="Google Shape;70;p6"/>
          <p:cNvSpPr/>
          <p:nvPr/>
        </p:nvSpPr>
        <p:spPr>
          <a:xfrm>
            <a:off x="6255299" y="2254991"/>
            <a:ext cx="2888706" cy="2888509"/>
          </a:xfrm>
          <a:custGeom>
            <a:rect b="b" l="l" r="r" t="t"/>
            <a:pathLst>
              <a:path extrusionOk="0" h="3851345" w="3826101">
                <a:moveTo>
                  <a:pt x="3826101" y="0"/>
                </a:moveTo>
                <a:lnTo>
                  <a:pt x="3826101" y="584257"/>
                </a:lnTo>
                <a:lnTo>
                  <a:pt x="3672624" y="588138"/>
                </a:lnTo>
                <a:cubicBezTo>
                  <a:pt x="1952295" y="675341"/>
                  <a:pt x="584255" y="2097818"/>
                  <a:pt x="584255" y="3839818"/>
                </a:cubicBezTo>
                <a:lnTo>
                  <a:pt x="584819" y="3851345"/>
                </a:lnTo>
                <a:lnTo>
                  <a:pt x="564" y="3851345"/>
                </a:lnTo>
                <a:lnTo>
                  <a:pt x="0" y="3839817"/>
                </a:lnTo>
                <a:cubicBezTo>
                  <a:pt x="0" y="1785226"/>
                  <a:pt x="1613526" y="107493"/>
                  <a:pt x="3642558" y="4641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 txBox="1"/>
          <p:nvPr/>
        </p:nvSpPr>
        <p:spPr>
          <a:xfrm>
            <a:off x="413150" y="4874750"/>
            <a:ext cx="15111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Tiger Analytics Inc. © 2024. All Rights Reserved.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>
            <p:ph idx="4" type="subTitle"/>
          </p:nvPr>
        </p:nvSpPr>
        <p:spPr>
          <a:xfrm>
            <a:off x="2308944" y="4874750"/>
            <a:ext cx="103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"/>
          <p:cNvSpPr txBox="1"/>
          <p:nvPr>
            <p:ph idx="5" type="subTitle"/>
          </p:nvPr>
        </p:nvSpPr>
        <p:spPr>
          <a:xfrm>
            <a:off x="3927616" y="4874750"/>
            <a:ext cx="642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6" type="subTitle"/>
          </p:nvPr>
        </p:nvSpPr>
        <p:spPr>
          <a:xfrm>
            <a:off x="5237692" y="4874750"/>
            <a:ext cx="55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"/>
          <p:cNvSpPr txBox="1"/>
          <p:nvPr/>
        </p:nvSpPr>
        <p:spPr>
          <a:xfrm>
            <a:off x="3726222" y="4874750"/>
            <a:ext cx="1758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Date: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4948530" y="4874750"/>
            <a:ext cx="262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-US" sz="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Author:</a:t>
            </a:r>
            <a:endParaRPr b="0" i="0" sz="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81843" y="473336"/>
            <a:ext cx="875203" cy="36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06">
          <p15:clr>
            <a:srgbClr val="FA7B17"/>
          </p15:clr>
        </p15:guide>
        <p15:guide id="3" pos="260">
          <p15:clr>
            <a:srgbClr val="FA7B17"/>
          </p15:clr>
        </p15:guide>
        <p15:guide id="4" pos="5498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>
  <p:cSld name="Section 1_4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378414" y="1822625"/>
            <a:ext cx="13746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Poppins"/>
              <a:buNone/>
              <a:defRPr sz="7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7"/>
          <p:cNvSpPr txBox="1"/>
          <p:nvPr>
            <p:ph idx="2" type="title"/>
          </p:nvPr>
        </p:nvSpPr>
        <p:spPr>
          <a:xfrm>
            <a:off x="409329" y="2787467"/>
            <a:ext cx="29733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7"/>
          <p:cNvSpPr/>
          <p:nvPr/>
        </p:nvSpPr>
        <p:spPr>
          <a:xfrm flipH="1" rot="10800000">
            <a:off x="6255000" y="0"/>
            <a:ext cx="2888706" cy="2888509"/>
          </a:xfrm>
          <a:custGeom>
            <a:rect b="b" l="l" r="r" t="t"/>
            <a:pathLst>
              <a:path extrusionOk="0" h="3851345" w="3826101">
                <a:moveTo>
                  <a:pt x="3826101" y="0"/>
                </a:moveTo>
                <a:lnTo>
                  <a:pt x="3826101" y="584257"/>
                </a:lnTo>
                <a:lnTo>
                  <a:pt x="3672624" y="588138"/>
                </a:lnTo>
                <a:cubicBezTo>
                  <a:pt x="1952295" y="675341"/>
                  <a:pt x="584255" y="2097818"/>
                  <a:pt x="584255" y="3839818"/>
                </a:cubicBezTo>
                <a:lnTo>
                  <a:pt x="584819" y="3851345"/>
                </a:lnTo>
                <a:lnTo>
                  <a:pt x="564" y="3851345"/>
                </a:lnTo>
                <a:lnTo>
                  <a:pt x="0" y="3839817"/>
                </a:lnTo>
                <a:cubicBezTo>
                  <a:pt x="0" y="1785226"/>
                  <a:pt x="1613526" y="107493"/>
                  <a:pt x="3642558" y="4641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288">
          <p15:clr>
            <a:srgbClr val="FA7B17"/>
          </p15:clr>
        </p15:guide>
        <p15:guide id="4" orient="horz" pos="2952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Title Only 1_5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" name="Google Shape;85;p8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10 Photos">
  <p:cSld name="Title Only 1_4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/>
          <p:nvPr/>
        </p:nvSpPr>
        <p:spPr>
          <a:xfrm>
            <a:off x="5381688" y="825075"/>
            <a:ext cx="1689900" cy="404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2068213" y="825075"/>
            <a:ext cx="1689900" cy="4046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" name="Google Shape;93;p9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844975" y="1027330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9"/>
          <p:cNvCxnSpPr/>
          <p:nvPr/>
        </p:nvCxnSpPr>
        <p:spPr>
          <a:xfrm>
            <a:off x="828025" y="2321098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8" name="Google Shape;98;p9"/>
          <p:cNvSpPr txBox="1"/>
          <p:nvPr>
            <p:ph idx="1" type="subTitle"/>
          </p:nvPr>
        </p:nvSpPr>
        <p:spPr>
          <a:xfrm>
            <a:off x="570625" y="211350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>
            <a:off x="570625" y="19413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0" name="Google Shape;100;p9"/>
          <p:cNvSpPr txBox="1"/>
          <p:nvPr>
            <p:ph idx="3" type="subTitle"/>
          </p:nvPr>
        </p:nvSpPr>
        <p:spPr>
          <a:xfrm>
            <a:off x="570625" y="23841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1" name="Google Shape;101;p9"/>
          <p:cNvSpPr/>
          <p:nvPr>
            <p:ph idx="4" type="pic"/>
          </p:nvPr>
        </p:nvSpPr>
        <p:spPr>
          <a:xfrm>
            <a:off x="913525" y="1095880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"/>
          <p:cNvSpPr/>
          <p:nvPr/>
        </p:nvSpPr>
        <p:spPr>
          <a:xfrm>
            <a:off x="844975" y="3033651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9"/>
          <p:cNvCxnSpPr/>
          <p:nvPr/>
        </p:nvCxnSpPr>
        <p:spPr>
          <a:xfrm>
            <a:off x="828025" y="4327419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9"/>
          <p:cNvSpPr txBox="1"/>
          <p:nvPr>
            <p:ph idx="5" type="subTitle"/>
          </p:nvPr>
        </p:nvSpPr>
        <p:spPr>
          <a:xfrm>
            <a:off x="570625" y="411982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5" name="Google Shape;105;p9"/>
          <p:cNvSpPr txBox="1"/>
          <p:nvPr>
            <p:ph idx="6" type="subTitle"/>
          </p:nvPr>
        </p:nvSpPr>
        <p:spPr>
          <a:xfrm>
            <a:off x="570625" y="3947629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6" name="Google Shape;106;p9"/>
          <p:cNvSpPr txBox="1"/>
          <p:nvPr>
            <p:ph idx="7" type="subTitle"/>
          </p:nvPr>
        </p:nvSpPr>
        <p:spPr>
          <a:xfrm>
            <a:off x="570625" y="439044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9"/>
          <p:cNvSpPr/>
          <p:nvPr>
            <p:ph idx="8" type="pic"/>
          </p:nvPr>
        </p:nvSpPr>
        <p:spPr>
          <a:xfrm>
            <a:off x="913525" y="3102201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"/>
          <p:cNvSpPr/>
          <p:nvPr/>
        </p:nvSpPr>
        <p:spPr>
          <a:xfrm>
            <a:off x="2501713" y="1027330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9"/>
          <p:cNvCxnSpPr/>
          <p:nvPr/>
        </p:nvCxnSpPr>
        <p:spPr>
          <a:xfrm>
            <a:off x="2484763" y="2321098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0" name="Google Shape;110;p9"/>
          <p:cNvSpPr txBox="1"/>
          <p:nvPr>
            <p:ph idx="9" type="subTitle"/>
          </p:nvPr>
        </p:nvSpPr>
        <p:spPr>
          <a:xfrm>
            <a:off x="2227363" y="211350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1" name="Google Shape;111;p9"/>
          <p:cNvSpPr txBox="1"/>
          <p:nvPr>
            <p:ph idx="13" type="subTitle"/>
          </p:nvPr>
        </p:nvSpPr>
        <p:spPr>
          <a:xfrm>
            <a:off x="2227363" y="19413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2" name="Google Shape;112;p9"/>
          <p:cNvSpPr txBox="1"/>
          <p:nvPr>
            <p:ph idx="14" type="subTitle"/>
          </p:nvPr>
        </p:nvSpPr>
        <p:spPr>
          <a:xfrm>
            <a:off x="2227363" y="23841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3" name="Google Shape;113;p9"/>
          <p:cNvSpPr/>
          <p:nvPr>
            <p:ph idx="15" type="pic"/>
          </p:nvPr>
        </p:nvSpPr>
        <p:spPr>
          <a:xfrm>
            <a:off x="2570263" y="1095880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9"/>
          <p:cNvSpPr/>
          <p:nvPr/>
        </p:nvSpPr>
        <p:spPr>
          <a:xfrm>
            <a:off x="2501713" y="3033651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9"/>
          <p:cNvCxnSpPr/>
          <p:nvPr/>
        </p:nvCxnSpPr>
        <p:spPr>
          <a:xfrm>
            <a:off x="2484763" y="4327419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9"/>
          <p:cNvSpPr txBox="1"/>
          <p:nvPr>
            <p:ph idx="16" type="subTitle"/>
          </p:nvPr>
        </p:nvSpPr>
        <p:spPr>
          <a:xfrm>
            <a:off x="2227363" y="411982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7" name="Google Shape;117;p9"/>
          <p:cNvSpPr txBox="1"/>
          <p:nvPr>
            <p:ph idx="17" type="subTitle"/>
          </p:nvPr>
        </p:nvSpPr>
        <p:spPr>
          <a:xfrm>
            <a:off x="2227363" y="3947629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8" name="Google Shape;118;p9"/>
          <p:cNvSpPr txBox="1"/>
          <p:nvPr>
            <p:ph idx="18" type="subTitle"/>
          </p:nvPr>
        </p:nvSpPr>
        <p:spPr>
          <a:xfrm>
            <a:off x="2227363" y="439044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19" name="Google Shape;119;p9"/>
          <p:cNvSpPr/>
          <p:nvPr>
            <p:ph idx="19" type="pic"/>
          </p:nvPr>
        </p:nvSpPr>
        <p:spPr>
          <a:xfrm>
            <a:off x="2570263" y="3102201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9"/>
          <p:cNvSpPr/>
          <p:nvPr/>
        </p:nvSpPr>
        <p:spPr>
          <a:xfrm>
            <a:off x="4158450" y="1027330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9"/>
          <p:cNvCxnSpPr/>
          <p:nvPr/>
        </p:nvCxnSpPr>
        <p:spPr>
          <a:xfrm>
            <a:off x="4141500" y="2321098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9"/>
          <p:cNvSpPr txBox="1"/>
          <p:nvPr>
            <p:ph idx="20" type="subTitle"/>
          </p:nvPr>
        </p:nvSpPr>
        <p:spPr>
          <a:xfrm>
            <a:off x="3884100" y="211350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3" name="Google Shape;123;p9"/>
          <p:cNvSpPr txBox="1"/>
          <p:nvPr>
            <p:ph idx="21" type="subTitle"/>
          </p:nvPr>
        </p:nvSpPr>
        <p:spPr>
          <a:xfrm>
            <a:off x="3884100" y="19413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22" type="subTitle"/>
          </p:nvPr>
        </p:nvSpPr>
        <p:spPr>
          <a:xfrm>
            <a:off x="3884100" y="23841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5" name="Google Shape;125;p9"/>
          <p:cNvSpPr/>
          <p:nvPr>
            <p:ph idx="23" type="pic"/>
          </p:nvPr>
        </p:nvSpPr>
        <p:spPr>
          <a:xfrm>
            <a:off x="4227000" y="1095880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"/>
          <p:cNvSpPr/>
          <p:nvPr/>
        </p:nvSpPr>
        <p:spPr>
          <a:xfrm>
            <a:off x="4158450" y="3033651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9"/>
          <p:cNvCxnSpPr/>
          <p:nvPr/>
        </p:nvCxnSpPr>
        <p:spPr>
          <a:xfrm>
            <a:off x="4141500" y="4327419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9"/>
          <p:cNvSpPr txBox="1"/>
          <p:nvPr>
            <p:ph idx="24" type="subTitle"/>
          </p:nvPr>
        </p:nvSpPr>
        <p:spPr>
          <a:xfrm>
            <a:off x="3884100" y="411982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9"/>
          <p:cNvSpPr txBox="1"/>
          <p:nvPr>
            <p:ph idx="25" type="subTitle"/>
          </p:nvPr>
        </p:nvSpPr>
        <p:spPr>
          <a:xfrm>
            <a:off x="3884100" y="3947629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0" name="Google Shape;130;p9"/>
          <p:cNvSpPr txBox="1"/>
          <p:nvPr>
            <p:ph idx="26" type="subTitle"/>
          </p:nvPr>
        </p:nvSpPr>
        <p:spPr>
          <a:xfrm>
            <a:off x="3884100" y="439044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1" name="Google Shape;131;p9"/>
          <p:cNvSpPr/>
          <p:nvPr>
            <p:ph idx="27" type="pic"/>
          </p:nvPr>
        </p:nvSpPr>
        <p:spPr>
          <a:xfrm>
            <a:off x="4227000" y="3102201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"/>
          <p:cNvSpPr/>
          <p:nvPr/>
        </p:nvSpPr>
        <p:spPr>
          <a:xfrm>
            <a:off x="5815188" y="1027330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9"/>
          <p:cNvCxnSpPr/>
          <p:nvPr/>
        </p:nvCxnSpPr>
        <p:spPr>
          <a:xfrm>
            <a:off x="5798238" y="2321098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9"/>
          <p:cNvSpPr txBox="1"/>
          <p:nvPr>
            <p:ph idx="28" type="subTitle"/>
          </p:nvPr>
        </p:nvSpPr>
        <p:spPr>
          <a:xfrm>
            <a:off x="5540838" y="211350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9"/>
          <p:cNvSpPr txBox="1"/>
          <p:nvPr>
            <p:ph idx="29" type="subTitle"/>
          </p:nvPr>
        </p:nvSpPr>
        <p:spPr>
          <a:xfrm>
            <a:off x="5540838" y="19413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6" name="Google Shape;136;p9"/>
          <p:cNvSpPr txBox="1"/>
          <p:nvPr>
            <p:ph idx="30" type="subTitle"/>
          </p:nvPr>
        </p:nvSpPr>
        <p:spPr>
          <a:xfrm>
            <a:off x="5540838" y="23841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7" name="Google Shape;137;p9"/>
          <p:cNvSpPr/>
          <p:nvPr>
            <p:ph idx="31" type="pic"/>
          </p:nvPr>
        </p:nvSpPr>
        <p:spPr>
          <a:xfrm>
            <a:off x="5883738" y="1095880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9"/>
          <p:cNvSpPr/>
          <p:nvPr/>
        </p:nvSpPr>
        <p:spPr>
          <a:xfrm>
            <a:off x="5815188" y="3033651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9" name="Google Shape;139;p9"/>
          <p:cNvCxnSpPr/>
          <p:nvPr/>
        </p:nvCxnSpPr>
        <p:spPr>
          <a:xfrm>
            <a:off x="5798238" y="4327419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0" name="Google Shape;140;p9"/>
          <p:cNvSpPr txBox="1"/>
          <p:nvPr>
            <p:ph idx="32" type="subTitle"/>
          </p:nvPr>
        </p:nvSpPr>
        <p:spPr>
          <a:xfrm>
            <a:off x="5540838" y="411982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1" name="Google Shape;141;p9"/>
          <p:cNvSpPr txBox="1"/>
          <p:nvPr>
            <p:ph idx="33" type="subTitle"/>
          </p:nvPr>
        </p:nvSpPr>
        <p:spPr>
          <a:xfrm>
            <a:off x="5540838" y="3947629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2" name="Google Shape;142;p9"/>
          <p:cNvSpPr txBox="1"/>
          <p:nvPr>
            <p:ph idx="34" type="subTitle"/>
          </p:nvPr>
        </p:nvSpPr>
        <p:spPr>
          <a:xfrm>
            <a:off x="5540838" y="439044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3" name="Google Shape;143;p9"/>
          <p:cNvSpPr/>
          <p:nvPr>
            <p:ph idx="35" type="pic"/>
          </p:nvPr>
        </p:nvSpPr>
        <p:spPr>
          <a:xfrm>
            <a:off x="5883738" y="3102201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9"/>
          <p:cNvSpPr/>
          <p:nvPr/>
        </p:nvSpPr>
        <p:spPr>
          <a:xfrm>
            <a:off x="7471925" y="1027330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9"/>
          <p:cNvCxnSpPr/>
          <p:nvPr/>
        </p:nvCxnSpPr>
        <p:spPr>
          <a:xfrm>
            <a:off x="7454975" y="2321098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9"/>
          <p:cNvSpPr txBox="1"/>
          <p:nvPr>
            <p:ph idx="36" type="subTitle"/>
          </p:nvPr>
        </p:nvSpPr>
        <p:spPr>
          <a:xfrm>
            <a:off x="7197575" y="211350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7" name="Google Shape;147;p9"/>
          <p:cNvSpPr txBox="1"/>
          <p:nvPr>
            <p:ph idx="37" type="subTitle"/>
          </p:nvPr>
        </p:nvSpPr>
        <p:spPr>
          <a:xfrm>
            <a:off x="7197575" y="19413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8" name="Google Shape;148;p9"/>
          <p:cNvSpPr txBox="1"/>
          <p:nvPr>
            <p:ph idx="38" type="subTitle"/>
          </p:nvPr>
        </p:nvSpPr>
        <p:spPr>
          <a:xfrm>
            <a:off x="7197575" y="238412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9" name="Google Shape;149;p9"/>
          <p:cNvSpPr/>
          <p:nvPr>
            <p:ph idx="39" type="pic"/>
          </p:nvPr>
        </p:nvSpPr>
        <p:spPr>
          <a:xfrm>
            <a:off x="7540475" y="1095880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9"/>
          <p:cNvSpPr/>
          <p:nvPr/>
        </p:nvSpPr>
        <p:spPr>
          <a:xfrm>
            <a:off x="7471925" y="3033651"/>
            <a:ext cx="822900" cy="8229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9"/>
          <p:cNvCxnSpPr/>
          <p:nvPr/>
        </p:nvCxnSpPr>
        <p:spPr>
          <a:xfrm>
            <a:off x="7454975" y="4327419"/>
            <a:ext cx="856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9"/>
          <p:cNvSpPr txBox="1"/>
          <p:nvPr>
            <p:ph idx="40" type="subTitle"/>
          </p:nvPr>
        </p:nvSpPr>
        <p:spPr>
          <a:xfrm>
            <a:off x="7197575" y="4119822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9"/>
          <p:cNvSpPr txBox="1"/>
          <p:nvPr>
            <p:ph idx="41" type="subTitle"/>
          </p:nvPr>
        </p:nvSpPr>
        <p:spPr>
          <a:xfrm>
            <a:off x="7197575" y="3947629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4" name="Google Shape;154;p9"/>
          <p:cNvSpPr txBox="1"/>
          <p:nvPr>
            <p:ph idx="42" type="subTitle"/>
          </p:nvPr>
        </p:nvSpPr>
        <p:spPr>
          <a:xfrm>
            <a:off x="7197575" y="439044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5" name="Google Shape;155;p9"/>
          <p:cNvSpPr/>
          <p:nvPr>
            <p:ph idx="43" type="pic"/>
          </p:nvPr>
        </p:nvSpPr>
        <p:spPr>
          <a:xfrm>
            <a:off x="7540475" y="3102201"/>
            <a:ext cx="685800" cy="6858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156" name="Google Shape;1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25 Photos">
  <p:cSld name="Title Only 1_4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"/>
          <p:cNvSpPr/>
          <p:nvPr/>
        </p:nvSpPr>
        <p:spPr>
          <a:xfrm>
            <a:off x="415613" y="9155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089234" y="9155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0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 txBox="1"/>
          <p:nvPr>
            <p:ph idx="1" type="subTitle"/>
          </p:nvPr>
        </p:nvSpPr>
        <p:spPr>
          <a:xfrm>
            <a:off x="1042900" y="11674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0"/>
          <p:cNvSpPr txBox="1"/>
          <p:nvPr>
            <p:ph idx="2" type="subTitle"/>
          </p:nvPr>
        </p:nvSpPr>
        <p:spPr>
          <a:xfrm>
            <a:off x="1042900" y="10200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6" name="Google Shape;166;p10"/>
          <p:cNvSpPr txBox="1"/>
          <p:nvPr>
            <p:ph idx="3" type="subTitle"/>
          </p:nvPr>
        </p:nvSpPr>
        <p:spPr>
          <a:xfrm>
            <a:off x="2716521" y="11674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7" name="Google Shape;167;p10"/>
          <p:cNvSpPr txBox="1"/>
          <p:nvPr>
            <p:ph idx="4" type="subTitle"/>
          </p:nvPr>
        </p:nvSpPr>
        <p:spPr>
          <a:xfrm>
            <a:off x="2716521" y="10200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8" name="Google Shape;168;p10"/>
          <p:cNvSpPr txBox="1"/>
          <p:nvPr>
            <p:ph idx="5" type="subTitle"/>
          </p:nvPr>
        </p:nvSpPr>
        <p:spPr>
          <a:xfrm>
            <a:off x="4390143" y="11674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9" name="Google Shape;169;p10"/>
          <p:cNvSpPr txBox="1"/>
          <p:nvPr>
            <p:ph idx="6" type="subTitle"/>
          </p:nvPr>
        </p:nvSpPr>
        <p:spPr>
          <a:xfrm>
            <a:off x="4390143" y="10200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0" name="Google Shape;170;p10"/>
          <p:cNvSpPr txBox="1"/>
          <p:nvPr>
            <p:ph idx="7" type="subTitle"/>
          </p:nvPr>
        </p:nvSpPr>
        <p:spPr>
          <a:xfrm>
            <a:off x="6063764" y="11674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0"/>
          <p:cNvSpPr txBox="1"/>
          <p:nvPr>
            <p:ph idx="8" type="subTitle"/>
          </p:nvPr>
        </p:nvSpPr>
        <p:spPr>
          <a:xfrm>
            <a:off x="6063764" y="10200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2" name="Google Shape;172;p10"/>
          <p:cNvSpPr txBox="1"/>
          <p:nvPr>
            <p:ph idx="9" type="subTitle"/>
          </p:nvPr>
        </p:nvSpPr>
        <p:spPr>
          <a:xfrm>
            <a:off x="7737386" y="11674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3" name="Google Shape;173;p10"/>
          <p:cNvSpPr txBox="1"/>
          <p:nvPr>
            <p:ph idx="13" type="subTitle"/>
          </p:nvPr>
        </p:nvSpPr>
        <p:spPr>
          <a:xfrm>
            <a:off x="7737386" y="10200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4" name="Google Shape;174;p10"/>
          <p:cNvSpPr/>
          <p:nvPr/>
        </p:nvSpPr>
        <p:spPr>
          <a:xfrm>
            <a:off x="3762856" y="9155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436477" y="9155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7110099" y="9155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>
            <p:ph idx="14" type="pic"/>
          </p:nvPr>
        </p:nvSpPr>
        <p:spPr>
          <a:xfrm>
            <a:off x="461063" y="9609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0"/>
          <p:cNvSpPr/>
          <p:nvPr>
            <p:ph idx="15" type="pic"/>
          </p:nvPr>
        </p:nvSpPr>
        <p:spPr>
          <a:xfrm>
            <a:off x="2134684" y="9609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0"/>
          <p:cNvSpPr/>
          <p:nvPr>
            <p:ph idx="16" type="pic"/>
          </p:nvPr>
        </p:nvSpPr>
        <p:spPr>
          <a:xfrm>
            <a:off x="3808306" y="9609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"/>
          <p:cNvSpPr/>
          <p:nvPr>
            <p:ph idx="17" type="pic"/>
          </p:nvPr>
        </p:nvSpPr>
        <p:spPr>
          <a:xfrm>
            <a:off x="5481927" y="9609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0"/>
          <p:cNvSpPr/>
          <p:nvPr>
            <p:ph idx="18" type="pic"/>
          </p:nvPr>
        </p:nvSpPr>
        <p:spPr>
          <a:xfrm>
            <a:off x="7155549" y="9609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0"/>
          <p:cNvSpPr/>
          <p:nvPr/>
        </p:nvSpPr>
        <p:spPr>
          <a:xfrm>
            <a:off x="415613" y="17293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2089234" y="17293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 txBox="1"/>
          <p:nvPr>
            <p:ph idx="19" type="subTitle"/>
          </p:nvPr>
        </p:nvSpPr>
        <p:spPr>
          <a:xfrm>
            <a:off x="1042900" y="19812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5" name="Google Shape;185;p10"/>
          <p:cNvSpPr txBox="1"/>
          <p:nvPr>
            <p:ph idx="20" type="subTitle"/>
          </p:nvPr>
        </p:nvSpPr>
        <p:spPr>
          <a:xfrm>
            <a:off x="1042900" y="18339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6" name="Google Shape;186;p10"/>
          <p:cNvSpPr txBox="1"/>
          <p:nvPr>
            <p:ph idx="21" type="subTitle"/>
          </p:nvPr>
        </p:nvSpPr>
        <p:spPr>
          <a:xfrm>
            <a:off x="2716521" y="19812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7" name="Google Shape;187;p10"/>
          <p:cNvSpPr txBox="1"/>
          <p:nvPr>
            <p:ph idx="22" type="subTitle"/>
          </p:nvPr>
        </p:nvSpPr>
        <p:spPr>
          <a:xfrm>
            <a:off x="2716521" y="18339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8" name="Google Shape;188;p10"/>
          <p:cNvSpPr txBox="1"/>
          <p:nvPr>
            <p:ph idx="23" type="subTitle"/>
          </p:nvPr>
        </p:nvSpPr>
        <p:spPr>
          <a:xfrm>
            <a:off x="4390143" y="19812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9" name="Google Shape;189;p10"/>
          <p:cNvSpPr txBox="1"/>
          <p:nvPr>
            <p:ph idx="24" type="subTitle"/>
          </p:nvPr>
        </p:nvSpPr>
        <p:spPr>
          <a:xfrm>
            <a:off x="4390143" y="18339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10"/>
          <p:cNvSpPr txBox="1"/>
          <p:nvPr>
            <p:ph idx="25" type="subTitle"/>
          </p:nvPr>
        </p:nvSpPr>
        <p:spPr>
          <a:xfrm>
            <a:off x="6063764" y="19812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1" name="Google Shape;191;p10"/>
          <p:cNvSpPr txBox="1"/>
          <p:nvPr>
            <p:ph idx="26" type="subTitle"/>
          </p:nvPr>
        </p:nvSpPr>
        <p:spPr>
          <a:xfrm>
            <a:off x="6063764" y="18339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2" name="Google Shape;192;p10"/>
          <p:cNvSpPr txBox="1"/>
          <p:nvPr>
            <p:ph idx="27" type="subTitle"/>
          </p:nvPr>
        </p:nvSpPr>
        <p:spPr>
          <a:xfrm>
            <a:off x="7737386" y="19812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0"/>
          <p:cNvSpPr txBox="1"/>
          <p:nvPr>
            <p:ph idx="28" type="subTitle"/>
          </p:nvPr>
        </p:nvSpPr>
        <p:spPr>
          <a:xfrm>
            <a:off x="7737386" y="18339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4" name="Google Shape;194;p10"/>
          <p:cNvSpPr/>
          <p:nvPr/>
        </p:nvSpPr>
        <p:spPr>
          <a:xfrm>
            <a:off x="3762856" y="17293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436477" y="17293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7110099" y="17293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>
            <p:ph idx="29" type="pic"/>
          </p:nvPr>
        </p:nvSpPr>
        <p:spPr>
          <a:xfrm>
            <a:off x="461063" y="17748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0"/>
          <p:cNvSpPr/>
          <p:nvPr>
            <p:ph idx="30" type="pic"/>
          </p:nvPr>
        </p:nvSpPr>
        <p:spPr>
          <a:xfrm>
            <a:off x="2134684" y="17748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"/>
          <p:cNvSpPr/>
          <p:nvPr>
            <p:ph idx="31" type="pic"/>
          </p:nvPr>
        </p:nvSpPr>
        <p:spPr>
          <a:xfrm>
            <a:off x="3808306" y="17748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"/>
          <p:cNvSpPr/>
          <p:nvPr>
            <p:ph idx="32" type="pic"/>
          </p:nvPr>
        </p:nvSpPr>
        <p:spPr>
          <a:xfrm>
            <a:off x="5481927" y="17748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0"/>
          <p:cNvSpPr/>
          <p:nvPr>
            <p:ph idx="33" type="pic"/>
          </p:nvPr>
        </p:nvSpPr>
        <p:spPr>
          <a:xfrm>
            <a:off x="7155549" y="17748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0"/>
          <p:cNvSpPr/>
          <p:nvPr/>
        </p:nvSpPr>
        <p:spPr>
          <a:xfrm>
            <a:off x="415613" y="25432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089234" y="25432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>
            <p:ph idx="34" type="subTitle"/>
          </p:nvPr>
        </p:nvSpPr>
        <p:spPr>
          <a:xfrm>
            <a:off x="1042900" y="27951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5" name="Google Shape;205;p10"/>
          <p:cNvSpPr txBox="1"/>
          <p:nvPr>
            <p:ph idx="35" type="subTitle"/>
          </p:nvPr>
        </p:nvSpPr>
        <p:spPr>
          <a:xfrm>
            <a:off x="1042900" y="26477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6" name="Google Shape;206;p10"/>
          <p:cNvSpPr txBox="1"/>
          <p:nvPr>
            <p:ph idx="36" type="subTitle"/>
          </p:nvPr>
        </p:nvSpPr>
        <p:spPr>
          <a:xfrm>
            <a:off x="2716521" y="27951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10"/>
          <p:cNvSpPr txBox="1"/>
          <p:nvPr>
            <p:ph idx="37" type="subTitle"/>
          </p:nvPr>
        </p:nvSpPr>
        <p:spPr>
          <a:xfrm>
            <a:off x="2716521" y="26477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8" name="Google Shape;208;p10"/>
          <p:cNvSpPr txBox="1"/>
          <p:nvPr>
            <p:ph idx="38" type="subTitle"/>
          </p:nvPr>
        </p:nvSpPr>
        <p:spPr>
          <a:xfrm>
            <a:off x="4390143" y="27951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9" name="Google Shape;209;p10"/>
          <p:cNvSpPr txBox="1"/>
          <p:nvPr>
            <p:ph idx="39" type="subTitle"/>
          </p:nvPr>
        </p:nvSpPr>
        <p:spPr>
          <a:xfrm>
            <a:off x="4390143" y="26477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0" name="Google Shape;210;p10"/>
          <p:cNvSpPr txBox="1"/>
          <p:nvPr>
            <p:ph idx="40" type="subTitle"/>
          </p:nvPr>
        </p:nvSpPr>
        <p:spPr>
          <a:xfrm>
            <a:off x="6063764" y="27951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10"/>
          <p:cNvSpPr txBox="1"/>
          <p:nvPr>
            <p:ph idx="41" type="subTitle"/>
          </p:nvPr>
        </p:nvSpPr>
        <p:spPr>
          <a:xfrm>
            <a:off x="6063764" y="26477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2" name="Google Shape;212;p10"/>
          <p:cNvSpPr txBox="1"/>
          <p:nvPr>
            <p:ph idx="42" type="subTitle"/>
          </p:nvPr>
        </p:nvSpPr>
        <p:spPr>
          <a:xfrm>
            <a:off x="7737386" y="27951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3" name="Google Shape;213;p10"/>
          <p:cNvSpPr txBox="1"/>
          <p:nvPr>
            <p:ph idx="43" type="subTitle"/>
          </p:nvPr>
        </p:nvSpPr>
        <p:spPr>
          <a:xfrm>
            <a:off x="7737386" y="26477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4" name="Google Shape;214;p10"/>
          <p:cNvSpPr/>
          <p:nvPr/>
        </p:nvSpPr>
        <p:spPr>
          <a:xfrm>
            <a:off x="3762856" y="25432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5436477" y="25432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110099" y="25432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>
            <p:ph idx="44" type="pic"/>
          </p:nvPr>
        </p:nvSpPr>
        <p:spPr>
          <a:xfrm>
            <a:off x="461063" y="25886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0"/>
          <p:cNvSpPr/>
          <p:nvPr>
            <p:ph idx="45" type="pic"/>
          </p:nvPr>
        </p:nvSpPr>
        <p:spPr>
          <a:xfrm>
            <a:off x="2134684" y="25886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0"/>
          <p:cNvSpPr/>
          <p:nvPr>
            <p:ph idx="46" type="pic"/>
          </p:nvPr>
        </p:nvSpPr>
        <p:spPr>
          <a:xfrm>
            <a:off x="3808306" y="25886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0"/>
          <p:cNvSpPr/>
          <p:nvPr>
            <p:ph idx="47" type="pic"/>
          </p:nvPr>
        </p:nvSpPr>
        <p:spPr>
          <a:xfrm>
            <a:off x="5481927" y="25886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0"/>
          <p:cNvSpPr/>
          <p:nvPr>
            <p:ph idx="48" type="pic"/>
          </p:nvPr>
        </p:nvSpPr>
        <p:spPr>
          <a:xfrm>
            <a:off x="7155549" y="25886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0"/>
          <p:cNvSpPr/>
          <p:nvPr/>
        </p:nvSpPr>
        <p:spPr>
          <a:xfrm>
            <a:off x="415613" y="33570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089234" y="33570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>
            <p:ph idx="49" type="subTitle"/>
          </p:nvPr>
        </p:nvSpPr>
        <p:spPr>
          <a:xfrm>
            <a:off x="1042900" y="36089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5" name="Google Shape;225;p10"/>
          <p:cNvSpPr txBox="1"/>
          <p:nvPr>
            <p:ph idx="50" type="subTitle"/>
          </p:nvPr>
        </p:nvSpPr>
        <p:spPr>
          <a:xfrm>
            <a:off x="1042900" y="34616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6" name="Google Shape;226;p10"/>
          <p:cNvSpPr txBox="1"/>
          <p:nvPr>
            <p:ph idx="51" type="subTitle"/>
          </p:nvPr>
        </p:nvSpPr>
        <p:spPr>
          <a:xfrm>
            <a:off x="2716521" y="36089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7" name="Google Shape;227;p10"/>
          <p:cNvSpPr txBox="1"/>
          <p:nvPr>
            <p:ph idx="52" type="subTitle"/>
          </p:nvPr>
        </p:nvSpPr>
        <p:spPr>
          <a:xfrm>
            <a:off x="2716521" y="34616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8" name="Google Shape;228;p10"/>
          <p:cNvSpPr txBox="1"/>
          <p:nvPr>
            <p:ph idx="53" type="subTitle"/>
          </p:nvPr>
        </p:nvSpPr>
        <p:spPr>
          <a:xfrm>
            <a:off x="4390143" y="36089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10"/>
          <p:cNvSpPr txBox="1"/>
          <p:nvPr>
            <p:ph idx="54" type="subTitle"/>
          </p:nvPr>
        </p:nvSpPr>
        <p:spPr>
          <a:xfrm>
            <a:off x="4390143" y="34616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0" name="Google Shape;230;p10"/>
          <p:cNvSpPr txBox="1"/>
          <p:nvPr>
            <p:ph idx="55" type="subTitle"/>
          </p:nvPr>
        </p:nvSpPr>
        <p:spPr>
          <a:xfrm>
            <a:off x="6063764" y="36089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1" name="Google Shape;231;p10"/>
          <p:cNvSpPr txBox="1"/>
          <p:nvPr>
            <p:ph idx="56" type="subTitle"/>
          </p:nvPr>
        </p:nvSpPr>
        <p:spPr>
          <a:xfrm>
            <a:off x="6063764" y="34616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2" name="Google Shape;232;p10"/>
          <p:cNvSpPr txBox="1"/>
          <p:nvPr>
            <p:ph idx="57" type="subTitle"/>
          </p:nvPr>
        </p:nvSpPr>
        <p:spPr>
          <a:xfrm>
            <a:off x="7737386" y="360899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33" name="Google Shape;233;p10"/>
          <p:cNvSpPr txBox="1"/>
          <p:nvPr>
            <p:ph idx="58" type="subTitle"/>
          </p:nvPr>
        </p:nvSpPr>
        <p:spPr>
          <a:xfrm>
            <a:off x="7737386" y="346162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34" name="Google Shape;234;p10"/>
          <p:cNvSpPr/>
          <p:nvPr/>
        </p:nvSpPr>
        <p:spPr>
          <a:xfrm>
            <a:off x="3762856" y="33570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5436477" y="33570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7110099" y="335707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>
            <p:ph idx="59" type="pic"/>
          </p:nvPr>
        </p:nvSpPr>
        <p:spPr>
          <a:xfrm>
            <a:off x="461063" y="34025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0"/>
          <p:cNvSpPr/>
          <p:nvPr>
            <p:ph idx="60" type="pic"/>
          </p:nvPr>
        </p:nvSpPr>
        <p:spPr>
          <a:xfrm>
            <a:off x="2134684" y="34025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0"/>
          <p:cNvSpPr/>
          <p:nvPr>
            <p:ph idx="61" type="pic"/>
          </p:nvPr>
        </p:nvSpPr>
        <p:spPr>
          <a:xfrm>
            <a:off x="3808306" y="34025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"/>
          <p:cNvSpPr/>
          <p:nvPr>
            <p:ph idx="62" type="pic"/>
          </p:nvPr>
        </p:nvSpPr>
        <p:spPr>
          <a:xfrm>
            <a:off x="5481927" y="34025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"/>
          <p:cNvSpPr/>
          <p:nvPr>
            <p:ph idx="63" type="pic"/>
          </p:nvPr>
        </p:nvSpPr>
        <p:spPr>
          <a:xfrm>
            <a:off x="7155549" y="340252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"/>
          <p:cNvSpPr/>
          <p:nvPr/>
        </p:nvSpPr>
        <p:spPr>
          <a:xfrm>
            <a:off x="415613" y="41709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2089234" y="41709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/>
          <p:nvPr>
            <p:ph idx="64" type="subTitle"/>
          </p:nvPr>
        </p:nvSpPr>
        <p:spPr>
          <a:xfrm>
            <a:off x="1042900" y="44228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10"/>
          <p:cNvSpPr txBox="1"/>
          <p:nvPr>
            <p:ph idx="65" type="subTitle"/>
          </p:nvPr>
        </p:nvSpPr>
        <p:spPr>
          <a:xfrm>
            <a:off x="1042900" y="42754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66" type="subTitle"/>
          </p:nvPr>
        </p:nvSpPr>
        <p:spPr>
          <a:xfrm>
            <a:off x="2716521" y="44228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7" name="Google Shape;247;p10"/>
          <p:cNvSpPr txBox="1"/>
          <p:nvPr>
            <p:ph idx="67" type="subTitle"/>
          </p:nvPr>
        </p:nvSpPr>
        <p:spPr>
          <a:xfrm>
            <a:off x="2716521" y="42754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10"/>
          <p:cNvSpPr txBox="1"/>
          <p:nvPr>
            <p:ph idx="68" type="subTitle"/>
          </p:nvPr>
        </p:nvSpPr>
        <p:spPr>
          <a:xfrm>
            <a:off x="4390143" y="44228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9" name="Google Shape;249;p10"/>
          <p:cNvSpPr txBox="1"/>
          <p:nvPr>
            <p:ph idx="69" type="subTitle"/>
          </p:nvPr>
        </p:nvSpPr>
        <p:spPr>
          <a:xfrm>
            <a:off x="4390143" y="42754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0" name="Google Shape;250;p10"/>
          <p:cNvSpPr txBox="1"/>
          <p:nvPr>
            <p:ph idx="70" type="subTitle"/>
          </p:nvPr>
        </p:nvSpPr>
        <p:spPr>
          <a:xfrm>
            <a:off x="6063764" y="44228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1" name="Google Shape;251;p10"/>
          <p:cNvSpPr txBox="1"/>
          <p:nvPr>
            <p:ph idx="71" type="subTitle"/>
          </p:nvPr>
        </p:nvSpPr>
        <p:spPr>
          <a:xfrm>
            <a:off x="6063764" y="42754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2" name="Google Shape;252;p10"/>
          <p:cNvSpPr txBox="1"/>
          <p:nvPr>
            <p:ph idx="72" type="subTitle"/>
          </p:nvPr>
        </p:nvSpPr>
        <p:spPr>
          <a:xfrm>
            <a:off x="7737386" y="4422841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3" name="Google Shape;253;p10"/>
          <p:cNvSpPr txBox="1"/>
          <p:nvPr>
            <p:ph idx="73" type="subTitle"/>
          </p:nvPr>
        </p:nvSpPr>
        <p:spPr>
          <a:xfrm>
            <a:off x="7737386" y="4275477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4" name="Google Shape;254;p10"/>
          <p:cNvSpPr/>
          <p:nvPr/>
        </p:nvSpPr>
        <p:spPr>
          <a:xfrm>
            <a:off x="3762856" y="41709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36477" y="41709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7110099" y="417092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>
            <p:ph idx="74" type="pic"/>
          </p:nvPr>
        </p:nvSpPr>
        <p:spPr>
          <a:xfrm>
            <a:off x="461063" y="42163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"/>
          <p:cNvSpPr/>
          <p:nvPr>
            <p:ph idx="75" type="pic"/>
          </p:nvPr>
        </p:nvSpPr>
        <p:spPr>
          <a:xfrm>
            <a:off x="2134684" y="42163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0"/>
          <p:cNvSpPr/>
          <p:nvPr>
            <p:ph idx="76" type="pic"/>
          </p:nvPr>
        </p:nvSpPr>
        <p:spPr>
          <a:xfrm>
            <a:off x="3808306" y="42163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0"/>
          <p:cNvSpPr/>
          <p:nvPr>
            <p:ph idx="77" type="pic"/>
          </p:nvPr>
        </p:nvSpPr>
        <p:spPr>
          <a:xfrm>
            <a:off x="5481927" y="42163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0"/>
          <p:cNvSpPr/>
          <p:nvPr>
            <p:ph idx="78" type="pic"/>
          </p:nvPr>
        </p:nvSpPr>
        <p:spPr>
          <a:xfrm>
            <a:off x="7155549" y="4216371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262" name="Google Shape;26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10 Photos (Org. Chart)">
  <p:cSld name="Title Only 1_4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1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 txBox="1"/>
          <p:nvPr>
            <p:ph idx="1" type="subTitle"/>
          </p:nvPr>
        </p:nvSpPr>
        <p:spPr>
          <a:xfrm>
            <a:off x="4977081" y="1210408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11"/>
          <p:cNvSpPr txBox="1"/>
          <p:nvPr>
            <p:ph idx="2" type="subTitle"/>
          </p:nvPr>
        </p:nvSpPr>
        <p:spPr>
          <a:xfrm>
            <a:off x="415625" y="1193602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0" name="Google Shape;270;p11"/>
          <p:cNvSpPr/>
          <p:nvPr/>
        </p:nvSpPr>
        <p:spPr>
          <a:xfrm>
            <a:off x="4254962" y="940492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420322" y="2272468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4254962" y="2272469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7089602" y="2272469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71166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12898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54630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96362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638094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7798262" y="3604445"/>
            <a:ext cx="642300" cy="6402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1"/>
          <p:cNvCxnSpPr>
            <a:stCxn id="270" idx="4"/>
            <a:endCxn id="271" idx="0"/>
          </p:cNvCxnSpPr>
          <p:nvPr/>
        </p:nvCxnSpPr>
        <p:spPr>
          <a:xfrm rot="5400000">
            <a:off x="2812862" y="509242"/>
            <a:ext cx="691800" cy="28347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11"/>
          <p:cNvCxnSpPr>
            <a:stCxn id="270" idx="4"/>
            <a:endCxn id="273" idx="0"/>
          </p:cNvCxnSpPr>
          <p:nvPr/>
        </p:nvCxnSpPr>
        <p:spPr>
          <a:xfrm flipH="1" rot="-5400000">
            <a:off x="5647562" y="509242"/>
            <a:ext cx="691800" cy="28347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11"/>
          <p:cNvCxnSpPr>
            <a:stCxn id="270" idx="4"/>
            <a:endCxn id="272" idx="0"/>
          </p:cNvCxnSpPr>
          <p:nvPr/>
        </p:nvCxnSpPr>
        <p:spPr>
          <a:xfrm flipH="1" rot="-5400000">
            <a:off x="4230512" y="1926292"/>
            <a:ext cx="691800" cy="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11"/>
          <p:cNvCxnSpPr>
            <a:stCxn id="271" idx="4"/>
            <a:endCxn id="274" idx="0"/>
          </p:cNvCxnSpPr>
          <p:nvPr/>
        </p:nvCxnSpPr>
        <p:spPr>
          <a:xfrm rot="5400000">
            <a:off x="1041272" y="2904268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11"/>
          <p:cNvCxnSpPr>
            <a:stCxn id="271" idx="4"/>
            <a:endCxn id="275" idx="0"/>
          </p:cNvCxnSpPr>
          <p:nvPr/>
        </p:nvCxnSpPr>
        <p:spPr>
          <a:xfrm flipH="1" rot="-5400000">
            <a:off x="1749872" y="2904268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11"/>
          <p:cNvCxnSpPr>
            <a:stCxn id="272" idx="4"/>
            <a:endCxn id="276" idx="0"/>
          </p:cNvCxnSpPr>
          <p:nvPr/>
        </p:nvCxnSpPr>
        <p:spPr>
          <a:xfrm rot="5400000">
            <a:off x="3875912" y="2904269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6" name="Google Shape;286;p11"/>
          <p:cNvCxnSpPr>
            <a:stCxn id="272" idx="4"/>
            <a:endCxn id="277" idx="0"/>
          </p:cNvCxnSpPr>
          <p:nvPr/>
        </p:nvCxnSpPr>
        <p:spPr>
          <a:xfrm flipH="1" rot="-5400000">
            <a:off x="4584512" y="2904269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7" name="Google Shape;287;p11"/>
          <p:cNvCxnSpPr>
            <a:stCxn id="273" idx="4"/>
            <a:endCxn id="278" idx="0"/>
          </p:cNvCxnSpPr>
          <p:nvPr/>
        </p:nvCxnSpPr>
        <p:spPr>
          <a:xfrm rot="5400000">
            <a:off x="6710552" y="2904269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1"/>
          <p:cNvCxnSpPr>
            <a:stCxn id="273" idx="4"/>
            <a:endCxn id="279" idx="0"/>
          </p:cNvCxnSpPr>
          <p:nvPr/>
        </p:nvCxnSpPr>
        <p:spPr>
          <a:xfrm flipH="1" rot="-5400000">
            <a:off x="7419152" y="2904269"/>
            <a:ext cx="691800" cy="708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11"/>
          <p:cNvSpPr txBox="1"/>
          <p:nvPr>
            <p:ph idx="3" type="subTitle"/>
          </p:nvPr>
        </p:nvSpPr>
        <p:spPr>
          <a:xfrm>
            <a:off x="4977081" y="1042233"/>
            <a:ext cx="1371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0" name="Google Shape;290;p11"/>
          <p:cNvSpPr/>
          <p:nvPr>
            <p:ph idx="4" type="pic"/>
          </p:nvPr>
        </p:nvSpPr>
        <p:spPr>
          <a:xfrm>
            <a:off x="4301762" y="986242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1"/>
          <p:cNvSpPr/>
          <p:nvPr>
            <p:ph idx="5" type="pic"/>
          </p:nvPr>
        </p:nvSpPr>
        <p:spPr>
          <a:xfrm>
            <a:off x="1467122" y="2318218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1"/>
          <p:cNvSpPr/>
          <p:nvPr>
            <p:ph idx="6" type="pic"/>
          </p:nvPr>
        </p:nvSpPr>
        <p:spPr>
          <a:xfrm>
            <a:off x="4301762" y="2318219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1"/>
          <p:cNvSpPr/>
          <p:nvPr>
            <p:ph idx="7" type="pic"/>
          </p:nvPr>
        </p:nvSpPr>
        <p:spPr>
          <a:xfrm>
            <a:off x="7136402" y="2318219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"/>
          <p:cNvSpPr/>
          <p:nvPr>
            <p:ph idx="8" type="pic"/>
          </p:nvPr>
        </p:nvSpPr>
        <p:spPr>
          <a:xfrm>
            <a:off x="784506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"/>
          <p:cNvSpPr/>
          <p:nvPr>
            <p:ph idx="9" type="pic"/>
          </p:nvPr>
        </p:nvSpPr>
        <p:spPr>
          <a:xfrm>
            <a:off x="642774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1"/>
          <p:cNvSpPr/>
          <p:nvPr>
            <p:ph idx="13" type="pic"/>
          </p:nvPr>
        </p:nvSpPr>
        <p:spPr>
          <a:xfrm>
            <a:off x="501042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11"/>
          <p:cNvSpPr/>
          <p:nvPr>
            <p:ph idx="14" type="pic"/>
          </p:nvPr>
        </p:nvSpPr>
        <p:spPr>
          <a:xfrm>
            <a:off x="359310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11"/>
          <p:cNvSpPr/>
          <p:nvPr>
            <p:ph idx="15" type="pic"/>
          </p:nvPr>
        </p:nvSpPr>
        <p:spPr>
          <a:xfrm>
            <a:off x="217578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1"/>
          <p:cNvSpPr/>
          <p:nvPr>
            <p:ph idx="16" type="pic"/>
          </p:nvPr>
        </p:nvSpPr>
        <p:spPr>
          <a:xfrm>
            <a:off x="758462" y="3650195"/>
            <a:ext cx="548700" cy="5487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1"/>
          <p:cNvSpPr txBox="1"/>
          <p:nvPr>
            <p:ph idx="17" type="subTitle"/>
          </p:nvPr>
        </p:nvSpPr>
        <p:spPr>
          <a:xfrm>
            <a:off x="415625" y="2526479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1" name="Google Shape;301;p11"/>
          <p:cNvSpPr txBox="1"/>
          <p:nvPr>
            <p:ph idx="18" type="subTitle"/>
          </p:nvPr>
        </p:nvSpPr>
        <p:spPr>
          <a:xfrm>
            <a:off x="415625" y="3858454"/>
            <a:ext cx="457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02" name="Google Shape;302;p11"/>
          <p:cNvSpPr txBox="1"/>
          <p:nvPr>
            <p:ph idx="19" type="subTitle"/>
          </p:nvPr>
        </p:nvSpPr>
        <p:spPr>
          <a:xfrm>
            <a:off x="4690481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11"/>
          <p:cNvSpPr txBox="1"/>
          <p:nvPr>
            <p:ph idx="20" type="subTitle"/>
          </p:nvPr>
        </p:nvSpPr>
        <p:spPr>
          <a:xfrm>
            <a:off x="4690481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4" name="Google Shape;304;p11"/>
          <p:cNvSpPr txBox="1"/>
          <p:nvPr>
            <p:ph idx="21" type="subTitle"/>
          </p:nvPr>
        </p:nvSpPr>
        <p:spPr>
          <a:xfrm>
            <a:off x="6107806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5" name="Google Shape;305;p11"/>
          <p:cNvSpPr txBox="1"/>
          <p:nvPr>
            <p:ph idx="22" type="subTitle"/>
          </p:nvPr>
        </p:nvSpPr>
        <p:spPr>
          <a:xfrm>
            <a:off x="6107806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6" name="Google Shape;306;p11"/>
          <p:cNvSpPr txBox="1"/>
          <p:nvPr>
            <p:ph idx="23" type="subTitle"/>
          </p:nvPr>
        </p:nvSpPr>
        <p:spPr>
          <a:xfrm>
            <a:off x="7535952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11"/>
          <p:cNvSpPr txBox="1"/>
          <p:nvPr>
            <p:ph idx="24" type="subTitle"/>
          </p:nvPr>
        </p:nvSpPr>
        <p:spPr>
          <a:xfrm>
            <a:off x="7535952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08" name="Google Shape;308;p11"/>
          <p:cNvSpPr txBox="1"/>
          <p:nvPr>
            <p:ph idx="25" type="subTitle"/>
          </p:nvPr>
        </p:nvSpPr>
        <p:spPr>
          <a:xfrm>
            <a:off x="3274548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9" name="Google Shape;309;p11"/>
          <p:cNvSpPr txBox="1"/>
          <p:nvPr>
            <p:ph idx="26" type="subTitle"/>
          </p:nvPr>
        </p:nvSpPr>
        <p:spPr>
          <a:xfrm>
            <a:off x="3274548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0" name="Google Shape;310;p11"/>
          <p:cNvSpPr txBox="1"/>
          <p:nvPr>
            <p:ph idx="27" type="subTitle"/>
          </p:nvPr>
        </p:nvSpPr>
        <p:spPr>
          <a:xfrm>
            <a:off x="1857919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11"/>
          <p:cNvSpPr txBox="1"/>
          <p:nvPr>
            <p:ph idx="28" type="subTitle"/>
          </p:nvPr>
        </p:nvSpPr>
        <p:spPr>
          <a:xfrm>
            <a:off x="1857919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2" name="Google Shape;312;p11"/>
          <p:cNvSpPr txBox="1"/>
          <p:nvPr>
            <p:ph idx="29" type="subTitle"/>
          </p:nvPr>
        </p:nvSpPr>
        <p:spPr>
          <a:xfrm>
            <a:off x="437640" y="4448033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3" name="Google Shape;313;p11"/>
          <p:cNvSpPr txBox="1"/>
          <p:nvPr>
            <p:ph idx="30" type="subTitle"/>
          </p:nvPr>
        </p:nvSpPr>
        <p:spPr>
          <a:xfrm>
            <a:off x="437640" y="4279858"/>
            <a:ext cx="1188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4" name="Google Shape;314;p11"/>
          <p:cNvSpPr txBox="1"/>
          <p:nvPr>
            <p:ph idx="31" type="subTitle"/>
          </p:nvPr>
        </p:nvSpPr>
        <p:spPr>
          <a:xfrm>
            <a:off x="2129693" y="254815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11"/>
          <p:cNvSpPr txBox="1"/>
          <p:nvPr>
            <p:ph idx="32" type="subTitle"/>
          </p:nvPr>
        </p:nvSpPr>
        <p:spPr>
          <a:xfrm>
            <a:off x="2129693" y="2379983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6" name="Google Shape;316;p11"/>
          <p:cNvSpPr txBox="1"/>
          <p:nvPr>
            <p:ph idx="33" type="subTitle"/>
          </p:nvPr>
        </p:nvSpPr>
        <p:spPr>
          <a:xfrm>
            <a:off x="4977081" y="254815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7" name="Google Shape;317;p11"/>
          <p:cNvSpPr txBox="1"/>
          <p:nvPr>
            <p:ph idx="34" type="subTitle"/>
          </p:nvPr>
        </p:nvSpPr>
        <p:spPr>
          <a:xfrm>
            <a:off x="4977081" y="2379983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8" name="Google Shape;318;p11"/>
          <p:cNvSpPr txBox="1"/>
          <p:nvPr>
            <p:ph idx="35" type="subTitle"/>
          </p:nvPr>
        </p:nvSpPr>
        <p:spPr>
          <a:xfrm>
            <a:off x="7799376" y="2548150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11"/>
          <p:cNvSpPr txBox="1"/>
          <p:nvPr>
            <p:ph idx="36" type="subTitle"/>
          </p:nvPr>
        </p:nvSpPr>
        <p:spPr>
          <a:xfrm>
            <a:off x="7799376" y="2379975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b="1" sz="9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320" name="Google Shape;32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19 Photos (Org. Chart)">
  <p:cSld name="Title Only 1_4_1_1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2"/>
          <p:cNvSpPr/>
          <p:nvPr/>
        </p:nvSpPr>
        <p:spPr>
          <a:xfrm>
            <a:off x="4810404" y="1681303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4810404" y="84467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7151013" y="1681303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7151013" y="2535502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7151013" y="338970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7151013" y="424389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568238" y="2535502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5568238" y="338970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568238" y="424389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3985463" y="2535502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3985463" y="338970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3985463" y="424389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1627870" y="1681303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2"/>
          <p:cNvSpPr/>
          <p:nvPr/>
        </p:nvSpPr>
        <p:spPr>
          <a:xfrm>
            <a:off x="2402688" y="2535502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2"/>
          <p:cNvSpPr/>
          <p:nvPr/>
        </p:nvSpPr>
        <p:spPr>
          <a:xfrm>
            <a:off x="2402688" y="338970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2402688" y="424389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819913" y="2535502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/>
          <p:nvPr/>
        </p:nvSpPr>
        <p:spPr>
          <a:xfrm>
            <a:off x="819913" y="3389701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819913" y="4243899"/>
            <a:ext cx="548100" cy="5481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2"/>
          <p:cNvSpPr/>
          <p:nvPr>
            <p:ph idx="2" type="pic"/>
          </p:nvPr>
        </p:nvSpPr>
        <p:spPr>
          <a:xfrm>
            <a:off x="5613688" y="34352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"/>
          <p:cNvSpPr/>
          <p:nvPr>
            <p:ph idx="3" type="pic"/>
          </p:nvPr>
        </p:nvSpPr>
        <p:spPr>
          <a:xfrm>
            <a:off x="5613688" y="428934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2"/>
          <p:cNvSpPr/>
          <p:nvPr>
            <p:ph idx="4" type="pic"/>
          </p:nvPr>
        </p:nvSpPr>
        <p:spPr>
          <a:xfrm>
            <a:off x="4855854" y="89012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2"/>
          <p:cNvSpPr/>
          <p:nvPr>
            <p:ph idx="5" type="pic"/>
          </p:nvPr>
        </p:nvSpPr>
        <p:spPr>
          <a:xfrm>
            <a:off x="4856154" y="1726792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p12"/>
          <p:cNvSpPr/>
          <p:nvPr>
            <p:ph idx="6" type="pic"/>
          </p:nvPr>
        </p:nvSpPr>
        <p:spPr>
          <a:xfrm>
            <a:off x="7196463" y="172682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12"/>
          <p:cNvSpPr/>
          <p:nvPr>
            <p:ph idx="7" type="pic"/>
          </p:nvPr>
        </p:nvSpPr>
        <p:spPr>
          <a:xfrm>
            <a:off x="7196463" y="25810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12"/>
          <p:cNvSpPr/>
          <p:nvPr>
            <p:ph idx="8" type="pic"/>
          </p:nvPr>
        </p:nvSpPr>
        <p:spPr>
          <a:xfrm>
            <a:off x="7196463" y="34352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"/>
          <p:cNvSpPr/>
          <p:nvPr>
            <p:ph idx="9" type="pic"/>
          </p:nvPr>
        </p:nvSpPr>
        <p:spPr>
          <a:xfrm>
            <a:off x="7196463" y="428934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12"/>
          <p:cNvSpPr/>
          <p:nvPr>
            <p:ph idx="13" type="pic"/>
          </p:nvPr>
        </p:nvSpPr>
        <p:spPr>
          <a:xfrm>
            <a:off x="1673320" y="172682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"/>
          <p:cNvSpPr/>
          <p:nvPr>
            <p:ph idx="14" type="pic"/>
          </p:nvPr>
        </p:nvSpPr>
        <p:spPr>
          <a:xfrm>
            <a:off x="5613688" y="25810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2"/>
          <p:cNvSpPr/>
          <p:nvPr>
            <p:ph idx="15" type="pic"/>
          </p:nvPr>
        </p:nvSpPr>
        <p:spPr>
          <a:xfrm>
            <a:off x="4030913" y="25810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12"/>
          <p:cNvSpPr/>
          <p:nvPr>
            <p:ph idx="16" type="pic"/>
          </p:nvPr>
        </p:nvSpPr>
        <p:spPr>
          <a:xfrm>
            <a:off x="4030913" y="34352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2"/>
          <p:cNvSpPr/>
          <p:nvPr>
            <p:ph idx="17" type="pic"/>
          </p:nvPr>
        </p:nvSpPr>
        <p:spPr>
          <a:xfrm>
            <a:off x="4030913" y="428934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2"/>
          <p:cNvSpPr/>
          <p:nvPr>
            <p:ph idx="18" type="pic"/>
          </p:nvPr>
        </p:nvSpPr>
        <p:spPr>
          <a:xfrm>
            <a:off x="2448138" y="25810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12"/>
          <p:cNvSpPr/>
          <p:nvPr>
            <p:ph idx="19" type="pic"/>
          </p:nvPr>
        </p:nvSpPr>
        <p:spPr>
          <a:xfrm>
            <a:off x="2448138" y="34352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2"/>
          <p:cNvSpPr/>
          <p:nvPr>
            <p:ph idx="20" type="pic"/>
          </p:nvPr>
        </p:nvSpPr>
        <p:spPr>
          <a:xfrm>
            <a:off x="2448138" y="428934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2"/>
          <p:cNvSpPr/>
          <p:nvPr>
            <p:ph idx="21" type="pic"/>
          </p:nvPr>
        </p:nvSpPr>
        <p:spPr>
          <a:xfrm>
            <a:off x="865363" y="25810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2"/>
          <p:cNvSpPr/>
          <p:nvPr>
            <p:ph idx="22" type="pic"/>
          </p:nvPr>
        </p:nvSpPr>
        <p:spPr>
          <a:xfrm>
            <a:off x="865363" y="3435204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2"/>
          <p:cNvSpPr/>
          <p:nvPr>
            <p:ph idx="23" type="pic"/>
          </p:nvPr>
        </p:nvSpPr>
        <p:spPr>
          <a:xfrm>
            <a:off x="865363" y="4289349"/>
            <a:ext cx="457200" cy="4572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12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12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2"/>
          <p:cNvSpPr txBox="1"/>
          <p:nvPr>
            <p:ph idx="1" type="subTitle"/>
          </p:nvPr>
        </p:nvSpPr>
        <p:spPr>
          <a:xfrm>
            <a:off x="411475" y="2740669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5" name="Google Shape;365;p12"/>
          <p:cNvSpPr txBox="1"/>
          <p:nvPr>
            <p:ph idx="24" type="subTitle"/>
          </p:nvPr>
        </p:nvSpPr>
        <p:spPr>
          <a:xfrm>
            <a:off x="1447199" y="27677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6" name="Google Shape;366;p12"/>
          <p:cNvSpPr txBox="1"/>
          <p:nvPr>
            <p:ph idx="25" type="subTitle"/>
          </p:nvPr>
        </p:nvSpPr>
        <p:spPr>
          <a:xfrm>
            <a:off x="1447199" y="26312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367" name="Google Shape;367;p12"/>
          <p:cNvCxnSpPr>
            <a:stCxn id="323" idx="4"/>
            <a:endCxn id="334" idx="0"/>
          </p:cNvCxnSpPr>
          <p:nvPr/>
        </p:nvCxnSpPr>
        <p:spPr>
          <a:xfrm rot="5400000">
            <a:off x="3348954" y="-54121"/>
            <a:ext cx="288600" cy="31824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2"/>
          <p:cNvCxnSpPr>
            <a:stCxn id="323" idx="4"/>
            <a:endCxn id="322" idx="0"/>
          </p:cNvCxnSpPr>
          <p:nvPr/>
        </p:nvCxnSpPr>
        <p:spPr>
          <a:xfrm flipH="1" rot="-5400000">
            <a:off x="4940454" y="1536779"/>
            <a:ext cx="2886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12"/>
          <p:cNvCxnSpPr>
            <a:stCxn id="323" idx="4"/>
            <a:endCxn id="324" idx="0"/>
          </p:cNvCxnSpPr>
          <p:nvPr/>
        </p:nvCxnSpPr>
        <p:spPr>
          <a:xfrm flipH="1" rot="-5400000">
            <a:off x="6110454" y="366779"/>
            <a:ext cx="288600" cy="2340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12"/>
          <p:cNvCxnSpPr>
            <a:stCxn id="334" idx="4"/>
            <a:endCxn id="338" idx="0"/>
          </p:cNvCxnSpPr>
          <p:nvPr/>
        </p:nvCxnSpPr>
        <p:spPr>
          <a:xfrm rot="5400000">
            <a:off x="1344970" y="1978453"/>
            <a:ext cx="306000" cy="8079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12"/>
          <p:cNvCxnSpPr>
            <a:stCxn id="335" idx="0"/>
            <a:endCxn id="334" idx="4"/>
          </p:cNvCxnSpPr>
          <p:nvPr/>
        </p:nvCxnSpPr>
        <p:spPr>
          <a:xfrm flipH="1" rot="5400000">
            <a:off x="2136288" y="1995052"/>
            <a:ext cx="306000" cy="7749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2"/>
          <p:cNvCxnSpPr>
            <a:stCxn id="322" idx="4"/>
            <a:endCxn id="331" idx="0"/>
          </p:cNvCxnSpPr>
          <p:nvPr/>
        </p:nvCxnSpPr>
        <p:spPr>
          <a:xfrm rot="5400000">
            <a:off x="4518954" y="1969903"/>
            <a:ext cx="306000" cy="8250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2"/>
          <p:cNvCxnSpPr>
            <a:stCxn id="328" idx="0"/>
            <a:endCxn id="322" idx="4"/>
          </p:cNvCxnSpPr>
          <p:nvPr/>
        </p:nvCxnSpPr>
        <p:spPr>
          <a:xfrm flipH="1" rot="5400000">
            <a:off x="5310388" y="2003602"/>
            <a:ext cx="306000" cy="7578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12"/>
          <p:cNvCxnSpPr>
            <a:stCxn id="331" idx="4"/>
            <a:endCxn id="332" idx="0"/>
          </p:cNvCxnSpPr>
          <p:nvPr/>
        </p:nvCxnSpPr>
        <p:spPr>
          <a:xfrm flipH="1" rot="-5400000">
            <a:off x="4106813" y="3236302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12"/>
          <p:cNvCxnSpPr>
            <a:stCxn id="332" idx="4"/>
            <a:endCxn id="333" idx="0"/>
          </p:cNvCxnSpPr>
          <p:nvPr/>
        </p:nvCxnSpPr>
        <p:spPr>
          <a:xfrm flipH="1" rot="-5400000">
            <a:off x="4106813" y="4090501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12"/>
          <p:cNvCxnSpPr>
            <a:stCxn id="325" idx="0"/>
            <a:endCxn id="324" idx="4"/>
          </p:cNvCxnSpPr>
          <p:nvPr/>
        </p:nvCxnSpPr>
        <p:spPr>
          <a:xfrm rot="-5400000">
            <a:off x="7272363" y="2382202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12"/>
          <p:cNvCxnSpPr>
            <a:stCxn id="326" idx="0"/>
            <a:endCxn id="325" idx="4"/>
          </p:cNvCxnSpPr>
          <p:nvPr/>
        </p:nvCxnSpPr>
        <p:spPr>
          <a:xfrm rot="-5400000">
            <a:off x="7272363" y="3236401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12"/>
          <p:cNvCxnSpPr>
            <a:stCxn id="327" idx="0"/>
            <a:endCxn id="326" idx="4"/>
          </p:cNvCxnSpPr>
          <p:nvPr/>
        </p:nvCxnSpPr>
        <p:spPr>
          <a:xfrm rot="-5400000">
            <a:off x="7272363" y="4090599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12"/>
          <p:cNvCxnSpPr>
            <a:stCxn id="329" idx="0"/>
            <a:endCxn id="328" idx="4"/>
          </p:cNvCxnSpPr>
          <p:nvPr/>
        </p:nvCxnSpPr>
        <p:spPr>
          <a:xfrm rot="-5400000">
            <a:off x="5689588" y="3236401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12"/>
          <p:cNvCxnSpPr>
            <a:stCxn id="330" idx="0"/>
            <a:endCxn id="329" idx="4"/>
          </p:cNvCxnSpPr>
          <p:nvPr/>
        </p:nvCxnSpPr>
        <p:spPr>
          <a:xfrm rot="-5400000">
            <a:off x="5689588" y="4090599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12"/>
          <p:cNvCxnSpPr>
            <a:stCxn id="336" idx="0"/>
            <a:endCxn id="335" idx="4"/>
          </p:cNvCxnSpPr>
          <p:nvPr/>
        </p:nvCxnSpPr>
        <p:spPr>
          <a:xfrm rot="-5400000">
            <a:off x="2524038" y="3236401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12"/>
          <p:cNvCxnSpPr>
            <a:stCxn id="337" idx="0"/>
            <a:endCxn id="336" idx="4"/>
          </p:cNvCxnSpPr>
          <p:nvPr/>
        </p:nvCxnSpPr>
        <p:spPr>
          <a:xfrm rot="-5400000">
            <a:off x="2524038" y="4090599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2"/>
          <p:cNvCxnSpPr>
            <a:stCxn id="338" idx="4"/>
            <a:endCxn id="339" idx="0"/>
          </p:cNvCxnSpPr>
          <p:nvPr/>
        </p:nvCxnSpPr>
        <p:spPr>
          <a:xfrm flipH="1" rot="-5400000">
            <a:off x="941263" y="3236302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12"/>
          <p:cNvCxnSpPr>
            <a:stCxn id="339" idx="4"/>
            <a:endCxn id="340" idx="0"/>
          </p:cNvCxnSpPr>
          <p:nvPr/>
        </p:nvCxnSpPr>
        <p:spPr>
          <a:xfrm flipH="1" rot="-5400000">
            <a:off x="941263" y="4090501"/>
            <a:ext cx="306000" cy="600"/>
          </a:xfrm>
          <a:prstGeom prst="bentConnector3">
            <a:avLst>
              <a:gd fmla="val 50016" name="adj1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5" name="Google Shape;385;p12"/>
          <p:cNvSpPr txBox="1"/>
          <p:nvPr>
            <p:ph idx="26" type="subTitle"/>
          </p:nvPr>
        </p:nvSpPr>
        <p:spPr>
          <a:xfrm>
            <a:off x="1447199" y="36219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6" name="Google Shape;386;p12"/>
          <p:cNvSpPr txBox="1"/>
          <p:nvPr>
            <p:ph idx="27" type="subTitle"/>
          </p:nvPr>
        </p:nvSpPr>
        <p:spPr>
          <a:xfrm>
            <a:off x="1447199" y="34854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7" name="Google Shape;387;p12"/>
          <p:cNvSpPr txBox="1"/>
          <p:nvPr>
            <p:ph idx="28" type="subTitle"/>
          </p:nvPr>
        </p:nvSpPr>
        <p:spPr>
          <a:xfrm>
            <a:off x="1447199" y="44761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8" name="Google Shape;388;p12"/>
          <p:cNvSpPr txBox="1"/>
          <p:nvPr>
            <p:ph idx="29" type="subTitle"/>
          </p:nvPr>
        </p:nvSpPr>
        <p:spPr>
          <a:xfrm>
            <a:off x="1447199" y="43396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9" name="Google Shape;389;p12"/>
          <p:cNvSpPr txBox="1"/>
          <p:nvPr>
            <p:ph idx="30" type="subTitle"/>
          </p:nvPr>
        </p:nvSpPr>
        <p:spPr>
          <a:xfrm>
            <a:off x="3029972" y="27677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0" name="Google Shape;390;p12"/>
          <p:cNvSpPr txBox="1"/>
          <p:nvPr>
            <p:ph idx="31" type="subTitle"/>
          </p:nvPr>
        </p:nvSpPr>
        <p:spPr>
          <a:xfrm>
            <a:off x="3029972" y="26312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1" name="Google Shape;391;p12"/>
          <p:cNvSpPr txBox="1"/>
          <p:nvPr>
            <p:ph idx="32" type="subTitle"/>
          </p:nvPr>
        </p:nvSpPr>
        <p:spPr>
          <a:xfrm>
            <a:off x="3029972" y="36219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2" name="Google Shape;392;p12"/>
          <p:cNvSpPr txBox="1"/>
          <p:nvPr>
            <p:ph idx="33" type="subTitle"/>
          </p:nvPr>
        </p:nvSpPr>
        <p:spPr>
          <a:xfrm>
            <a:off x="3029972" y="34854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3" name="Google Shape;393;p12"/>
          <p:cNvSpPr txBox="1"/>
          <p:nvPr>
            <p:ph idx="34" type="subTitle"/>
          </p:nvPr>
        </p:nvSpPr>
        <p:spPr>
          <a:xfrm>
            <a:off x="3029972" y="44761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4" name="Google Shape;394;p12"/>
          <p:cNvSpPr txBox="1"/>
          <p:nvPr>
            <p:ph idx="35" type="subTitle"/>
          </p:nvPr>
        </p:nvSpPr>
        <p:spPr>
          <a:xfrm>
            <a:off x="3029972" y="43396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5" name="Google Shape;395;p12"/>
          <p:cNvSpPr txBox="1"/>
          <p:nvPr>
            <p:ph idx="36" type="subTitle"/>
          </p:nvPr>
        </p:nvSpPr>
        <p:spPr>
          <a:xfrm>
            <a:off x="4612747" y="27677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6" name="Google Shape;396;p12"/>
          <p:cNvSpPr txBox="1"/>
          <p:nvPr>
            <p:ph idx="37" type="subTitle"/>
          </p:nvPr>
        </p:nvSpPr>
        <p:spPr>
          <a:xfrm>
            <a:off x="4612747" y="26312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7" name="Google Shape;397;p12"/>
          <p:cNvSpPr txBox="1"/>
          <p:nvPr>
            <p:ph idx="38" type="subTitle"/>
          </p:nvPr>
        </p:nvSpPr>
        <p:spPr>
          <a:xfrm>
            <a:off x="4612747" y="36219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8" name="Google Shape;398;p12"/>
          <p:cNvSpPr txBox="1"/>
          <p:nvPr>
            <p:ph idx="39" type="subTitle"/>
          </p:nvPr>
        </p:nvSpPr>
        <p:spPr>
          <a:xfrm>
            <a:off x="4612747" y="34854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99" name="Google Shape;399;p12"/>
          <p:cNvSpPr txBox="1"/>
          <p:nvPr>
            <p:ph idx="40" type="subTitle"/>
          </p:nvPr>
        </p:nvSpPr>
        <p:spPr>
          <a:xfrm>
            <a:off x="4612747" y="44761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0" name="Google Shape;400;p12"/>
          <p:cNvSpPr txBox="1"/>
          <p:nvPr>
            <p:ph idx="41" type="subTitle"/>
          </p:nvPr>
        </p:nvSpPr>
        <p:spPr>
          <a:xfrm>
            <a:off x="4612747" y="43396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1" name="Google Shape;401;p12"/>
          <p:cNvSpPr txBox="1"/>
          <p:nvPr>
            <p:ph idx="42" type="subTitle"/>
          </p:nvPr>
        </p:nvSpPr>
        <p:spPr>
          <a:xfrm>
            <a:off x="6195522" y="27677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2" name="Google Shape;402;p12"/>
          <p:cNvSpPr txBox="1"/>
          <p:nvPr>
            <p:ph idx="43" type="subTitle"/>
          </p:nvPr>
        </p:nvSpPr>
        <p:spPr>
          <a:xfrm>
            <a:off x="6195522" y="26312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3" name="Google Shape;403;p12"/>
          <p:cNvSpPr txBox="1"/>
          <p:nvPr>
            <p:ph idx="44" type="subTitle"/>
          </p:nvPr>
        </p:nvSpPr>
        <p:spPr>
          <a:xfrm>
            <a:off x="6195522" y="36219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12"/>
          <p:cNvSpPr txBox="1"/>
          <p:nvPr>
            <p:ph idx="45" type="subTitle"/>
          </p:nvPr>
        </p:nvSpPr>
        <p:spPr>
          <a:xfrm>
            <a:off x="6195522" y="34854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5" name="Google Shape;405;p12"/>
          <p:cNvSpPr txBox="1"/>
          <p:nvPr>
            <p:ph idx="46" type="subTitle"/>
          </p:nvPr>
        </p:nvSpPr>
        <p:spPr>
          <a:xfrm>
            <a:off x="6195522" y="44761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6" name="Google Shape;406;p12"/>
          <p:cNvSpPr txBox="1"/>
          <p:nvPr>
            <p:ph idx="47" type="subTitle"/>
          </p:nvPr>
        </p:nvSpPr>
        <p:spPr>
          <a:xfrm>
            <a:off x="6195522" y="43396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7" name="Google Shape;407;p12"/>
          <p:cNvSpPr txBox="1"/>
          <p:nvPr>
            <p:ph idx="48" type="subTitle"/>
          </p:nvPr>
        </p:nvSpPr>
        <p:spPr>
          <a:xfrm>
            <a:off x="7778297" y="27677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8" name="Google Shape;408;p12"/>
          <p:cNvSpPr txBox="1"/>
          <p:nvPr>
            <p:ph idx="49" type="subTitle"/>
          </p:nvPr>
        </p:nvSpPr>
        <p:spPr>
          <a:xfrm>
            <a:off x="7778297" y="2631251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09" name="Google Shape;409;p12"/>
          <p:cNvSpPr txBox="1"/>
          <p:nvPr>
            <p:ph idx="50" type="subTitle"/>
          </p:nvPr>
        </p:nvSpPr>
        <p:spPr>
          <a:xfrm>
            <a:off x="7778297" y="36219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12"/>
          <p:cNvSpPr txBox="1"/>
          <p:nvPr>
            <p:ph idx="51" type="subTitle"/>
          </p:nvPr>
        </p:nvSpPr>
        <p:spPr>
          <a:xfrm>
            <a:off x="7778297" y="3485450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1" name="Google Shape;411;p12"/>
          <p:cNvSpPr txBox="1"/>
          <p:nvPr>
            <p:ph idx="52" type="subTitle"/>
          </p:nvPr>
        </p:nvSpPr>
        <p:spPr>
          <a:xfrm>
            <a:off x="7778297" y="44761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2" name="Google Shape;412;p12"/>
          <p:cNvSpPr txBox="1"/>
          <p:nvPr>
            <p:ph idx="53" type="subTitle"/>
          </p:nvPr>
        </p:nvSpPr>
        <p:spPr>
          <a:xfrm>
            <a:off x="7778297" y="4339648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3" name="Google Shape;413;p12"/>
          <p:cNvSpPr txBox="1"/>
          <p:nvPr>
            <p:ph idx="54" type="subTitle"/>
          </p:nvPr>
        </p:nvSpPr>
        <p:spPr>
          <a:xfrm>
            <a:off x="411475" y="1863853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4" name="Google Shape;414;p12"/>
          <p:cNvSpPr txBox="1"/>
          <p:nvPr>
            <p:ph idx="55" type="subTitle"/>
          </p:nvPr>
        </p:nvSpPr>
        <p:spPr>
          <a:xfrm>
            <a:off x="411475" y="1027229"/>
            <a:ext cx="365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None/>
              <a:defRPr b="1" sz="9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000"/>
              <a:buNone/>
              <a:defRPr b="1"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15" name="Google Shape;415;p12"/>
          <p:cNvSpPr txBox="1"/>
          <p:nvPr>
            <p:ph idx="56" type="subTitle"/>
          </p:nvPr>
        </p:nvSpPr>
        <p:spPr>
          <a:xfrm>
            <a:off x="7778297" y="19157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6" name="Google Shape;416;p12"/>
          <p:cNvSpPr txBox="1"/>
          <p:nvPr>
            <p:ph idx="57" type="subTitle"/>
          </p:nvPr>
        </p:nvSpPr>
        <p:spPr>
          <a:xfrm>
            <a:off x="7778297" y="17792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7" name="Google Shape;417;p12"/>
          <p:cNvSpPr txBox="1"/>
          <p:nvPr>
            <p:ph idx="58" type="subTitle"/>
          </p:nvPr>
        </p:nvSpPr>
        <p:spPr>
          <a:xfrm>
            <a:off x="5437688" y="19157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8" name="Google Shape;418;p12"/>
          <p:cNvSpPr txBox="1"/>
          <p:nvPr>
            <p:ph idx="59" type="subTitle"/>
          </p:nvPr>
        </p:nvSpPr>
        <p:spPr>
          <a:xfrm>
            <a:off x="5437688" y="17792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19" name="Google Shape;419;p12"/>
          <p:cNvSpPr txBox="1"/>
          <p:nvPr>
            <p:ph idx="60" type="subTitle"/>
          </p:nvPr>
        </p:nvSpPr>
        <p:spPr>
          <a:xfrm>
            <a:off x="2255154" y="19157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0" name="Google Shape;420;p12"/>
          <p:cNvSpPr txBox="1"/>
          <p:nvPr>
            <p:ph idx="61" type="subTitle"/>
          </p:nvPr>
        </p:nvSpPr>
        <p:spPr>
          <a:xfrm>
            <a:off x="2255154" y="17792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21" name="Google Shape;421;p12"/>
          <p:cNvSpPr txBox="1"/>
          <p:nvPr>
            <p:ph idx="62" type="subTitle"/>
          </p:nvPr>
        </p:nvSpPr>
        <p:spPr>
          <a:xfrm>
            <a:off x="5437688" y="10779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12"/>
          <p:cNvSpPr txBox="1"/>
          <p:nvPr>
            <p:ph idx="63" type="subTitle"/>
          </p:nvPr>
        </p:nvSpPr>
        <p:spPr>
          <a:xfrm>
            <a:off x="5437688" y="941405"/>
            <a:ext cx="86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None/>
              <a:defRPr b="1" sz="8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 Only">
  <p:cSld name="Title Only with subtitle _2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3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6" name="Google Shape;426;p13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>
            <p:ph idx="1" type="subTitle"/>
          </p:nvPr>
        </p:nvSpPr>
        <p:spPr>
          <a:xfrm>
            <a:off x="415575" y="740275"/>
            <a:ext cx="8312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2"/>
              </a:buClr>
              <a:buSzPts val="1200"/>
              <a:buFont typeface="Poppins"/>
              <a:buNone/>
              <a:defRPr sz="1200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pic>
        <p:nvPicPr>
          <p:cNvPr id="430" name="Google Shape;430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64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One Column">
  <p:cSld name="Title Only 1_3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3" name="Google Shape;433;p14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 txBox="1"/>
          <p:nvPr>
            <p:ph idx="1" type="body"/>
          </p:nvPr>
        </p:nvSpPr>
        <p:spPr>
          <a:xfrm>
            <a:off x="415625" y="1009650"/>
            <a:ext cx="83127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437" name="Google Shape;43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Title Only 1_3_1_2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0" name="Google Shape;440;p15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5"/>
          <p:cNvSpPr txBox="1"/>
          <p:nvPr>
            <p:ph idx="1" type="body"/>
          </p:nvPr>
        </p:nvSpPr>
        <p:spPr>
          <a:xfrm>
            <a:off x="415625" y="1009650"/>
            <a:ext cx="38802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44" name="Google Shape;444;p15"/>
          <p:cNvSpPr txBox="1"/>
          <p:nvPr>
            <p:ph idx="2" type="body"/>
          </p:nvPr>
        </p:nvSpPr>
        <p:spPr>
          <a:xfrm>
            <a:off x="4844750" y="1009650"/>
            <a:ext cx="38802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445" name="Google Shape;445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with Headings">
  <p:cSld name="Title Only 1_3_2_1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6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8" name="Google Shape;448;p16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6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 txBox="1"/>
          <p:nvPr>
            <p:ph idx="1" type="body"/>
          </p:nvPr>
        </p:nvSpPr>
        <p:spPr>
          <a:xfrm>
            <a:off x="415625" y="1409550"/>
            <a:ext cx="38772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2" name="Google Shape;452;p16"/>
          <p:cNvSpPr txBox="1"/>
          <p:nvPr>
            <p:ph idx="2" type="subTitle"/>
          </p:nvPr>
        </p:nvSpPr>
        <p:spPr>
          <a:xfrm>
            <a:off x="415625" y="975400"/>
            <a:ext cx="3877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3" name="Google Shape;453;p16"/>
          <p:cNvSpPr txBox="1"/>
          <p:nvPr>
            <p:ph idx="3" type="body"/>
          </p:nvPr>
        </p:nvSpPr>
        <p:spPr>
          <a:xfrm>
            <a:off x="4851125" y="1409550"/>
            <a:ext cx="38772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4" name="Google Shape;454;p16"/>
          <p:cNvSpPr txBox="1"/>
          <p:nvPr>
            <p:ph idx="4" type="subTitle"/>
          </p:nvPr>
        </p:nvSpPr>
        <p:spPr>
          <a:xfrm>
            <a:off x="4851125" y="975400"/>
            <a:ext cx="38772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55" name="Google Shape;45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Title Only 1_3_1_1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7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8" name="Google Shape;458;p17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7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7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7"/>
          <p:cNvSpPr txBox="1"/>
          <p:nvPr>
            <p:ph idx="1" type="body"/>
          </p:nvPr>
        </p:nvSpPr>
        <p:spPr>
          <a:xfrm>
            <a:off x="415625" y="1009650"/>
            <a:ext cx="26487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62" name="Google Shape;462;p17"/>
          <p:cNvSpPr txBox="1"/>
          <p:nvPr>
            <p:ph idx="2" type="body"/>
          </p:nvPr>
        </p:nvSpPr>
        <p:spPr>
          <a:xfrm>
            <a:off x="6076250" y="1009650"/>
            <a:ext cx="26487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63" name="Google Shape;463;p17"/>
          <p:cNvSpPr txBox="1"/>
          <p:nvPr>
            <p:ph idx="3" type="body"/>
          </p:nvPr>
        </p:nvSpPr>
        <p:spPr>
          <a:xfrm>
            <a:off x="3247819" y="1009650"/>
            <a:ext cx="2648700" cy="3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464" name="Google Shape;4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with Headings">
  <p:cSld name="Title Only 1_3_2_1_1_1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8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7" name="Google Shape;467;p18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 txBox="1"/>
          <p:nvPr>
            <p:ph idx="1" type="body"/>
          </p:nvPr>
        </p:nvSpPr>
        <p:spPr>
          <a:xfrm>
            <a:off x="415625" y="1409550"/>
            <a:ext cx="26517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71" name="Google Shape;471;p18"/>
          <p:cNvSpPr txBox="1"/>
          <p:nvPr>
            <p:ph idx="2" type="subTitle"/>
          </p:nvPr>
        </p:nvSpPr>
        <p:spPr>
          <a:xfrm>
            <a:off x="415625" y="975400"/>
            <a:ext cx="26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2" name="Google Shape;472;p18"/>
          <p:cNvSpPr txBox="1"/>
          <p:nvPr>
            <p:ph idx="3" type="body"/>
          </p:nvPr>
        </p:nvSpPr>
        <p:spPr>
          <a:xfrm>
            <a:off x="3246125" y="1409550"/>
            <a:ext cx="26517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73" name="Google Shape;473;p18"/>
          <p:cNvSpPr txBox="1"/>
          <p:nvPr>
            <p:ph idx="4" type="subTitle"/>
          </p:nvPr>
        </p:nvSpPr>
        <p:spPr>
          <a:xfrm>
            <a:off x="3246125" y="975400"/>
            <a:ext cx="26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74" name="Google Shape;474;p18"/>
          <p:cNvSpPr txBox="1"/>
          <p:nvPr>
            <p:ph idx="5" type="body"/>
          </p:nvPr>
        </p:nvSpPr>
        <p:spPr>
          <a:xfrm>
            <a:off x="6076625" y="1409550"/>
            <a:ext cx="2651700" cy="3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75" name="Google Shape;475;p18"/>
          <p:cNvSpPr txBox="1"/>
          <p:nvPr>
            <p:ph idx="6" type="subTitle"/>
          </p:nvPr>
        </p:nvSpPr>
        <p:spPr>
          <a:xfrm>
            <a:off x="6076625" y="975400"/>
            <a:ext cx="26517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b="1" sz="1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/>
        </p:txBody>
      </p:sp>
      <p:pic>
        <p:nvPicPr>
          <p:cNvPr id="476" name="Google Shape;47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68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/Agenda - Style 2">
  <p:cSld name="Title Only 1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9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 txBox="1"/>
          <p:nvPr>
            <p:ph type="title"/>
          </p:nvPr>
        </p:nvSpPr>
        <p:spPr>
          <a:xfrm>
            <a:off x="415625" y="372600"/>
            <a:ext cx="7680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2" name="Google Shape;482;p19"/>
          <p:cNvSpPr/>
          <p:nvPr/>
        </p:nvSpPr>
        <p:spPr>
          <a:xfrm flipH="1" rot="5400000">
            <a:off x="8245407" y="-63326"/>
            <a:ext cx="843246" cy="953938"/>
          </a:xfrm>
          <a:custGeom>
            <a:rect b="b" l="l" r="r" t="t"/>
            <a:pathLst>
              <a:path extrusionOk="0" h="953938" w="843246">
                <a:moveTo>
                  <a:pt x="843246" y="953827"/>
                </a:moveTo>
                <a:lnTo>
                  <a:pt x="843246" y="756569"/>
                </a:lnTo>
                <a:lnTo>
                  <a:pt x="842143" y="756680"/>
                </a:lnTo>
                <a:cubicBezTo>
                  <a:pt x="485983" y="756680"/>
                  <a:pt x="197258" y="467955"/>
                  <a:pt x="197258" y="111795"/>
                </a:cubicBezTo>
                <a:lnTo>
                  <a:pt x="214160" y="0"/>
                </a:lnTo>
                <a:lnTo>
                  <a:pt x="11270" y="0"/>
                </a:lnTo>
                <a:lnTo>
                  <a:pt x="0" y="111795"/>
                </a:lnTo>
                <a:cubicBezTo>
                  <a:pt x="0" y="576898"/>
                  <a:pt x="377040" y="953938"/>
                  <a:pt x="842143" y="953938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 txBox="1"/>
          <p:nvPr>
            <p:ph idx="1" type="subTitle"/>
          </p:nvPr>
        </p:nvSpPr>
        <p:spPr>
          <a:xfrm>
            <a:off x="877423" y="1033704"/>
            <a:ext cx="77073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84" name="Google Shape;484;p19"/>
          <p:cNvSpPr txBox="1"/>
          <p:nvPr>
            <p:ph idx="2" type="subTitle"/>
          </p:nvPr>
        </p:nvSpPr>
        <p:spPr>
          <a:xfrm>
            <a:off x="411475" y="1033700"/>
            <a:ext cx="2262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85" name="Google Shape;485;p19"/>
          <p:cNvSpPr txBox="1"/>
          <p:nvPr>
            <p:ph idx="3" type="subTitle"/>
          </p:nvPr>
        </p:nvSpPr>
        <p:spPr>
          <a:xfrm>
            <a:off x="636566" y="1033704"/>
            <a:ext cx="101700" cy="38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1800"/>
              </a:spcBef>
              <a:spcAft>
                <a:spcPts val="18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486" name="Google Shape;486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70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opics/Agenda - Style 1">
  <p:cSld name="Title Only 1_1_2"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0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 txBox="1"/>
          <p:nvPr>
            <p:ph type="title"/>
          </p:nvPr>
        </p:nvSpPr>
        <p:spPr>
          <a:xfrm>
            <a:off x="415625" y="372600"/>
            <a:ext cx="76809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2" name="Google Shape;492;p20"/>
          <p:cNvSpPr/>
          <p:nvPr/>
        </p:nvSpPr>
        <p:spPr>
          <a:xfrm flipH="1" rot="5400000">
            <a:off x="8245407" y="-63326"/>
            <a:ext cx="843246" cy="953938"/>
          </a:xfrm>
          <a:custGeom>
            <a:rect b="b" l="l" r="r" t="t"/>
            <a:pathLst>
              <a:path extrusionOk="0" h="953938" w="843246">
                <a:moveTo>
                  <a:pt x="843246" y="953827"/>
                </a:moveTo>
                <a:lnTo>
                  <a:pt x="843246" y="756569"/>
                </a:lnTo>
                <a:lnTo>
                  <a:pt x="842143" y="756680"/>
                </a:lnTo>
                <a:cubicBezTo>
                  <a:pt x="485983" y="756680"/>
                  <a:pt x="197258" y="467955"/>
                  <a:pt x="197258" y="111795"/>
                </a:cubicBezTo>
                <a:lnTo>
                  <a:pt x="214160" y="0"/>
                </a:lnTo>
                <a:lnTo>
                  <a:pt x="11270" y="0"/>
                </a:lnTo>
                <a:lnTo>
                  <a:pt x="0" y="111795"/>
                </a:lnTo>
                <a:cubicBezTo>
                  <a:pt x="0" y="576898"/>
                  <a:pt x="377040" y="953938"/>
                  <a:pt x="842143" y="953938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0"/>
          <p:cNvSpPr txBox="1"/>
          <p:nvPr>
            <p:ph idx="1" type="subTitle"/>
          </p:nvPr>
        </p:nvSpPr>
        <p:spPr>
          <a:xfrm>
            <a:off x="884026" y="126507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4" name="Google Shape;494;p20"/>
          <p:cNvSpPr txBox="1"/>
          <p:nvPr>
            <p:ph idx="2" type="subTitle"/>
          </p:nvPr>
        </p:nvSpPr>
        <p:spPr>
          <a:xfrm>
            <a:off x="415625" y="126507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5" name="Google Shape;495;p20"/>
          <p:cNvSpPr txBox="1"/>
          <p:nvPr>
            <p:ph idx="3" type="subTitle"/>
          </p:nvPr>
        </p:nvSpPr>
        <p:spPr>
          <a:xfrm>
            <a:off x="643165" y="126507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96" name="Google Shape;496;p20"/>
          <p:cNvSpPr txBox="1"/>
          <p:nvPr>
            <p:ph idx="4" type="subTitle"/>
          </p:nvPr>
        </p:nvSpPr>
        <p:spPr>
          <a:xfrm>
            <a:off x="884026" y="196880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97" name="Google Shape;497;p20"/>
          <p:cNvSpPr txBox="1"/>
          <p:nvPr>
            <p:ph idx="5" type="subTitle"/>
          </p:nvPr>
        </p:nvSpPr>
        <p:spPr>
          <a:xfrm>
            <a:off x="415625" y="1968800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8" name="Google Shape;498;p20"/>
          <p:cNvSpPr txBox="1"/>
          <p:nvPr>
            <p:ph idx="6" type="subTitle"/>
          </p:nvPr>
        </p:nvSpPr>
        <p:spPr>
          <a:xfrm>
            <a:off x="643165" y="1968800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99" name="Google Shape;499;p20"/>
          <p:cNvSpPr txBox="1"/>
          <p:nvPr>
            <p:ph idx="7" type="subTitle"/>
          </p:nvPr>
        </p:nvSpPr>
        <p:spPr>
          <a:xfrm>
            <a:off x="884026" y="267252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0" name="Google Shape;500;p20"/>
          <p:cNvSpPr txBox="1"/>
          <p:nvPr>
            <p:ph idx="8" type="subTitle"/>
          </p:nvPr>
        </p:nvSpPr>
        <p:spPr>
          <a:xfrm>
            <a:off x="415625" y="267252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1" name="Google Shape;501;p20"/>
          <p:cNvSpPr txBox="1"/>
          <p:nvPr>
            <p:ph idx="9" type="subTitle"/>
          </p:nvPr>
        </p:nvSpPr>
        <p:spPr>
          <a:xfrm>
            <a:off x="643165" y="267252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02" name="Google Shape;502;p20"/>
          <p:cNvSpPr txBox="1"/>
          <p:nvPr>
            <p:ph idx="13" type="subTitle"/>
          </p:nvPr>
        </p:nvSpPr>
        <p:spPr>
          <a:xfrm>
            <a:off x="884026" y="337625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3" name="Google Shape;503;p20"/>
          <p:cNvSpPr txBox="1"/>
          <p:nvPr>
            <p:ph idx="14" type="subTitle"/>
          </p:nvPr>
        </p:nvSpPr>
        <p:spPr>
          <a:xfrm>
            <a:off x="415625" y="3376250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4" name="Google Shape;504;p20"/>
          <p:cNvSpPr txBox="1"/>
          <p:nvPr>
            <p:ph idx="15" type="subTitle"/>
          </p:nvPr>
        </p:nvSpPr>
        <p:spPr>
          <a:xfrm>
            <a:off x="643165" y="3376250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05" name="Google Shape;505;p20"/>
          <p:cNvSpPr txBox="1"/>
          <p:nvPr>
            <p:ph idx="16" type="subTitle"/>
          </p:nvPr>
        </p:nvSpPr>
        <p:spPr>
          <a:xfrm>
            <a:off x="884026" y="407997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6" name="Google Shape;506;p20"/>
          <p:cNvSpPr txBox="1"/>
          <p:nvPr>
            <p:ph idx="17" type="subTitle"/>
          </p:nvPr>
        </p:nvSpPr>
        <p:spPr>
          <a:xfrm>
            <a:off x="415625" y="407997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07" name="Google Shape;507;p20"/>
          <p:cNvSpPr txBox="1"/>
          <p:nvPr>
            <p:ph idx="18" type="subTitle"/>
          </p:nvPr>
        </p:nvSpPr>
        <p:spPr>
          <a:xfrm>
            <a:off x="643165" y="407997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08" name="Google Shape;508;p20"/>
          <p:cNvSpPr txBox="1"/>
          <p:nvPr>
            <p:ph idx="19" type="subTitle"/>
          </p:nvPr>
        </p:nvSpPr>
        <p:spPr>
          <a:xfrm>
            <a:off x="5444401" y="126507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9" name="Google Shape;509;p20"/>
          <p:cNvSpPr txBox="1"/>
          <p:nvPr>
            <p:ph idx="20" type="subTitle"/>
          </p:nvPr>
        </p:nvSpPr>
        <p:spPr>
          <a:xfrm>
            <a:off x="4976000" y="126507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0" name="Google Shape;510;p20"/>
          <p:cNvSpPr txBox="1"/>
          <p:nvPr>
            <p:ph idx="21" type="subTitle"/>
          </p:nvPr>
        </p:nvSpPr>
        <p:spPr>
          <a:xfrm>
            <a:off x="5203540" y="126507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11" name="Google Shape;511;p20"/>
          <p:cNvSpPr txBox="1"/>
          <p:nvPr>
            <p:ph idx="22" type="subTitle"/>
          </p:nvPr>
        </p:nvSpPr>
        <p:spPr>
          <a:xfrm>
            <a:off x="5444401" y="196880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2" name="Google Shape;512;p20"/>
          <p:cNvSpPr txBox="1"/>
          <p:nvPr>
            <p:ph idx="23" type="subTitle"/>
          </p:nvPr>
        </p:nvSpPr>
        <p:spPr>
          <a:xfrm>
            <a:off x="4976000" y="1968800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3" name="Google Shape;513;p20"/>
          <p:cNvSpPr txBox="1"/>
          <p:nvPr>
            <p:ph idx="24" type="subTitle"/>
          </p:nvPr>
        </p:nvSpPr>
        <p:spPr>
          <a:xfrm>
            <a:off x="5203540" y="1968800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14" name="Google Shape;514;p20"/>
          <p:cNvSpPr txBox="1"/>
          <p:nvPr>
            <p:ph idx="25" type="subTitle"/>
          </p:nvPr>
        </p:nvSpPr>
        <p:spPr>
          <a:xfrm>
            <a:off x="5444401" y="267252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5" name="Google Shape;515;p20"/>
          <p:cNvSpPr txBox="1"/>
          <p:nvPr>
            <p:ph idx="26" type="subTitle"/>
          </p:nvPr>
        </p:nvSpPr>
        <p:spPr>
          <a:xfrm>
            <a:off x="4976000" y="267252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6" name="Google Shape;516;p20"/>
          <p:cNvSpPr txBox="1"/>
          <p:nvPr>
            <p:ph idx="27" type="subTitle"/>
          </p:nvPr>
        </p:nvSpPr>
        <p:spPr>
          <a:xfrm>
            <a:off x="5203540" y="267252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17" name="Google Shape;517;p20"/>
          <p:cNvSpPr txBox="1"/>
          <p:nvPr>
            <p:ph idx="28" type="subTitle"/>
          </p:nvPr>
        </p:nvSpPr>
        <p:spPr>
          <a:xfrm>
            <a:off x="5444401" y="3376250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18" name="Google Shape;518;p20"/>
          <p:cNvSpPr txBox="1"/>
          <p:nvPr>
            <p:ph idx="29" type="subTitle"/>
          </p:nvPr>
        </p:nvSpPr>
        <p:spPr>
          <a:xfrm>
            <a:off x="4976000" y="3376250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19" name="Google Shape;519;p20"/>
          <p:cNvSpPr txBox="1"/>
          <p:nvPr>
            <p:ph idx="30" type="subTitle"/>
          </p:nvPr>
        </p:nvSpPr>
        <p:spPr>
          <a:xfrm>
            <a:off x="5203540" y="3376250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20" name="Google Shape;520;p20"/>
          <p:cNvSpPr txBox="1"/>
          <p:nvPr>
            <p:ph idx="31" type="subTitle"/>
          </p:nvPr>
        </p:nvSpPr>
        <p:spPr>
          <a:xfrm>
            <a:off x="5444401" y="4079975"/>
            <a:ext cx="3291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21" name="Google Shape;521;p20"/>
          <p:cNvSpPr txBox="1"/>
          <p:nvPr>
            <p:ph idx="32" type="subTitle"/>
          </p:nvPr>
        </p:nvSpPr>
        <p:spPr>
          <a:xfrm>
            <a:off x="4976000" y="4079975"/>
            <a:ext cx="228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2" name="Google Shape;522;p20"/>
          <p:cNvSpPr txBox="1"/>
          <p:nvPr>
            <p:ph idx="33" type="subTitle"/>
          </p:nvPr>
        </p:nvSpPr>
        <p:spPr>
          <a:xfrm>
            <a:off x="5203540" y="4079975"/>
            <a:ext cx="10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buSzPts val="1000"/>
              <a:buNone/>
              <a:defRPr b="1" sz="1000">
                <a:solidFill>
                  <a:schemeClr val="accent3"/>
                </a:solidFill>
              </a:defRPr>
            </a:lvl9pPr>
          </a:lstStyle>
          <a:p/>
        </p:txBody>
      </p:sp>
      <p:pic>
        <p:nvPicPr>
          <p:cNvPr id="523" name="Google Shape;52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18">
          <p15:clr>
            <a:srgbClr val="FA7B17"/>
          </p15:clr>
        </p15:guide>
        <p15:guide id="2" orient="horz" pos="3070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Column (Vertical Style)">
  <p:cSld name="Title Only with subtitle _1_1_1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1"/>
          <p:cNvSpPr/>
          <p:nvPr/>
        </p:nvSpPr>
        <p:spPr>
          <a:xfrm>
            <a:off x="0" y="0"/>
            <a:ext cx="22683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1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1"/>
          <p:cNvSpPr txBox="1"/>
          <p:nvPr>
            <p:ph type="title"/>
          </p:nvPr>
        </p:nvSpPr>
        <p:spPr>
          <a:xfrm>
            <a:off x="415625" y="372600"/>
            <a:ext cx="1635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530" name="Google Shape;53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3070">
          <p15:clr>
            <a:srgbClr val="FA7B17"/>
          </p15:clr>
        </p15:guide>
        <p15:guide id="4" orient="horz" pos="235">
          <p15:clr>
            <a:srgbClr val="FA7B17"/>
          </p15:clr>
        </p15:guide>
        <p15:guide id="5" pos="1665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2"/>
          <p:cNvSpPr/>
          <p:nvPr/>
        </p:nvSpPr>
        <p:spPr>
          <a:xfrm>
            <a:off x="0" y="0"/>
            <a:ext cx="118800" cy="118800"/>
          </a:xfrm>
          <a:prstGeom prst="rect">
            <a:avLst/>
          </a:prstGeom>
          <a:solidFill>
            <a:srgbClr val="E26C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2"/>
          <p:cNvSpPr/>
          <p:nvPr/>
        </p:nvSpPr>
        <p:spPr>
          <a:xfrm>
            <a:off x="146704" y="0"/>
            <a:ext cx="118800" cy="118800"/>
          </a:xfrm>
          <a:prstGeom prst="rect">
            <a:avLst/>
          </a:prstGeom>
          <a:solidFill>
            <a:srgbClr val="B25B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2"/>
          <p:cNvSpPr/>
          <p:nvPr/>
        </p:nvSpPr>
        <p:spPr>
          <a:xfrm>
            <a:off x="293409" y="0"/>
            <a:ext cx="118800" cy="118800"/>
          </a:xfrm>
          <a:prstGeom prst="rect">
            <a:avLst/>
          </a:prstGeom>
          <a:solidFill>
            <a:srgbClr val="FF665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2"/>
          <p:cNvSpPr/>
          <p:nvPr/>
        </p:nvSpPr>
        <p:spPr>
          <a:xfrm>
            <a:off x="440113" y="0"/>
            <a:ext cx="118800" cy="118800"/>
          </a:xfrm>
          <a:prstGeom prst="rect">
            <a:avLst/>
          </a:prstGeom>
          <a:solidFill>
            <a:srgbClr val="AC77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2"/>
          <p:cNvSpPr/>
          <p:nvPr/>
        </p:nvSpPr>
        <p:spPr>
          <a:xfrm>
            <a:off x="0" y="0"/>
            <a:ext cx="1031400" cy="94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70">
          <p15:clr>
            <a:srgbClr val="FA7B17"/>
          </p15:clr>
        </p15:guide>
        <p15:guide id="2" orient="horz" pos="3070">
          <p15:clr>
            <a:srgbClr val="FA7B17"/>
          </p15:clr>
        </p15:guide>
        <p15:guide id="3" pos="259">
          <p15:clr>
            <a:srgbClr val="FA7B17"/>
          </p15:clr>
        </p15:guide>
        <p15:guide id="4" pos="5501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5 Photos Style 1">
  <p:cSld name="Title Only 1_2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3"/>
          <p:cNvSpPr/>
          <p:nvPr/>
        </p:nvSpPr>
        <p:spPr>
          <a:xfrm>
            <a:off x="0" y="0"/>
            <a:ext cx="9144000" cy="2241900"/>
          </a:xfrm>
          <a:prstGeom prst="rect">
            <a:avLst/>
          </a:prstGeom>
          <a:solidFill>
            <a:srgbClr val="000000">
              <a:alpha val="4313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3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3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3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3" name="Google Shape;543;p23"/>
          <p:cNvSpPr/>
          <p:nvPr>
            <p:ph idx="2" type="pic"/>
          </p:nvPr>
        </p:nvSpPr>
        <p:spPr>
          <a:xfrm>
            <a:off x="7178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23"/>
          <p:cNvSpPr/>
          <p:nvPr/>
        </p:nvSpPr>
        <p:spPr>
          <a:xfrm flipH="1" rot="5400000">
            <a:off x="8942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23"/>
          <p:cNvCxnSpPr/>
          <p:nvPr/>
        </p:nvCxnSpPr>
        <p:spPr>
          <a:xfrm>
            <a:off x="6206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46" name="Google Shape;546;p23"/>
          <p:cNvSpPr txBox="1"/>
          <p:nvPr>
            <p:ph idx="1" type="subTitle"/>
          </p:nvPr>
        </p:nvSpPr>
        <p:spPr>
          <a:xfrm>
            <a:off x="4435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47" name="Google Shape;547;p23"/>
          <p:cNvSpPr txBox="1"/>
          <p:nvPr>
            <p:ph idx="3" type="subTitle"/>
          </p:nvPr>
        </p:nvSpPr>
        <p:spPr>
          <a:xfrm>
            <a:off x="4435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48" name="Google Shape;548;p23"/>
          <p:cNvSpPr txBox="1"/>
          <p:nvPr>
            <p:ph idx="4" type="subTitle"/>
          </p:nvPr>
        </p:nvSpPr>
        <p:spPr>
          <a:xfrm>
            <a:off x="4435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49" name="Google Shape;549;p23"/>
          <p:cNvSpPr/>
          <p:nvPr>
            <p:ph idx="5" type="pic"/>
          </p:nvPr>
        </p:nvSpPr>
        <p:spPr>
          <a:xfrm>
            <a:off x="23934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23"/>
          <p:cNvSpPr/>
          <p:nvPr/>
        </p:nvSpPr>
        <p:spPr>
          <a:xfrm flipH="1" rot="5400000">
            <a:off x="25698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1" name="Google Shape;551;p23"/>
          <p:cNvCxnSpPr/>
          <p:nvPr/>
        </p:nvCxnSpPr>
        <p:spPr>
          <a:xfrm>
            <a:off x="22962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2" name="Google Shape;552;p23"/>
          <p:cNvSpPr txBox="1"/>
          <p:nvPr>
            <p:ph idx="6" type="subTitle"/>
          </p:nvPr>
        </p:nvSpPr>
        <p:spPr>
          <a:xfrm>
            <a:off x="21191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3" name="Google Shape;553;p23"/>
          <p:cNvSpPr txBox="1"/>
          <p:nvPr>
            <p:ph idx="7" type="subTitle"/>
          </p:nvPr>
        </p:nvSpPr>
        <p:spPr>
          <a:xfrm>
            <a:off x="21191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54" name="Google Shape;554;p23"/>
          <p:cNvSpPr txBox="1"/>
          <p:nvPr>
            <p:ph idx="8" type="subTitle"/>
          </p:nvPr>
        </p:nvSpPr>
        <p:spPr>
          <a:xfrm>
            <a:off x="21191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5" name="Google Shape;555;p23"/>
          <p:cNvSpPr/>
          <p:nvPr>
            <p:ph idx="9" type="pic"/>
          </p:nvPr>
        </p:nvSpPr>
        <p:spPr>
          <a:xfrm>
            <a:off x="40690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23"/>
          <p:cNvSpPr/>
          <p:nvPr/>
        </p:nvSpPr>
        <p:spPr>
          <a:xfrm flipH="1" rot="5400000">
            <a:off x="42454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7" name="Google Shape;557;p23"/>
          <p:cNvCxnSpPr/>
          <p:nvPr/>
        </p:nvCxnSpPr>
        <p:spPr>
          <a:xfrm>
            <a:off x="39718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8" name="Google Shape;558;p23"/>
          <p:cNvSpPr txBox="1"/>
          <p:nvPr>
            <p:ph idx="13" type="subTitle"/>
          </p:nvPr>
        </p:nvSpPr>
        <p:spPr>
          <a:xfrm>
            <a:off x="37947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59" name="Google Shape;559;p23"/>
          <p:cNvSpPr txBox="1"/>
          <p:nvPr>
            <p:ph idx="14" type="subTitle"/>
          </p:nvPr>
        </p:nvSpPr>
        <p:spPr>
          <a:xfrm>
            <a:off x="37947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5" type="subTitle"/>
          </p:nvPr>
        </p:nvSpPr>
        <p:spPr>
          <a:xfrm>
            <a:off x="37947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61" name="Google Shape;561;p23"/>
          <p:cNvSpPr/>
          <p:nvPr>
            <p:ph idx="16" type="pic"/>
          </p:nvPr>
        </p:nvSpPr>
        <p:spPr>
          <a:xfrm>
            <a:off x="57446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23"/>
          <p:cNvSpPr/>
          <p:nvPr/>
        </p:nvSpPr>
        <p:spPr>
          <a:xfrm flipH="1" rot="5400000">
            <a:off x="59210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3" name="Google Shape;563;p23"/>
          <p:cNvCxnSpPr/>
          <p:nvPr/>
        </p:nvCxnSpPr>
        <p:spPr>
          <a:xfrm>
            <a:off x="56474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64" name="Google Shape;564;p23"/>
          <p:cNvSpPr txBox="1"/>
          <p:nvPr>
            <p:ph idx="17" type="subTitle"/>
          </p:nvPr>
        </p:nvSpPr>
        <p:spPr>
          <a:xfrm>
            <a:off x="54703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65" name="Google Shape;565;p23"/>
          <p:cNvSpPr txBox="1"/>
          <p:nvPr>
            <p:ph idx="18" type="subTitle"/>
          </p:nvPr>
        </p:nvSpPr>
        <p:spPr>
          <a:xfrm>
            <a:off x="54703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66" name="Google Shape;566;p23"/>
          <p:cNvSpPr txBox="1"/>
          <p:nvPr>
            <p:ph idx="19" type="subTitle"/>
          </p:nvPr>
        </p:nvSpPr>
        <p:spPr>
          <a:xfrm>
            <a:off x="54703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67" name="Google Shape;567;p23"/>
          <p:cNvSpPr/>
          <p:nvPr>
            <p:ph idx="20" type="pic"/>
          </p:nvPr>
        </p:nvSpPr>
        <p:spPr>
          <a:xfrm>
            <a:off x="74202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23"/>
          <p:cNvSpPr/>
          <p:nvPr/>
        </p:nvSpPr>
        <p:spPr>
          <a:xfrm flipH="1" rot="5400000">
            <a:off x="75966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9" name="Google Shape;569;p23"/>
          <p:cNvCxnSpPr/>
          <p:nvPr/>
        </p:nvCxnSpPr>
        <p:spPr>
          <a:xfrm>
            <a:off x="73230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0" name="Google Shape;570;p23"/>
          <p:cNvSpPr txBox="1"/>
          <p:nvPr>
            <p:ph idx="21" type="subTitle"/>
          </p:nvPr>
        </p:nvSpPr>
        <p:spPr>
          <a:xfrm>
            <a:off x="71459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71" name="Google Shape;571;p23"/>
          <p:cNvSpPr txBox="1"/>
          <p:nvPr>
            <p:ph idx="22" type="subTitle"/>
          </p:nvPr>
        </p:nvSpPr>
        <p:spPr>
          <a:xfrm>
            <a:off x="71459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72" name="Google Shape;572;p23"/>
          <p:cNvSpPr txBox="1"/>
          <p:nvPr>
            <p:ph idx="23" type="subTitle"/>
          </p:nvPr>
        </p:nvSpPr>
        <p:spPr>
          <a:xfrm>
            <a:off x="71459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pic>
        <p:nvPicPr>
          <p:cNvPr id="573" name="Google Shape;57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518">
          <p15:clr>
            <a:srgbClr val="FA7B17"/>
          </p15:clr>
        </p15:guide>
        <p15:guide id="4" orient="horz" pos="3068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5 Photos Style 2">
  <p:cSld name="Title Only 1_2_2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4"/>
          <p:cNvSpPr/>
          <p:nvPr/>
        </p:nvSpPr>
        <p:spPr>
          <a:xfrm>
            <a:off x="0" y="0"/>
            <a:ext cx="9144000" cy="2241900"/>
          </a:xfrm>
          <a:prstGeom prst="rect">
            <a:avLst/>
          </a:prstGeom>
          <a:gradFill>
            <a:gsLst>
              <a:gs pos="0">
                <a:srgbClr val="FF4E02">
                  <a:alpha val="4313"/>
                </a:srgbClr>
              </a:gs>
              <a:gs pos="48000">
                <a:srgbClr val="F69323">
                  <a:alpha val="4313"/>
                </a:srgbClr>
              </a:gs>
              <a:gs pos="100000">
                <a:srgbClr val="FABC75">
                  <a:alpha val="4313"/>
                </a:srgbClr>
              </a:gs>
            </a:gsLst>
            <a:lin ang="1619866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4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4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8" name="Google Shape;578;p24"/>
          <p:cNvSpPr/>
          <p:nvPr>
            <p:ph idx="2" type="pic"/>
          </p:nvPr>
        </p:nvSpPr>
        <p:spPr>
          <a:xfrm>
            <a:off x="7178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p24"/>
          <p:cNvSpPr/>
          <p:nvPr/>
        </p:nvSpPr>
        <p:spPr>
          <a:xfrm flipH="1" rot="5400000">
            <a:off x="8942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4"/>
          <p:cNvSpPr/>
          <p:nvPr>
            <p:ph idx="3" type="pic"/>
          </p:nvPr>
        </p:nvSpPr>
        <p:spPr>
          <a:xfrm>
            <a:off x="23934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4"/>
          <p:cNvSpPr/>
          <p:nvPr/>
        </p:nvSpPr>
        <p:spPr>
          <a:xfrm flipH="1" rot="5400000">
            <a:off x="25698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4"/>
          <p:cNvSpPr/>
          <p:nvPr>
            <p:ph idx="4" type="pic"/>
          </p:nvPr>
        </p:nvSpPr>
        <p:spPr>
          <a:xfrm>
            <a:off x="40690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3" name="Google Shape;583;p24"/>
          <p:cNvSpPr/>
          <p:nvPr/>
        </p:nvSpPr>
        <p:spPr>
          <a:xfrm flipH="1" rot="5400000">
            <a:off x="42454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4"/>
          <p:cNvSpPr/>
          <p:nvPr>
            <p:ph idx="5" type="pic"/>
          </p:nvPr>
        </p:nvSpPr>
        <p:spPr>
          <a:xfrm>
            <a:off x="57446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24"/>
          <p:cNvSpPr/>
          <p:nvPr/>
        </p:nvSpPr>
        <p:spPr>
          <a:xfrm flipH="1" rot="5400000">
            <a:off x="59210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/>
          <p:nvPr>
            <p:ph idx="6" type="pic"/>
          </p:nvPr>
        </p:nvSpPr>
        <p:spPr>
          <a:xfrm>
            <a:off x="7420250" y="1748969"/>
            <a:ext cx="1005900" cy="10059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24"/>
          <p:cNvSpPr/>
          <p:nvPr/>
        </p:nvSpPr>
        <p:spPr>
          <a:xfrm flipH="1" rot="5400000">
            <a:off x="7596629" y="1915279"/>
            <a:ext cx="653142" cy="1306284"/>
          </a:xfrm>
          <a:custGeom>
            <a:rect b="b" l="l" r="r" t="t"/>
            <a:pathLst>
              <a:path extrusionOk="0" h="1741712" w="870856">
                <a:moveTo>
                  <a:pt x="870856" y="0"/>
                </a:moveTo>
                <a:lnTo>
                  <a:pt x="870856" y="96856"/>
                </a:lnTo>
                <a:cubicBezTo>
                  <a:pt x="443388" y="96856"/>
                  <a:pt x="96856" y="443388"/>
                  <a:pt x="96856" y="870856"/>
                </a:cubicBezTo>
                <a:cubicBezTo>
                  <a:pt x="96856" y="1298324"/>
                  <a:pt x="443388" y="1644856"/>
                  <a:pt x="870856" y="1644856"/>
                </a:cubicBezTo>
                <a:lnTo>
                  <a:pt x="870856" y="1741712"/>
                </a:lnTo>
                <a:cubicBezTo>
                  <a:pt x="389896" y="1741712"/>
                  <a:pt x="0" y="1351816"/>
                  <a:pt x="0" y="870856"/>
                </a:cubicBezTo>
                <a:cubicBezTo>
                  <a:pt x="0" y="389896"/>
                  <a:pt x="389896" y="0"/>
                  <a:pt x="87085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8" name="Google Shape;58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24"/>
          <p:cNvCxnSpPr/>
          <p:nvPr/>
        </p:nvCxnSpPr>
        <p:spPr>
          <a:xfrm>
            <a:off x="6206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0" name="Google Shape;590;p24"/>
          <p:cNvSpPr txBox="1"/>
          <p:nvPr>
            <p:ph idx="1" type="subTitle"/>
          </p:nvPr>
        </p:nvSpPr>
        <p:spPr>
          <a:xfrm>
            <a:off x="4435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91" name="Google Shape;591;p24"/>
          <p:cNvSpPr txBox="1"/>
          <p:nvPr>
            <p:ph idx="7" type="subTitle"/>
          </p:nvPr>
        </p:nvSpPr>
        <p:spPr>
          <a:xfrm>
            <a:off x="4435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2" name="Google Shape;592;p24"/>
          <p:cNvSpPr txBox="1"/>
          <p:nvPr>
            <p:ph idx="8" type="subTitle"/>
          </p:nvPr>
        </p:nvSpPr>
        <p:spPr>
          <a:xfrm>
            <a:off x="4435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593" name="Google Shape;593;p24"/>
          <p:cNvCxnSpPr/>
          <p:nvPr/>
        </p:nvCxnSpPr>
        <p:spPr>
          <a:xfrm>
            <a:off x="22962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4" name="Google Shape;594;p24"/>
          <p:cNvSpPr txBox="1"/>
          <p:nvPr>
            <p:ph idx="9" type="subTitle"/>
          </p:nvPr>
        </p:nvSpPr>
        <p:spPr>
          <a:xfrm>
            <a:off x="21191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95" name="Google Shape;595;p24"/>
          <p:cNvSpPr txBox="1"/>
          <p:nvPr>
            <p:ph idx="13" type="subTitle"/>
          </p:nvPr>
        </p:nvSpPr>
        <p:spPr>
          <a:xfrm>
            <a:off x="21191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96" name="Google Shape;596;p24"/>
          <p:cNvSpPr txBox="1"/>
          <p:nvPr>
            <p:ph idx="14" type="subTitle"/>
          </p:nvPr>
        </p:nvSpPr>
        <p:spPr>
          <a:xfrm>
            <a:off x="21191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597" name="Google Shape;597;p24"/>
          <p:cNvCxnSpPr/>
          <p:nvPr/>
        </p:nvCxnSpPr>
        <p:spPr>
          <a:xfrm>
            <a:off x="39718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98" name="Google Shape;598;p24"/>
          <p:cNvSpPr txBox="1"/>
          <p:nvPr>
            <p:ph idx="15" type="subTitle"/>
          </p:nvPr>
        </p:nvSpPr>
        <p:spPr>
          <a:xfrm>
            <a:off x="37947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99" name="Google Shape;599;p24"/>
          <p:cNvSpPr txBox="1"/>
          <p:nvPr>
            <p:ph idx="16" type="subTitle"/>
          </p:nvPr>
        </p:nvSpPr>
        <p:spPr>
          <a:xfrm>
            <a:off x="37947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0" name="Google Shape;600;p24"/>
          <p:cNvSpPr txBox="1"/>
          <p:nvPr>
            <p:ph idx="17" type="subTitle"/>
          </p:nvPr>
        </p:nvSpPr>
        <p:spPr>
          <a:xfrm>
            <a:off x="37947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601" name="Google Shape;601;p24"/>
          <p:cNvCxnSpPr/>
          <p:nvPr/>
        </p:nvCxnSpPr>
        <p:spPr>
          <a:xfrm>
            <a:off x="56474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2" name="Google Shape;602;p24"/>
          <p:cNvSpPr txBox="1"/>
          <p:nvPr>
            <p:ph idx="18" type="subTitle"/>
          </p:nvPr>
        </p:nvSpPr>
        <p:spPr>
          <a:xfrm>
            <a:off x="54703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03" name="Google Shape;603;p24"/>
          <p:cNvSpPr txBox="1"/>
          <p:nvPr>
            <p:ph idx="19" type="subTitle"/>
          </p:nvPr>
        </p:nvSpPr>
        <p:spPr>
          <a:xfrm>
            <a:off x="54703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4" name="Google Shape;604;p24"/>
          <p:cNvSpPr txBox="1"/>
          <p:nvPr>
            <p:ph idx="20" type="subTitle"/>
          </p:nvPr>
        </p:nvSpPr>
        <p:spPr>
          <a:xfrm>
            <a:off x="54703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cxnSp>
        <p:nvCxnSpPr>
          <p:cNvPr id="605" name="Google Shape;605;p24"/>
          <p:cNvCxnSpPr/>
          <p:nvPr/>
        </p:nvCxnSpPr>
        <p:spPr>
          <a:xfrm>
            <a:off x="7323050" y="3583327"/>
            <a:ext cx="12003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6" name="Google Shape;606;p24"/>
          <p:cNvSpPr txBox="1"/>
          <p:nvPr>
            <p:ph idx="21" type="subTitle"/>
          </p:nvPr>
        </p:nvSpPr>
        <p:spPr>
          <a:xfrm>
            <a:off x="7145900" y="329067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07" name="Google Shape;607;p24"/>
          <p:cNvSpPr txBox="1"/>
          <p:nvPr>
            <p:ph idx="22" type="subTitle"/>
          </p:nvPr>
        </p:nvSpPr>
        <p:spPr>
          <a:xfrm>
            <a:off x="7145900" y="3050428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b="1" sz="1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08" name="Google Shape;608;p24"/>
          <p:cNvSpPr txBox="1"/>
          <p:nvPr>
            <p:ph idx="23" type="subTitle"/>
          </p:nvPr>
        </p:nvSpPr>
        <p:spPr>
          <a:xfrm>
            <a:off x="7145900" y="37144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518">
          <p15:clr>
            <a:srgbClr val="FA7B17"/>
          </p15:clr>
        </p15:guide>
        <p15:guide id="4" orient="horz" pos="307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/Profile - Style 1">
  <p:cSld name="Title Only 1_2_1"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/>
          <p:nvPr/>
        </p:nvSpPr>
        <p:spPr>
          <a:xfrm flipH="1">
            <a:off x="3386" y="0"/>
            <a:ext cx="3611689" cy="4852035"/>
          </a:xfrm>
          <a:custGeom>
            <a:rect b="b" l="l" r="r" t="t"/>
            <a:pathLst>
              <a:path extrusionOk="0" h="6858000" w="4815585">
                <a:moveTo>
                  <a:pt x="538284" y="0"/>
                </a:moveTo>
                <a:lnTo>
                  <a:pt x="4815585" y="0"/>
                </a:lnTo>
                <a:lnTo>
                  <a:pt x="4815585" y="6854554"/>
                </a:lnTo>
                <a:lnTo>
                  <a:pt x="4679279" y="6858000"/>
                </a:lnTo>
                <a:cubicBezTo>
                  <a:pt x="2094985" y="6858000"/>
                  <a:pt x="0" y="4763015"/>
                  <a:pt x="0" y="2178721"/>
                </a:cubicBezTo>
                <a:cubicBezTo>
                  <a:pt x="0" y="1451888"/>
                  <a:pt x="165717" y="763761"/>
                  <a:pt x="461428" y="150060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5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/>
          <p:nvPr/>
        </p:nvSpPr>
        <p:spPr>
          <a:xfrm>
            <a:off x="799205" y="583350"/>
            <a:ext cx="1371600" cy="1371600"/>
          </a:xfrm>
          <a:prstGeom prst="ellipse">
            <a:avLst/>
          </a:pr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0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 txBox="1"/>
          <p:nvPr>
            <p:ph idx="1" type="subTitle"/>
          </p:nvPr>
        </p:nvSpPr>
        <p:spPr>
          <a:xfrm>
            <a:off x="4160525" y="722229"/>
            <a:ext cx="4572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14" name="Google Shape;614;p25"/>
          <p:cNvSpPr txBox="1"/>
          <p:nvPr>
            <p:ph idx="2" type="subTitle"/>
          </p:nvPr>
        </p:nvSpPr>
        <p:spPr>
          <a:xfrm>
            <a:off x="4160525" y="1213084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5" name="Google Shape;615;p25"/>
          <p:cNvSpPr txBox="1"/>
          <p:nvPr>
            <p:ph idx="3" type="subTitle"/>
          </p:nvPr>
        </p:nvSpPr>
        <p:spPr>
          <a:xfrm>
            <a:off x="4160525" y="1517916"/>
            <a:ext cx="45720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616" name="Google Shape;616;p25"/>
          <p:cNvSpPr txBox="1"/>
          <p:nvPr>
            <p:ph idx="4" type="subTitle"/>
          </p:nvPr>
        </p:nvSpPr>
        <p:spPr>
          <a:xfrm>
            <a:off x="4160525" y="2984434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7" name="Google Shape;617;p25"/>
          <p:cNvSpPr txBox="1"/>
          <p:nvPr>
            <p:ph idx="5" type="subTitle"/>
          </p:nvPr>
        </p:nvSpPr>
        <p:spPr>
          <a:xfrm>
            <a:off x="4160525" y="3289266"/>
            <a:ext cx="45720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618" name="Google Shape;618;p25"/>
          <p:cNvSpPr txBox="1"/>
          <p:nvPr>
            <p:ph idx="6" type="subTitle"/>
          </p:nvPr>
        </p:nvSpPr>
        <p:spPr>
          <a:xfrm>
            <a:off x="720750" y="2450042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19" name="Google Shape;619;p25"/>
          <p:cNvSpPr txBox="1"/>
          <p:nvPr>
            <p:ph idx="7" type="subTitle"/>
          </p:nvPr>
        </p:nvSpPr>
        <p:spPr>
          <a:xfrm>
            <a:off x="720750" y="21717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000"/>
              <a:buNone/>
              <a:defRPr b="1"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0" name="Google Shape;620;p25"/>
          <p:cNvSpPr/>
          <p:nvPr>
            <p:ph idx="8" type="pic"/>
          </p:nvPr>
        </p:nvSpPr>
        <p:spPr>
          <a:xfrm>
            <a:off x="890705" y="674850"/>
            <a:ext cx="1188600" cy="1188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621" name="Google Shape;62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3068">
          <p15:clr>
            <a:srgbClr val="FA7B17"/>
          </p15:clr>
        </p15:guide>
        <p15:guide id="4" orient="horz" pos="170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o/Profile - Style 2">
  <p:cSld name="Title Only 1_2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6"/>
          <p:cNvSpPr/>
          <p:nvPr/>
        </p:nvSpPr>
        <p:spPr>
          <a:xfrm flipH="1">
            <a:off x="3386" y="0"/>
            <a:ext cx="3611689" cy="4852035"/>
          </a:xfrm>
          <a:custGeom>
            <a:rect b="b" l="l" r="r" t="t"/>
            <a:pathLst>
              <a:path extrusionOk="0" h="6858000" w="4815585">
                <a:moveTo>
                  <a:pt x="538284" y="0"/>
                </a:moveTo>
                <a:lnTo>
                  <a:pt x="4815585" y="0"/>
                </a:lnTo>
                <a:lnTo>
                  <a:pt x="4815585" y="6854554"/>
                </a:lnTo>
                <a:lnTo>
                  <a:pt x="4679279" y="6858000"/>
                </a:lnTo>
                <a:cubicBezTo>
                  <a:pt x="2094985" y="6858000"/>
                  <a:pt x="0" y="4763015"/>
                  <a:pt x="0" y="2178721"/>
                </a:cubicBezTo>
                <a:cubicBezTo>
                  <a:pt x="0" y="1451888"/>
                  <a:pt x="165717" y="763761"/>
                  <a:pt x="461428" y="150060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19866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6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6"/>
          <p:cNvSpPr txBox="1"/>
          <p:nvPr>
            <p:ph idx="1" type="subTitle"/>
          </p:nvPr>
        </p:nvSpPr>
        <p:spPr>
          <a:xfrm>
            <a:off x="4160525" y="975400"/>
            <a:ext cx="4572000" cy="2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b="1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26" name="Google Shape;626;p26"/>
          <p:cNvSpPr txBox="1"/>
          <p:nvPr>
            <p:ph idx="2" type="subTitle"/>
          </p:nvPr>
        </p:nvSpPr>
        <p:spPr>
          <a:xfrm>
            <a:off x="4160525" y="146625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27" name="Google Shape;627;p26"/>
          <p:cNvSpPr txBox="1"/>
          <p:nvPr>
            <p:ph idx="3" type="subTitle"/>
          </p:nvPr>
        </p:nvSpPr>
        <p:spPr>
          <a:xfrm>
            <a:off x="4160525" y="1771087"/>
            <a:ext cx="45720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628" name="Google Shape;628;p26"/>
          <p:cNvSpPr txBox="1"/>
          <p:nvPr>
            <p:ph idx="4" type="subTitle"/>
          </p:nvPr>
        </p:nvSpPr>
        <p:spPr>
          <a:xfrm>
            <a:off x="4160525" y="3237605"/>
            <a:ext cx="4572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sz="11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29" name="Google Shape;629;p26"/>
          <p:cNvSpPr txBox="1"/>
          <p:nvPr>
            <p:ph idx="5" type="subTitle"/>
          </p:nvPr>
        </p:nvSpPr>
        <p:spPr>
          <a:xfrm>
            <a:off x="4160525" y="3542437"/>
            <a:ext cx="45720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630" name="Google Shape;630;p26"/>
          <p:cNvSpPr txBox="1"/>
          <p:nvPr>
            <p:ph idx="6" type="subTitle"/>
          </p:nvPr>
        </p:nvSpPr>
        <p:spPr>
          <a:xfrm>
            <a:off x="720750" y="2450042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1" name="Google Shape;631;p26"/>
          <p:cNvSpPr txBox="1"/>
          <p:nvPr>
            <p:ph idx="7" type="subTitle"/>
          </p:nvPr>
        </p:nvSpPr>
        <p:spPr>
          <a:xfrm>
            <a:off x="720750" y="2171700"/>
            <a:ext cx="1554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1000"/>
              <a:buNone/>
              <a:defRPr b="1"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2" name="Google Shape;632;p26"/>
          <p:cNvSpPr/>
          <p:nvPr>
            <p:ph idx="8" type="pic"/>
          </p:nvPr>
        </p:nvSpPr>
        <p:spPr>
          <a:xfrm>
            <a:off x="890705" y="674850"/>
            <a:ext cx="1188600" cy="11886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633" name="Google Shape;6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3068">
          <p15:clr>
            <a:srgbClr val="FA7B17"/>
          </p15:clr>
        </p15:guide>
        <p15:guide id="4" orient="horz" pos="170">
          <p15:clr>
            <a:srgbClr val="FA7B17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and Description">
  <p:cSld name="Title Only with subtitle _1_1_1_1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7"/>
          <p:cNvSpPr/>
          <p:nvPr/>
        </p:nvSpPr>
        <p:spPr>
          <a:xfrm>
            <a:off x="0" y="0"/>
            <a:ext cx="45441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/>
          <p:nvPr/>
        </p:nvSpPr>
        <p:spPr>
          <a:xfrm>
            <a:off x="8844446" y="4871162"/>
            <a:ext cx="228600" cy="2295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b="0" i="0" lang="en-US" sz="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7"/>
          <p:cNvSpPr/>
          <p:nvPr/>
        </p:nvSpPr>
        <p:spPr>
          <a:xfrm>
            <a:off x="2" y="0"/>
            <a:ext cx="226157" cy="260447"/>
          </a:xfrm>
          <a:custGeom>
            <a:rect b="b" l="l" r="r" t="t"/>
            <a:pathLst>
              <a:path extrusionOk="0" h="1929234" w="1675237">
                <a:moveTo>
                  <a:pt x="461556" y="1897854"/>
                </a:moveTo>
                <a:lnTo>
                  <a:pt x="469774" y="1899513"/>
                </a:lnTo>
                <a:lnTo>
                  <a:pt x="443985" y="1904118"/>
                </a:lnTo>
                <a:lnTo>
                  <a:pt x="449737" y="1900240"/>
                </a:lnTo>
                <a:cubicBezTo>
                  <a:pt x="453370" y="1898704"/>
                  <a:pt x="457364" y="1897854"/>
                  <a:pt x="461556" y="1897854"/>
                </a:cubicBezTo>
                <a:close/>
                <a:moveTo>
                  <a:pt x="389002" y="1897854"/>
                </a:moveTo>
                <a:cubicBezTo>
                  <a:pt x="397386" y="1897854"/>
                  <a:pt x="404977" y="1901253"/>
                  <a:pt x="410472" y="1906747"/>
                </a:cubicBezTo>
                <a:lnTo>
                  <a:pt x="411766" y="1909872"/>
                </a:lnTo>
                <a:lnTo>
                  <a:pt x="400388" y="1911904"/>
                </a:lnTo>
                <a:lnTo>
                  <a:pt x="363451" y="1916598"/>
                </a:lnTo>
                <a:lnTo>
                  <a:pt x="367531" y="1906747"/>
                </a:lnTo>
                <a:cubicBezTo>
                  <a:pt x="373026" y="1901253"/>
                  <a:pt x="380617" y="1897854"/>
                  <a:pt x="389002" y="1897854"/>
                </a:cubicBezTo>
                <a:close/>
                <a:moveTo>
                  <a:pt x="316447" y="1897854"/>
                </a:moveTo>
                <a:cubicBezTo>
                  <a:pt x="324832" y="1897854"/>
                  <a:pt x="332422" y="1901253"/>
                  <a:pt x="337917" y="1906747"/>
                </a:cubicBezTo>
                <a:lnTo>
                  <a:pt x="343070" y="1919187"/>
                </a:lnTo>
                <a:lnTo>
                  <a:pt x="325117" y="1921469"/>
                </a:lnTo>
                <a:lnTo>
                  <a:pt x="287700" y="1924314"/>
                </a:lnTo>
                <a:lnTo>
                  <a:pt x="294977" y="1906747"/>
                </a:lnTo>
                <a:cubicBezTo>
                  <a:pt x="300471" y="1901253"/>
                  <a:pt x="308062" y="1897854"/>
                  <a:pt x="316447" y="1897854"/>
                </a:cubicBezTo>
                <a:close/>
                <a:moveTo>
                  <a:pt x="243892" y="1897854"/>
                </a:moveTo>
                <a:cubicBezTo>
                  <a:pt x="252277" y="1897854"/>
                  <a:pt x="259868" y="1901253"/>
                  <a:pt x="265363" y="1906747"/>
                </a:cubicBezTo>
                <a:lnTo>
                  <a:pt x="273099" y="1925425"/>
                </a:lnTo>
                <a:lnTo>
                  <a:pt x="248735" y="1927277"/>
                </a:lnTo>
                <a:lnTo>
                  <a:pt x="213550" y="1928167"/>
                </a:lnTo>
                <a:lnTo>
                  <a:pt x="222422" y="1906747"/>
                </a:lnTo>
                <a:cubicBezTo>
                  <a:pt x="227917" y="1901253"/>
                  <a:pt x="235508" y="1897854"/>
                  <a:pt x="243892" y="1897854"/>
                </a:cubicBezTo>
                <a:close/>
                <a:moveTo>
                  <a:pt x="171339" y="1897854"/>
                </a:moveTo>
                <a:cubicBezTo>
                  <a:pt x="188107" y="1897854"/>
                  <a:pt x="201701" y="1911448"/>
                  <a:pt x="201701" y="1928218"/>
                </a:cubicBezTo>
                <a:lnTo>
                  <a:pt x="201597" y="1928469"/>
                </a:lnTo>
                <a:lnTo>
                  <a:pt x="171336" y="1929234"/>
                </a:lnTo>
                <a:lnTo>
                  <a:pt x="141087" y="1928469"/>
                </a:lnTo>
                <a:lnTo>
                  <a:pt x="140982" y="1928218"/>
                </a:lnTo>
                <a:cubicBezTo>
                  <a:pt x="140982" y="1911448"/>
                  <a:pt x="154577" y="1897854"/>
                  <a:pt x="171339" y="1897854"/>
                </a:cubicBezTo>
                <a:close/>
                <a:moveTo>
                  <a:pt x="98792" y="1897854"/>
                </a:moveTo>
                <a:cubicBezTo>
                  <a:pt x="107177" y="1897854"/>
                  <a:pt x="114768" y="1901253"/>
                  <a:pt x="120263" y="1906747"/>
                </a:cubicBezTo>
                <a:lnTo>
                  <a:pt x="129135" y="1928167"/>
                </a:lnTo>
                <a:lnTo>
                  <a:pt x="93938" y="1927277"/>
                </a:lnTo>
                <a:lnTo>
                  <a:pt x="69586" y="1925425"/>
                </a:lnTo>
                <a:lnTo>
                  <a:pt x="77322" y="1906747"/>
                </a:lnTo>
                <a:cubicBezTo>
                  <a:pt x="82817" y="1901253"/>
                  <a:pt x="90408" y="1897854"/>
                  <a:pt x="98792" y="1897854"/>
                </a:cubicBezTo>
                <a:close/>
                <a:moveTo>
                  <a:pt x="26239" y="1897854"/>
                </a:moveTo>
                <a:cubicBezTo>
                  <a:pt x="34623" y="1897854"/>
                  <a:pt x="42214" y="1901253"/>
                  <a:pt x="47709" y="1906747"/>
                </a:cubicBezTo>
                <a:lnTo>
                  <a:pt x="54985" y="1924315"/>
                </a:lnTo>
                <a:lnTo>
                  <a:pt x="17556" y="1921469"/>
                </a:lnTo>
                <a:lnTo>
                  <a:pt x="0" y="1919238"/>
                </a:lnTo>
                <a:lnTo>
                  <a:pt x="0" y="1918259"/>
                </a:lnTo>
                <a:lnTo>
                  <a:pt x="4768" y="1906747"/>
                </a:lnTo>
                <a:cubicBezTo>
                  <a:pt x="10263" y="1901253"/>
                  <a:pt x="17854" y="1897854"/>
                  <a:pt x="26239" y="1897854"/>
                </a:cubicBezTo>
                <a:close/>
                <a:moveTo>
                  <a:pt x="679220" y="1817400"/>
                </a:moveTo>
                <a:cubicBezTo>
                  <a:pt x="687604" y="1817400"/>
                  <a:pt x="695195" y="1820799"/>
                  <a:pt x="700690" y="1826293"/>
                </a:cubicBezTo>
                <a:lnTo>
                  <a:pt x="702587" y="1830873"/>
                </a:lnTo>
                <a:lnTo>
                  <a:pt x="649855" y="1850174"/>
                </a:lnTo>
                <a:lnTo>
                  <a:pt x="648856" y="1847763"/>
                </a:lnTo>
                <a:cubicBezTo>
                  <a:pt x="648856" y="1830994"/>
                  <a:pt x="662450" y="1817400"/>
                  <a:pt x="679220" y="1817400"/>
                </a:cubicBezTo>
                <a:close/>
                <a:moveTo>
                  <a:pt x="606665" y="1817400"/>
                </a:moveTo>
                <a:cubicBezTo>
                  <a:pt x="623435" y="1817400"/>
                  <a:pt x="637029" y="1830994"/>
                  <a:pt x="637029" y="1847763"/>
                </a:cubicBezTo>
                <a:lnTo>
                  <a:pt x="633560" y="1856138"/>
                </a:lnTo>
                <a:lnTo>
                  <a:pt x="618594" y="1861615"/>
                </a:lnTo>
                <a:lnTo>
                  <a:pt x="587142" y="1870547"/>
                </a:lnTo>
                <a:lnTo>
                  <a:pt x="585195" y="1869234"/>
                </a:lnTo>
                <a:cubicBezTo>
                  <a:pt x="579700" y="1863739"/>
                  <a:pt x="576302" y="1856148"/>
                  <a:pt x="576302" y="1847763"/>
                </a:cubicBezTo>
                <a:cubicBezTo>
                  <a:pt x="576302" y="1830994"/>
                  <a:pt x="589896" y="1817400"/>
                  <a:pt x="606665" y="1817400"/>
                </a:cubicBezTo>
                <a:close/>
                <a:moveTo>
                  <a:pt x="534111" y="1817400"/>
                </a:moveTo>
                <a:cubicBezTo>
                  <a:pt x="550880" y="1817400"/>
                  <a:pt x="564474" y="1830994"/>
                  <a:pt x="564474" y="1847763"/>
                </a:cubicBezTo>
                <a:cubicBezTo>
                  <a:pt x="564474" y="1864533"/>
                  <a:pt x="550880" y="1878127"/>
                  <a:pt x="534111" y="1878127"/>
                </a:cubicBezTo>
                <a:cubicBezTo>
                  <a:pt x="517341" y="1878127"/>
                  <a:pt x="503747" y="1864533"/>
                  <a:pt x="503747" y="1847763"/>
                </a:cubicBezTo>
                <a:cubicBezTo>
                  <a:pt x="503747" y="1830994"/>
                  <a:pt x="517341" y="1817400"/>
                  <a:pt x="534111" y="1817400"/>
                </a:cubicBezTo>
                <a:close/>
                <a:moveTo>
                  <a:pt x="461556" y="1817400"/>
                </a:moveTo>
                <a:cubicBezTo>
                  <a:pt x="478326" y="1817400"/>
                  <a:pt x="491920" y="1830994"/>
                  <a:pt x="491920" y="1847763"/>
                </a:cubicBezTo>
                <a:cubicBezTo>
                  <a:pt x="491920" y="1864533"/>
                  <a:pt x="478326" y="1878127"/>
                  <a:pt x="461556" y="1878127"/>
                </a:cubicBezTo>
                <a:cubicBezTo>
                  <a:pt x="444787" y="1878127"/>
                  <a:pt x="431192" y="1864533"/>
                  <a:pt x="431192" y="1847763"/>
                </a:cubicBezTo>
                <a:cubicBezTo>
                  <a:pt x="431192" y="1830994"/>
                  <a:pt x="444787" y="1817400"/>
                  <a:pt x="461556" y="1817400"/>
                </a:cubicBezTo>
                <a:close/>
                <a:moveTo>
                  <a:pt x="389002" y="1817400"/>
                </a:moveTo>
                <a:cubicBezTo>
                  <a:pt x="405771" y="1817400"/>
                  <a:pt x="419365" y="1830994"/>
                  <a:pt x="419365" y="1847763"/>
                </a:cubicBezTo>
                <a:cubicBezTo>
                  <a:pt x="419365" y="1864533"/>
                  <a:pt x="405771" y="1878127"/>
                  <a:pt x="389002" y="1878127"/>
                </a:cubicBezTo>
                <a:cubicBezTo>
                  <a:pt x="372232" y="1878127"/>
                  <a:pt x="358638" y="1864533"/>
                  <a:pt x="358638" y="1847763"/>
                </a:cubicBezTo>
                <a:cubicBezTo>
                  <a:pt x="358638" y="1830994"/>
                  <a:pt x="372232" y="1817400"/>
                  <a:pt x="389002" y="1817400"/>
                </a:cubicBezTo>
                <a:close/>
                <a:moveTo>
                  <a:pt x="316447" y="1817400"/>
                </a:moveTo>
                <a:cubicBezTo>
                  <a:pt x="333216" y="1817400"/>
                  <a:pt x="346810" y="1830994"/>
                  <a:pt x="346810" y="1847763"/>
                </a:cubicBezTo>
                <a:cubicBezTo>
                  <a:pt x="346810" y="1864533"/>
                  <a:pt x="333216" y="1878127"/>
                  <a:pt x="316447" y="1878127"/>
                </a:cubicBezTo>
                <a:cubicBezTo>
                  <a:pt x="299677" y="1878127"/>
                  <a:pt x="286084" y="1864533"/>
                  <a:pt x="286084" y="1847763"/>
                </a:cubicBezTo>
                <a:cubicBezTo>
                  <a:pt x="286084" y="1830994"/>
                  <a:pt x="299677" y="1817400"/>
                  <a:pt x="316447" y="1817400"/>
                </a:cubicBezTo>
                <a:close/>
                <a:moveTo>
                  <a:pt x="243892" y="1817400"/>
                </a:moveTo>
                <a:cubicBezTo>
                  <a:pt x="260662" y="1817400"/>
                  <a:pt x="274256" y="1830994"/>
                  <a:pt x="274256" y="1847763"/>
                </a:cubicBezTo>
                <a:cubicBezTo>
                  <a:pt x="274256" y="1864533"/>
                  <a:pt x="260662" y="1878127"/>
                  <a:pt x="243892" y="1878127"/>
                </a:cubicBezTo>
                <a:cubicBezTo>
                  <a:pt x="227123" y="1878127"/>
                  <a:pt x="213529" y="1864533"/>
                  <a:pt x="213529" y="1847763"/>
                </a:cubicBezTo>
                <a:cubicBezTo>
                  <a:pt x="213529" y="1830994"/>
                  <a:pt x="227123" y="1817400"/>
                  <a:pt x="243892" y="1817400"/>
                </a:cubicBezTo>
                <a:close/>
                <a:moveTo>
                  <a:pt x="171339" y="1817400"/>
                </a:moveTo>
                <a:cubicBezTo>
                  <a:pt x="188107" y="1817400"/>
                  <a:pt x="201701" y="1830994"/>
                  <a:pt x="201701" y="1847763"/>
                </a:cubicBezTo>
                <a:cubicBezTo>
                  <a:pt x="201701" y="1864533"/>
                  <a:pt x="188107" y="1878127"/>
                  <a:pt x="171339" y="1878127"/>
                </a:cubicBezTo>
                <a:cubicBezTo>
                  <a:pt x="154583" y="1878127"/>
                  <a:pt x="140989" y="1864533"/>
                  <a:pt x="140989" y="1847763"/>
                </a:cubicBezTo>
                <a:cubicBezTo>
                  <a:pt x="140989" y="1830994"/>
                  <a:pt x="154583" y="1817400"/>
                  <a:pt x="171339" y="1817400"/>
                </a:cubicBezTo>
                <a:close/>
                <a:moveTo>
                  <a:pt x="98799" y="1817400"/>
                </a:moveTo>
                <a:cubicBezTo>
                  <a:pt x="115568" y="1817400"/>
                  <a:pt x="129162" y="1830994"/>
                  <a:pt x="129162" y="1847763"/>
                </a:cubicBezTo>
                <a:cubicBezTo>
                  <a:pt x="129162" y="1864533"/>
                  <a:pt x="115568" y="1878127"/>
                  <a:pt x="98799" y="1878127"/>
                </a:cubicBezTo>
                <a:cubicBezTo>
                  <a:pt x="82029" y="1878127"/>
                  <a:pt x="68435" y="1864533"/>
                  <a:pt x="68435" y="1847763"/>
                </a:cubicBezTo>
                <a:cubicBezTo>
                  <a:pt x="68435" y="1830994"/>
                  <a:pt x="82029" y="1817400"/>
                  <a:pt x="98799" y="1817400"/>
                </a:cubicBezTo>
                <a:close/>
                <a:moveTo>
                  <a:pt x="26245" y="1817400"/>
                </a:moveTo>
                <a:cubicBezTo>
                  <a:pt x="43014" y="1817400"/>
                  <a:pt x="56608" y="1830994"/>
                  <a:pt x="56608" y="1847763"/>
                </a:cubicBezTo>
                <a:cubicBezTo>
                  <a:pt x="56608" y="1864533"/>
                  <a:pt x="43014" y="1878127"/>
                  <a:pt x="26245" y="1878127"/>
                </a:cubicBezTo>
                <a:cubicBezTo>
                  <a:pt x="17860" y="1878127"/>
                  <a:pt x="10269" y="1874729"/>
                  <a:pt x="4775" y="1869234"/>
                </a:cubicBezTo>
                <a:lnTo>
                  <a:pt x="0" y="1857707"/>
                </a:lnTo>
                <a:lnTo>
                  <a:pt x="0" y="1837819"/>
                </a:lnTo>
                <a:lnTo>
                  <a:pt x="4775" y="1826293"/>
                </a:lnTo>
                <a:cubicBezTo>
                  <a:pt x="10269" y="1820799"/>
                  <a:pt x="17860" y="1817400"/>
                  <a:pt x="26245" y="1817400"/>
                </a:cubicBezTo>
                <a:close/>
                <a:moveTo>
                  <a:pt x="896883" y="1736948"/>
                </a:moveTo>
                <a:lnTo>
                  <a:pt x="903696" y="1738324"/>
                </a:lnTo>
                <a:lnTo>
                  <a:pt x="888255" y="1747704"/>
                </a:lnTo>
                <a:lnTo>
                  <a:pt x="871248" y="1755896"/>
                </a:lnTo>
                <a:lnTo>
                  <a:pt x="875413" y="1745841"/>
                </a:lnTo>
                <a:cubicBezTo>
                  <a:pt x="880908" y="1740347"/>
                  <a:pt x="888499" y="1736948"/>
                  <a:pt x="896883" y="1736948"/>
                </a:cubicBezTo>
                <a:close/>
                <a:moveTo>
                  <a:pt x="824329" y="1736948"/>
                </a:moveTo>
                <a:cubicBezTo>
                  <a:pt x="832714" y="1736948"/>
                  <a:pt x="840304" y="1740347"/>
                  <a:pt x="845799" y="1745841"/>
                </a:cubicBezTo>
                <a:lnTo>
                  <a:pt x="853504" y="1764444"/>
                </a:lnTo>
                <a:lnTo>
                  <a:pt x="802910" y="1788817"/>
                </a:lnTo>
                <a:lnTo>
                  <a:pt x="802858" y="1788782"/>
                </a:lnTo>
                <a:cubicBezTo>
                  <a:pt x="797364" y="1783287"/>
                  <a:pt x="793965" y="1775696"/>
                  <a:pt x="793965" y="1767312"/>
                </a:cubicBezTo>
                <a:cubicBezTo>
                  <a:pt x="793965" y="1750542"/>
                  <a:pt x="807559" y="1736948"/>
                  <a:pt x="824329" y="1736948"/>
                </a:cubicBezTo>
                <a:close/>
                <a:moveTo>
                  <a:pt x="751774" y="1736948"/>
                </a:moveTo>
                <a:cubicBezTo>
                  <a:pt x="768544" y="1736948"/>
                  <a:pt x="782138" y="1750542"/>
                  <a:pt x="782138" y="1767312"/>
                </a:cubicBezTo>
                <a:cubicBezTo>
                  <a:pt x="782138" y="1784081"/>
                  <a:pt x="768544" y="1797675"/>
                  <a:pt x="751774" y="1797675"/>
                </a:cubicBezTo>
                <a:cubicBezTo>
                  <a:pt x="735005" y="1797675"/>
                  <a:pt x="721411" y="1784081"/>
                  <a:pt x="721411" y="1767312"/>
                </a:cubicBezTo>
                <a:cubicBezTo>
                  <a:pt x="721411" y="1750542"/>
                  <a:pt x="735005" y="1736948"/>
                  <a:pt x="751774" y="1736948"/>
                </a:cubicBezTo>
                <a:close/>
                <a:moveTo>
                  <a:pt x="679220" y="1736948"/>
                </a:moveTo>
                <a:cubicBezTo>
                  <a:pt x="695989" y="1736948"/>
                  <a:pt x="709583" y="1750542"/>
                  <a:pt x="709583" y="1767312"/>
                </a:cubicBezTo>
                <a:cubicBezTo>
                  <a:pt x="709583" y="1784081"/>
                  <a:pt x="695989" y="1797675"/>
                  <a:pt x="679220" y="1797675"/>
                </a:cubicBezTo>
                <a:cubicBezTo>
                  <a:pt x="662450" y="1797675"/>
                  <a:pt x="648856" y="1784081"/>
                  <a:pt x="648856" y="1767312"/>
                </a:cubicBezTo>
                <a:cubicBezTo>
                  <a:pt x="648856" y="1750542"/>
                  <a:pt x="662450" y="1736948"/>
                  <a:pt x="679220" y="1736948"/>
                </a:cubicBezTo>
                <a:close/>
                <a:moveTo>
                  <a:pt x="606665" y="1736948"/>
                </a:moveTo>
                <a:cubicBezTo>
                  <a:pt x="623435" y="1736948"/>
                  <a:pt x="637029" y="1750542"/>
                  <a:pt x="637029" y="1767312"/>
                </a:cubicBezTo>
                <a:cubicBezTo>
                  <a:pt x="637029" y="1784081"/>
                  <a:pt x="623435" y="1797675"/>
                  <a:pt x="606665" y="1797675"/>
                </a:cubicBezTo>
                <a:cubicBezTo>
                  <a:pt x="589896" y="1797675"/>
                  <a:pt x="576302" y="1784081"/>
                  <a:pt x="576302" y="1767312"/>
                </a:cubicBezTo>
                <a:cubicBezTo>
                  <a:pt x="576302" y="1750542"/>
                  <a:pt x="589896" y="1736948"/>
                  <a:pt x="606665" y="1736948"/>
                </a:cubicBezTo>
                <a:close/>
                <a:moveTo>
                  <a:pt x="534111" y="1736948"/>
                </a:moveTo>
                <a:cubicBezTo>
                  <a:pt x="550880" y="1736948"/>
                  <a:pt x="564474" y="1750542"/>
                  <a:pt x="564474" y="1767312"/>
                </a:cubicBezTo>
                <a:cubicBezTo>
                  <a:pt x="564474" y="1784081"/>
                  <a:pt x="550880" y="1797675"/>
                  <a:pt x="534111" y="1797675"/>
                </a:cubicBezTo>
                <a:cubicBezTo>
                  <a:pt x="517341" y="1797675"/>
                  <a:pt x="503747" y="1784081"/>
                  <a:pt x="503747" y="1767312"/>
                </a:cubicBezTo>
                <a:cubicBezTo>
                  <a:pt x="503747" y="1750542"/>
                  <a:pt x="517341" y="1736948"/>
                  <a:pt x="534111" y="1736948"/>
                </a:cubicBezTo>
                <a:close/>
                <a:moveTo>
                  <a:pt x="461556" y="1736948"/>
                </a:moveTo>
                <a:cubicBezTo>
                  <a:pt x="478326" y="1736948"/>
                  <a:pt x="491920" y="1750542"/>
                  <a:pt x="491920" y="1767312"/>
                </a:cubicBezTo>
                <a:cubicBezTo>
                  <a:pt x="491920" y="1784081"/>
                  <a:pt x="478326" y="1797675"/>
                  <a:pt x="461556" y="1797675"/>
                </a:cubicBezTo>
                <a:cubicBezTo>
                  <a:pt x="444787" y="1797675"/>
                  <a:pt x="431192" y="1784081"/>
                  <a:pt x="431192" y="1767312"/>
                </a:cubicBezTo>
                <a:cubicBezTo>
                  <a:pt x="431192" y="1750542"/>
                  <a:pt x="444787" y="1736948"/>
                  <a:pt x="461556" y="1736948"/>
                </a:cubicBezTo>
                <a:close/>
                <a:moveTo>
                  <a:pt x="389002" y="1736948"/>
                </a:moveTo>
                <a:cubicBezTo>
                  <a:pt x="405771" y="1736948"/>
                  <a:pt x="419365" y="1750542"/>
                  <a:pt x="419365" y="1767312"/>
                </a:cubicBezTo>
                <a:cubicBezTo>
                  <a:pt x="419365" y="1784081"/>
                  <a:pt x="405771" y="1797675"/>
                  <a:pt x="389002" y="1797675"/>
                </a:cubicBezTo>
                <a:cubicBezTo>
                  <a:pt x="372232" y="1797675"/>
                  <a:pt x="358638" y="1784081"/>
                  <a:pt x="358638" y="1767312"/>
                </a:cubicBezTo>
                <a:cubicBezTo>
                  <a:pt x="358638" y="1750542"/>
                  <a:pt x="372232" y="1736948"/>
                  <a:pt x="389002" y="1736948"/>
                </a:cubicBezTo>
                <a:close/>
                <a:moveTo>
                  <a:pt x="316447" y="1736948"/>
                </a:moveTo>
                <a:cubicBezTo>
                  <a:pt x="333216" y="1736948"/>
                  <a:pt x="346810" y="1750542"/>
                  <a:pt x="346810" y="1767312"/>
                </a:cubicBezTo>
                <a:cubicBezTo>
                  <a:pt x="346810" y="1784081"/>
                  <a:pt x="333216" y="1797675"/>
                  <a:pt x="316447" y="1797675"/>
                </a:cubicBezTo>
                <a:cubicBezTo>
                  <a:pt x="299677" y="1797675"/>
                  <a:pt x="286084" y="1784081"/>
                  <a:pt x="286084" y="1767312"/>
                </a:cubicBezTo>
                <a:cubicBezTo>
                  <a:pt x="286084" y="1750542"/>
                  <a:pt x="299677" y="1736948"/>
                  <a:pt x="316447" y="1736948"/>
                </a:cubicBezTo>
                <a:close/>
                <a:moveTo>
                  <a:pt x="243892" y="1736948"/>
                </a:moveTo>
                <a:cubicBezTo>
                  <a:pt x="260662" y="1736948"/>
                  <a:pt x="274256" y="1750542"/>
                  <a:pt x="274256" y="1767312"/>
                </a:cubicBezTo>
                <a:cubicBezTo>
                  <a:pt x="274256" y="1784081"/>
                  <a:pt x="260662" y="1797675"/>
                  <a:pt x="243892" y="1797675"/>
                </a:cubicBezTo>
                <a:cubicBezTo>
                  <a:pt x="227123" y="1797675"/>
                  <a:pt x="213529" y="1784081"/>
                  <a:pt x="213529" y="1767312"/>
                </a:cubicBezTo>
                <a:cubicBezTo>
                  <a:pt x="213529" y="1750542"/>
                  <a:pt x="227123" y="1736948"/>
                  <a:pt x="243892" y="1736948"/>
                </a:cubicBezTo>
                <a:close/>
                <a:moveTo>
                  <a:pt x="171339" y="1736948"/>
                </a:moveTo>
                <a:cubicBezTo>
                  <a:pt x="188107" y="1736948"/>
                  <a:pt x="201701" y="1750542"/>
                  <a:pt x="201701" y="1767312"/>
                </a:cubicBezTo>
                <a:cubicBezTo>
                  <a:pt x="201701" y="1784081"/>
                  <a:pt x="188107" y="1797675"/>
                  <a:pt x="171339" y="1797675"/>
                </a:cubicBezTo>
                <a:cubicBezTo>
                  <a:pt x="154588" y="1797675"/>
                  <a:pt x="140995" y="1784081"/>
                  <a:pt x="140995" y="1767312"/>
                </a:cubicBezTo>
                <a:cubicBezTo>
                  <a:pt x="140995" y="1750542"/>
                  <a:pt x="154588" y="1736948"/>
                  <a:pt x="171339" y="1736948"/>
                </a:cubicBezTo>
                <a:close/>
                <a:moveTo>
                  <a:pt x="98806" y="1736948"/>
                </a:moveTo>
                <a:cubicBezTo>
                  <a:pt x="115574" y="1736948"/>
                  <a:pt x="129168" y="1750542"/>
                  <a:pt x="129168" y="1767312"/>
                </a:cubicBezTo>
                <a:cubicBezTo>
                  <a:pt x="129168" y="1784081"/>
                  <a:pt x="115574" y="1797675"/>
                  <a:pt x="98806" y="1797675"/>
                </a:cubicBezTo>
                <a:cubicBezTo>
                  <a:pt x="82035" y="1797675"/>
                  <a:pt x="68442" y="1784081"/>
                  <a:pt x="68442" y="1767312"/>
                </a:cubicBezTo>
                <a:cubicBezTo>
                  <a:pt x="68442" y="1750542"/>
                  <a:pt x="82035" y="1736948"/>
                  <a:pt x="98806" y="1736948"/>
                </a:cubicBezTo>
                <a:close/>
                <a:moveTo>
                  <a:pt x="26251" y="1736948"/>
                </a:moveTo>
                <a:cubicBezTo>
                  <a:pt x="43020" y="1736948"/>
                  <a:pt x="56614" y="1750542"/>
                  <a:pt x="56614" y="1767312"/>
                </a:cubicBezTo>
                <a:cubicBezTo>
                  <a:pt x="56614" y="1784081"/>
                  <a:pt x="43020" y="1797675"/>
                  <a:pt x="26251" y="1797675"/>
                </a:cubicBezTo>
                <a:cubicBezTo>
                  <a:pt x="17866" y="1797675"/>
                  <a:pt x="10276" y="1794277"/>
                  <a:pt x="4781" y="1788782"/>
                </a:cubicBezTo>
                <a:lnTo>
                  <a:pt x="0" y="1777239"/>
                </a:lnTo>
                <a:lnTo>
                  <a:pt x="0" y="1757384"/>
                </a:lnTo>
                <a:lnTo>
                  <a:pt x="4781" y="1745841"/>
                </a:lnTo>
                <a:cubicBezTo>
                  <a:pt x="10276" y="1740347"/>
                  <a:pt x="17866" y="1736948"/>
                  <a:pt x="26251" y="1736948"/>
                </a:cubicBezTo>
                <a:close/>
                <a:moveTo>
                  <a:pt x="1030341" y="1658849"/>
                </a:moveTo>
                <a:lnTo>
                  <a:pt x="1020041" y="1666551"/>
                </a:lnTo>
                <a:lnTo>
                  <a:pt x="1020522" y="1665390"/>
                </a:lnTo>
                <a:cubicBezTo>
                  <a:pt x="1023269" y="1662642"/>
                  <a:pt x="1026541" y="1660419"/>
                  <a:pt x="1030173" y="1658883"/>
                </a:cubicBezTo>
                <a:close/>
                <a:moveTo>
                  <a:pt x="969438" y="1656497"/>
                </a:moveTo>
                <a:cubicBezTo>
                  <a:pt x="977823" y="1656497"/>
                  <a:pt x="985413" y="1659895"/>
                  <a:pt x="990908" y="1665390"/>
                </a:cubicBezTo>
                <a:lnTo>
                  <a:pt x="997511" y="1681329"/>
                </a:lnTo>
                <a:lnTo>
                  <a:pt x="950384" y="1709959"/>
                </a:lnTo>
                <a:lnTo>
                  <a:pt x="947968" y="1708330"/>
                </a:lnTo>
                <a:cubicBezTo>
                  <a:pt x="942473" y="1702836"/>
                  <a:pt x="939075" y="1695245"/>
                  <a:pt x="939075" y="1686860"/>
                </a:cubicBezTo>
                <a:cubicBezTo>
                  <a:pt x="939075" y="1670091"/>
                  <a:pt x="952669" y="1656497"/>
                  <a:pt x="969438" y="1656497"/>
                </a:cubicBezTo>
                <a:close/>
                <a:moveTo>
                  <a:pt x="896883" y="1656497"/>
                </a:moveTo>
                <a:cubicBezTo>
                  <a:pt x="913653" y="1656497"/>
                  <a:pt x="927247" y="1670091"/>
                  <a:pt x="927247" y="1686860"/>
                </a:cubicBezTo>
                <a:cubicBezTo>
                  <a:pt x="927247" y="1703630"/>
                  <a:pt x="913653" y="1717224"/>
                  <a:pt x="896883" y="1717224"/>
                </a:cubicBezTo>
                <a:cubicBezTo>
                  <a:pt x="880114" y="1717224"/>
                  <a:pt x="866520" y="1703630"/>
                  <a:pt x="866520" y="1686860"/>
                </a:cubicBezTo>
                <a:cubicBezTo>
                  <a:pt x="866520" y="1670091"/>
                  <a:pt x="880114" y="1656497"/>
                  <a:pt x="896883" y="1656497"/>
                </a:cubicBezTo>
                <a:close/>
                <a:moveTo>
                  <a:pt x="824329" y="1656497"/>
                </a:moveTo>
                <a:cubicBezTo>
                  <a:pt x="841098" y="1656497"/>
                  <a:pt x="854692" y="1670091"/>
                  <a:pt x="854692" y="1686860"/>
                </a:cubicBezTo>
                <a:cubicBezTo>
                  <a:pt x="854692" y="1703630"/>
                  <a:pt x="841098" y="1717224"/>
                  <a:pt x="824329" y="1717224"/>
                </a:cubicBezTo>
                <a:cubicBezTo>
                  <a:pt x="807559" y="1717224"/>
                  <a:pt x="793965" y="1703630"/>
                  <a:pt x="793965" y="1686860"/>
                </a:cubicBezTo>
                <a:cubicBezTo>
                  <a:pt x="793965" y="1670091"/>
                  <a:pt x="807559" y="1656497"/>
                  <a:pt x="824329" y="1656497"/>
                </a:cubicBezTo>
                <a:close/>
                <a:moveTo>
                  <a:pt x="751774" y="1656497"/>
                </a:moveTo>
                <a:cubicBezTo>
                  <a:pt x="768544" y="1656497"/>
                  <a:pt x="782138" y="1670091"/>
                  <a:pt x="782138" y="1686860"/>
                </a:cubicBezTo>
                <a:cubicBezTo>
                  <a:pt x="782138" y="1703630"/>
                  <a:pt x="768544" y="1717224"/>
                  <a:pt x="751774" y="1717224"/>
                </a:cubicBezTo>
                <a:cubicBezTo>
                  <a:pt x="735005" y="1717224"/>
                  <a:pt x="721411" y="1703630"/>
                  <a:pt x="721411" y="1686860"/>
                </a:cubicBezTo>
                <a:cubicBezTo>
                  <a:pt x="721411" y="1670091"/>
                  <a:pt x="735005" y="1656497"/>
                  <a:pt x="751774" y="1656497"/>
                </a:cubicBezTo>
                <a:close/>
                <a:moveTo>
                  <a:pt x="679220" y="1656497"/>
                </a:moveTo>
                <a:cubicBezTo>
                  <a:pt x="695989" y="1656497"/>
                  <a:pt x="709583" y="1670091"/>
                  <a:pt x="709583" y="1686860"/>
                </a:cubicBezTo>
                <a:cubicBezTo>
                  <a:pt x="709583" y="1703630"/>
                  <a:pt x="695989" y="1717224"/>
                  <a:pt x="679220" y="1717224"/>
                </a:cubicBezTo>
                <a:cubicBezTo>
                  <a:pt x="662450" y="1717224"/>
                  <a:pt x="648856" y="1703630"/>
                  <a:pt x="648856" y="1686860"/>
                </a:cubicBezTo>
                <a:cubicBezTo>
                  <a:pt x="648856" y="1670091"/>
                  <a:pt x="662450" y="1656497"/>
                  <a:pt x="679220" y="1656497"/>
                </a:cubicBezTo>
                <a:close/>
                <a:moveTo>
                  <a:pt x="606665" y="1656497"/>
                </a:moveTo>
                <a:cubicBezTo>
                  <a:pt x="623435" y="1656497"/>
                  <a:pt x="637029" y="1670091"/>
                  <a:pt x="637029" y="1686860"/>
                </a:cubicBezTo>
                <a:cubicBezTo>
                  <a:pt x="637029" y="1703630"/>
                  <a:pt x="623435" y="1717224"/>
                  <a:pt x="606665" y="1717224"/>
                </a:cubicBezTo>
                <a:cubicBezTo>
                  <a:pt x="589896" y="1717224"/>
                  <a:pt x="576302" y="1703630"/>
                  <a:pt x="576302" y="1686860"/>
                </a:cubicBezTo>
                <a:cubicBezTo>
                  <a:pt x="576302" y="1670091"/>
                  <a:pt x="589896" y="1656497"/>
                  <a:pt x="606665" y="1656497"/>
                </a:cubicBezTo>
                <a:close/>
                <a:moveTo>
                  <a:pt x="534111" y="1656497"/>
                </a:moveTo>
                <a:cubicBezTo>
                  <a:pt x="550880" y="1656497"/>
                  <a:pt x="564474" y="1670091"/>
                  <a:pt x="564474" y="1686860"/>
                </a:cubicBezTo>
                <a:cubicBezTo>
                  <a:pt x="564474" y="1703630"/>
                  <a:pt x="550880" y="1717224"/>
                  <a:pt x="534111" y="1717224"/>
                </a:cubicBezTo>
                <a:cubicBezTo>
                  <a:pt x="517341" y="1717224"/>
                  <a:pt x="503747" y="1703630"/>
                  <a:pt x="503747" y="1686860"/>
                </a:cubicBezTo>
                <a:cubicBezTo>
                  <a:pt x="503747" y="1670091"/>
                  <a:pt x="517341" y="1656497"/>
                  <a:pt x="534111" y="1656497"/>
                </a:cubicBezTo>
                <a:close/>
                <a:moveTo>
                  <a:pt x="461556" y="1656497"/>
                </a:moveTo>
                <a:cubicBezTo>
                  <a:pt x="478326" y="1656497"/>
                  <a:pt x="491920" y="1670091"/>
                  <a:pt x="491920" y="1686860"/>
                </a:cubicBezTo>
                <a:cubicBezTo>
                  <a:pt x="491920" y="1703630"/>
                  <a:pt x="478326" y="1717224"/>
                  <a:pt x="461556" y="1717224"/>
                </a:cubicBezTo>
                <a:cubicBezTo>
                  <a:pt x="444787" y="1717224"/>
                  <a:pt x="431192" y="1703630"/>
                  <a:pt x="431192" y="1686860"/>
                </a:cubicBezTo>
                <a:cubicBezTo>
                  <a:pt x="431192" y="1670091"/>
                  <a:pt x="444787" y="1656497"/>
                  <a:pt x="461556" y="1656497"/>
                </a:cubicBezTo>
                <a:close/>
                <a:moveTo>
                  <a:pt x="389002" y="1656497"/>
                </a:moveTo>
                <a:cubicBezTo>
                  <a:pt x="405771" y="1656497"/>
                  <a:pt x="419365" y="1670091"/>
                  <a:pt x="419365" y="1686860"/>
                </a:cubicBezTo>
                <a:cubicBezTo>
                  <a:pt x="419365" y="1703630"/>
                  <a:pt x="405771" y="1717224"/>
                  <a:pt x="389002" y="1717224"/>
                </a:cubicBezTo>
                <a:cubicBezTo>
                  <a:pt x="372232" y="1717224"/>
                  <a:pt x="358638" y="1703630"/>
                  <a:pt x="358638" y="1686860"/>
                </a:cubicBezTo>
                <a:cubicBezTo>
                  <a:pt x="358638" y="1670091"/>
                  <a:pt x="372232" y="1656497"/>
                  <a:pt x="389002" y="1656497"/>
                </a:cubicBezTo>
                <a:close/>
                <a:moveTo>
                  <a:pt x="316447" y="1656497"/>
                </a:moveTo>
                <a:cubicBezTo>
                  <a:pt x="333216" y="1656497"/>
                  <a:pt x="346810" y="1670091"/>
                  <a:pt x="346810" y="1686860"/>
                </a:cubicBezTo>
                <a:cubicBezTo>
                  <a:pt x="346810" y="1703630"/>
                  <a:pt x="333216" y="1717224"/>
                  <a:pt x="316447" y="1717224"/>
                </a:cubicBezTo>
                <a:cubicBezTo>
                  <a:pt x="299677" y="1717224"/>
                  <a:pt x="286084" y="1703630"/>
                  <a:pt x="286084" y="1686860"/>
                </a:cubicBezTo>
                <a:cubicBezTo>
                  <a:pt x="286084" y="1670091"/>
                  <a:pt x="299677" y="1656497"/>
                  <a:pt x="316447" y="1656497"/>
                </a:cubicBezTo>
                <a:close/>
                <a:moveTo>
                  <a:pt x="243892" y="1656497"/>
                </a:moveTo>
                <a:cubicBezTo>
                  <a:pt x="260662" y="1656497"/>
                  <a:pt x="274256" y="1670091"/>
                  <a:pt x="274256" y="1686860"/>
                </a:cubicBezTo>
                <a:cubicBezTo>
                  <a:pt x="274256" y="1703630"/>
                  <a:pt x="260662" y="1717224"/>
                  <a:pt x="243892" y="1717224"/>
                </a:cubicBezTo>
                <a:cubicBezTo>
                  <a:pt x="227123" y="1717224"/>
                  <a:pt x="213529" y="1703630"/>
                  <a:pt x="213529" y="1686860"/>
                </a:cubicBezTo>
                <a:cubicBezTo>
                  <a:pt x="213529" y="1670091"/>
                  <a:pt x="227123" y="1656497"/>
                  <a:pt x="243892" y="1656497"/>
                </a:cubicBezTo>
                <a:close/>
                <a:moveTo>
                  <a:pt x="171339" y="1656497"/>
                </a:moveTo>
                <a:cubicBezTo>
                  <a:pt x="188107" y="1656497"/>
                  <a:pt x="201701" y="1670091"/>
                  <a:pt x="201701" y="1686860"/>
                </a:cubicBezTo>
                <a:cubicBezTo>
                  <a:pt x="201701" y="1703630"/>
                  <a:pt x="188107" y="1717224"/>
                  <a:pt x="171339" y="1717224"/>
                </a:cubicBezTo>
                <a:cubicBezTo>
                  <a:pt x="154594" y="1717224"/>
                  <a:pt x="141001" y="1703630"/>
                  <a:pt x="141001" y="1686860"/>
                </a:cubicBezTo>
                <a:cubicBezTo>
                  <a:pt x="141001" y="1670091"/>
                  <a:pt x="154594" y="1656497"/>
                  <a:pt x="171339" y="1656497"/>
                </a:cubicBezTo>
                <a:close/>
                <a:moveTo>
                  <a:pt x="98812" y="1656497"/>
                </a:moveTo>
                <a:cubicBezTo>
                  <a:pt x="115580" y="1656497"/>
                  <a:pt x="129174" y="1670091"/>
                  <a:pt x="129174" y="1686860"/>
                </a:cubicBezTo>
                <a:cubicBezTo>
                  <a:pt x="129174" y="1703630"/>
                  <a:pt x="115580" y="1717224"/>
                  <a:pt x="98812" y="1717224"/>
                </a:cubicBezTo>
                <a:cubicBezTo>
                  <a:pt x="82042" y="1717224"/>
                  <a:pt x="68448" y="1703630"/>
                  <a:pt x="68448" y="1686860"/>
                </a:cubicBezTo>
                <a:cubicBezTo>
                  <a:pt x="68448" y="1670091"/>
                  <a:pt x="82042" y="1656497"/>
                  <a:pt x="98812" y="1656497"/>
                </a:cubicBezTo>
                <a:close/>
                <a:moveTo>
                  <a:pt x="26257" y="1656497"/>
                </a:moveTo>
                <a:cubicBezTo>
                  <a:pt x="43026" y="1656497"/>
                  <a:pt x="56620" y="1670091"/>
                  <a:pt x="56620" y="1686860"/>
                </a:cubicBezTo>
                <a:cubicBezTo>
                  <a:pt x="56620" y="1703630"/>
                  <a:pt x="43026" y="1717224"/>
                  <a:pt x="26257" y="1717224"/>
                </a:cubicBezTo>
                <a:cubicBezTo>
                  <a:pt x="17873" y="1717224"/>
                  <a:pt x="10282" y="1713826"/>
                  <a:pt x="4787" y="1708331"/>
                </a:cubicBezTo>
                <a:lnTo>
                  <a:pt x="0" y="1696773"/>
                </a:lnTo>
                <a:lnTo>
                  <a:pt x="0" y="1676947"/>
                </a:lnTo>
                <a:lnTo>
                  <a:pt x="4787" y="1665390"/>
                </a:lnTo>
                <a:cubicBezTo>
                  <a:pt x="10282" y="1659896"/>
                  <a:pt x="17873" y="1656497"/>
                  <a:pt x="26257" y="1656497"/>
                </a:cubicBezTo>
                <a:close/>
                <a:moveTo>
                  <a:pt x="1114547" y="1576045"/>
                </a:moveTo>
                <a:cubicBezTo>
                  <a:pt x="1118739" y="1576045"/>
                  <a:pt x="1122733" y="1576894"/>
                  <a:pt x="1126366" y="1578431"/>
                </a:cubicBezTo>
                <a:lnTo>
                  <a:pt x="1131977" y="1582214"/>
                </a:lnTo>
                <a:lnTo>
                  <a:pt x="1128051" y="1585783"/>
                </a:lnTo>
                <a:lnTo>
                  <a:pt x="1088035" y="1615706"/>
                </a:lnTo>
                <a:lnTo>
                  <a:pt x="1084184" y="1606408"/>
                </a:lnTo>
                <a:cubicBezTo>
                  <a:pt x="1084184" y="1589639"/>
                  <a:pt x="1097778" y="1576045"/>
                  <a:pt x="1114547" y="1576045"/>
                </a:cubicBezTo>
                <a:close/>
                <a:moveTo>
                  <a:pt x="1041993" y="1576045"/>
                </a:moveTo>
                <a:cubicBezTo>
                  <a:pt x="1058762" y="1576045"/>
                  <a:pt x="1072356" y="1589639"/>
                  <a:pt x="1072356" y="1606408"/>
                </a:cubicBezTo>
                <a:cubicBezTo>
                  <a:pt x="1072356" y="1623178"/>
                  <a:pt x="1058762" y="1636772"/>
                  <a:pt x="1041993" y="1636772"/>
                </a:cubicBezTo>
                <a:cubicBezTo>
                  <a:pt x="1025223" y="1636772"/>
                  <a:pt x="1011629" y="1623178"/>
                  <a:pt x="1011629" y="1606408"/>
                </a:cubicBezTo>
                <a:cubicBezTo>
                  <a:pt x="1011629" y="1589639"/>
                  <a:pt x="1025223" y="1576045"/>
                  <a:pt x="1041993" y="1576045"/>
                </a:cubicBezTo>
                <a:close/>
                <a:moveTo>
                  <a:pt x="969438" y="1576045"/>
                </a:moveTo>
                <a:cubicBezTo>
                  <a:pt x="986208" y="1576045"/>
                  <a:pt x="999801" y="1589639"/>
                  <a:pt x="999801" y="1606408"/>
                </a:cubicBezTo>
                <a:cubicBezTo>
                  <a:pt x="999801" y="1623178"/>
                  <a:pt x="986208" y="1636772"/>
                  <a:pt x="969438" y="1636772"/>
                </a:cubicBezTo>
                <a:cubicBezTo>
                  <a:pt x="952669" y="1636772"/>
                  <a:pt x="939075" y="1623178"/>
                  <a:pt x="939075" y="1606408"/>
                </a:cubicBezTo>
                <a:cubicBezTo>
                  <a:pt x="939075" y="1589639"/>
                  <a:pt x="952669" y="1576045"/>
                  <a:pt x="969438" y="1576045"/>
                </a:cubicBezTo>
                <a:close/>
                <a:moveTo>
                  <a:pt x="896883" y="1576045"/>
                </a:moveTo>
                <a:cubicBezTo>
                  <a:pt x="913653" y="1576045"/>
                  <a:pt x="927247" y="1589639"/>
                  <a:pt x="927247" y="1606408"/>
                </a:cubicBezTo>
                <a:cubicBezTo>
                  <a:pt x="927247" y="1623178"/>
                  <a:pt x="913653" y="1636772"/>
                  <a:pt x="896883" y="1636772"/>
                </a:cubicBezTo>
                <a:cubicBezTo>
                  <a:pt x="880114" y="1636772"/>
                  <a:pt x="866520" y="1623178"/>
                  <a:pt x="866520" y="1606408"/>
                </a:cubicBezTo>
                <a:cubicBezTo>
                  <a:pt x="866520" y="1589639"/>
                  <a:pt x="880114" y="1576045"/>
                  <a:pt x="896883" y="1576045"/>
                </a:cubicBezTo>
                <a:close/>
                <a:moveTo>
                  <a:pt x="824329" y="1576045"/>
                </a:moveTo>
                <a:cubicBezTo>
                  <a:pt x="841098" y="1576045"/>
                  <a:pt x="854692" y="1589639"/>
                  <a:pt x="854692" y="1606408"/>
                </a:cubicBezTo>
                <a:cubicBezTo>
                  <a:pt x="854692" y="1623178"/>
                  <a:pt x="841098" y="1636772"/>
                  <a:pt x="824329" y="1636772"/>
                </a:cubicBezTo>
                <a:cubicBezTo>
                  <a:pt x="807559" y="1636772"/>
                  <a:pt x="793965" y="1623178"/>
                  <a:pt x="793965" y="1606408"/>
                </a:cubicBezTo>
                <a:cubicBezTo>
                  <a:pt x="793965" y="1589639"/>
                  <a:pt x="807559" y="1576045"/>
                  <a:pt x="824329" y="1576045"/>
                </a:cubicBezTo>
                <a:close/>
                <a:moveTo>
                  <a:pt x="751774" y="1576045"/>
                </a:moveTo>
                <a:cubicBezTo>
                  <a:pt x="768544" y="1576045"/>
                  <a:pt x="782138" y="1589639"/>
                  <a:pt x="782138" y="1606408"/>
                </a:cubicBezTo>
                <a:cubicBezTo>
                  <a:pt x="782138" y="1623178"/>
                  <a:pt x="768544" y="1636772"/>
                  <a:pt x="751774" y="1636772"/>
                </a:cubicBezTo>
                <a:cubicBezTo>
                  <a:pt x="735005" y="1636772"/>
                  <a:pt x="721411" y="1623178"/>
                  <a:pt x="721411" y="1606408"/>
                </a:cubicBezTo>
                <a:cubicBezTo>
                  <a:pt x="721411" y="1589639"/>
                  <a:pt x="735005" y="1576045"/>
                  <a:pt x="751774" y="1576045"/>
                </a:cubicBezTo>
                <a:close/>
                <a:moveTo>
                  <a:pt x="679220" y="1576045"/>
                </a:moveTo>
                <a:cubicBezTo>
                  <a:pt x="695989" y="1576045"/>
                  <a:pt x="709583" y="1589639"/>
                  <a:pt x="709583" y="1606408"/>
                </a:cubicBezTo>
                <a:cubicBezTo>
                  <a:pt x="709583" y="1623178"/>
                  <a:pt x="695989" y="1636772"/>
                  <a:pt x="679220" y="1636772"/>
                </a:cubicBezTo>
                <a:cubicBezTo>
                  <a:pt x="662450" y="1636772"/>
                  <a:pt x="648856" y="1623178"/>
                  <a:pt x="648856" y="1606408"/>
                </a:cubicBezTo>
                <a:cubicBezTo>
                  <a:pt x="648856" y="1589639"/>
                  <a:pt x="662450" y="1576045"/>
                  <a:pt x="679220" y="1576045"/>
                </a:cubicBezTo>
                <a:close/>
                <a:moveTo>
                  <a:pt x="606665" y="1576045"/>
                </a:moveTo>
                <a:cubicBezTo>
                  <a:pt x="623435" y="1576045"/>
                  <a:pt x="637029" y="1589639"/>
                  <a:pt x="637029" y="1606408"/>
                </a:cubicBezTo>
                <a:cubicBezTo>
                  <a:pt x="637029" y="1623178"/>
                  <a:pt x="623435" y="1636772"/>
                  <a:pt x="606665" y="1636772"/>
                </a:cubicBezTo>
                <a:cubicBezTo>
                  <a:pt x="589896" y="1636772"/>
                  <a:pt x="576302" y="1623178"/>
                  <a:pt x="576302" y="1606408"/>
                </a:cubicBezTo>
                <a:cubicBezTo>
                  <a:pt x="576302" y="1589639"/>
                  <a:pt x="589896" y="1576045"/>
                  <a:pt x="606665" y="1576045"/>
                </a:cubicBezTo>
                <a:close/>
                <a:moveTo>
                  <a:pt x="534111" y="1576045"/>
                </a:moveTo>
                <a:cubicBezTo>
                  <a:pt x="550880" y="1576045"/>
                  <a:pt x="564474" y="1589639"/>
                  <a:pt x="564474" y="1606408"/>
                </a:cubicBezTo>
                <a:cubicBezTo>
                  <a:pt x="564474" y="1623178"/>
                  <a:pt x="550880" y="1636772"/>
                  <a:pt x="534111" y="1636772"/>
                </a:cubicBezTo>
                <a:cubicBezTo>
                  <a:pt x="517341" y="1636772"/>
                  <a:pt x="503747" y="1623178"/>
                  <a:pt x="503747" y="1606408"/>
                </a:cubicBezTo>
                <a:cubicBezTo>
                  <a:pt x="503747" y="1589639"/>
                  <a:pt x="517341" y="1576045"/>
                  <a:pt x="534111" y="1576045"/>
                </a:cubicBezTo>
                <a:close/>
                <a:moveTo>
                  <a:pt x="461556" y="1576045"/>
                </a:moveTo>
                <a:cubicBezTo>
                  <a:pt x="478326" y="1576045"/>
                  <a:pt x="491920" y="1589639"/>
                  <a:pt x="491920" y="1606408"/>
                </a:cubicBezTo>
                <a:cubicBezTo>
                  <a:pt x="491920" y="1623178"/>
                  <a:pt x="478326" y="1636772"/>
                  <a:pt x="461556" y="1636772"/>
                </a:cubicBezTo>
                <a:cubicBezTo>
                  <a:pt x="444787" y="1636772"/>
                  <a:pt x="431192" y="1623178"/>
                  <a:pt x="431192" y="1606408"/>
                </a:cubicBezTo>
                <a:cubicBezTo>
                  <a:pt x="431192" y="1589639"/>
                  <a:pt x="444787" y="1576045"/>
                  <a:pt x="461556" y="1576045"/>
                </a:cubicBezTo>
                <a:close/>
                <a:moveTo>
                  <a:pt x="389002" y="1576045"/>
                </a:moveTo>
                <a:cubicBezTo>
                  <a:pt x="405771" y="1576045"/>
                  <a:pt x="419365" y="1589639"/>
                  <a:pt x="419365" y="1606408"/>
                </a:cubicBezTo>
                <a:cubicBezTo>
                  <a:pt x="419365" y="1623178"/>
                  <a:pt x="405771" y="1636772"/>
                  <a:pt x="389002" y="1636772"/>
                </a:cubicBezTo>
                <a:cubicBezTo>
                  <a:pt x="372232" y="1636772"/>
                  <a:pt x="358638" y="1623178"/>
                  <a:pt x="358638" y="1606408"/>
                </a:cubicBezTo>
                <a:cubicBezTo>
                  <a:pt x="358638" y="1589639"/>
                  <a:pt x="372232" y="1576045"/>
                  <a:pt x="389002" y="1576045"/>
                </a:cubicBezTo>
                <a:close/>
                <a:moveTo>
                  <a:pt x="316447" y="1576045"/>
                </a:moveTo>
                <a:cubicBezTo>
                  <a:pt x="333216" y="1576045"/>
                  <a:pt x="346810" y="1589639"/>
                  <a:pt x="346810" y="1606408"/>
                </a:cubicBezTo>
                <a:cubicBezTo>
                  <a:pt x="346810" y="1623178"/>
                  <a:pt x="333216" y="1636772"/>
                  <a:pt x="316447" y="1636772"/>
                </a:cubicBezTo>
                <a:cubicBezTo>
                  <a:pt x="299677" y="1636772"/>
                  <a:pt x="286084" y="1623178"/>
                  <a:pt x="286084" y="1606408"/>
                </a:cubicBezTo>
                <a:cubicBezTo>
                  <a:pt x="286084" y="1589639"/>
                  <a:pt x="299677" y="1576045"/>
                  <a:pt x="316447" y="1576045"/>
                </a:cubicBezTo>
                <a:close/>
                <a:moveTo>
                  <a:pt x="243892" y="1576045"/>
                </a:moveTo>
                <a:cubicBezTo>
                  <a:pt x="260662" y="1576045"/>
                  <a:pt x="274256" y="1589639"/>
                  <a:pt x="274256" y="1606408"/>
                </a:cubicBezTo>
                <a:cubicBezTo>
                  <a:pt x="274256" y="1623178"/>
                  <a:pt x="260662" y="1636772"/>
                  <a:pt x="243892" y="1636772"/>
                </a:cubicBezTo>
                <a:cubicBezTo>
                  <a:pt x="227123" y="1636772"/>
                  <a:pt x="213529" y="1623178"/>
                  <a:pt x="213529" y="1606408"/>
                </a:cubicBezTo>
                <a:cubicBezTo>
                  <a:pt x="213529" y="1589639"/>
                  <a:pt x="227123" y="1576045"/>
                  <a:pt x="243892" y="1576045"/>
                </a:cubicBezTo>
                <a:close/>
                <a:moveTo>
                  <a:pt x="171339" y="1576045"/>
                </a:moveTo>
                <a:cubicBezTo>
                  <a:pt x="188107" y="1576045"/>
                  <a:pt x="201701" y="1589639"/>
                  <a:pt x="201701" y="1606408"/>
                </a:cubicBezTo>
                <a:cubicBezTo>
                  <a:pt x="201701" y="1623178"/>
                  <a:pt x="188107" y="1636772"/>
                  <a:pt x="171339" y="1636772"/>
                </a:cubicBezTo>
                <a:cubicBezTo>
                  <a:pt x="154599" y="1636772"/>
                  <a:pt x="141006" y="1623178"/>
                  <a:pt x="141006" y="1606408"/>
                </a:cubicBezTo>
                <a:cubicBezTo>
                  <a:pt x="141006" y="1589639"/>
                  <a:pt x="154599" y="1576045"/>
                  <a:pt x="171339" y="1576045"/>
                </a:cubicBezTo>
                <a:close/>
                <a:moveTo>
                  <a:pt x="98818" y="1576045"/>
                </a:moveTo>
                <a:cubicBezTo>
                  <a:pt x="115586" y="1576045"/>
                  <a:pt x="129180" y="1589639"/>
                  <a:pt x="129180" y="1606408"/>
                </a:cubicBezTo>
                <a:cubicBezTo>
                  <a:pt x="129180" y="1623178"/>
                  <a:pt x="115586" y="1636772"/>
                  <a:pt x="98818" y="1636772"/>
                </a:cubicBezTo>
                <a:cubicBezTo>
                  <a:pt x="82048" y="1636772"/>
                  <a:pt x="68454" y="1623178"/>
                  <a:pt x="68454" y="1606408"/>
                </a:cubicBezTo>
                <a:cubicBezTo>
                  <a:pt x="68454" y="1589639"/>
                  <a:pt x="82048" y="1576045"/>
                  <a:pt x="98818" y="1576045"/>
                </a:cubicBezTo>
                <a:close/>
                <a:moveTo>
                  <a:pt x="26264" y="1576045"/>
                </a:moveTo>
                <a:cubicBezTo>
                  <a:pt x="43032" y="1576045"/>
                  <a:pt x="56626" y="1589639"/>
                  <a:pt x="56626" y="1606408"/>
                </a:cubicBezTo>
                <a:cubicBezTo>
                  <a:pt x="56626" y="1623178"/>
                  <a:pt x="43032" y="1636772"/>
                  <a:pt x="26264" y="1636772"/>
                </a:cubicBezTo>
                <a:cubicBezTo>
                  <a:pt x="17880" y="1636772"/>
                  <a:pt x="10289" y="1633374"/>
                  <a:pt x="4794" y="1627879"/>
                </a:cubicBezTo>
                <a:lnTo>
                  <a:pt x="0" y="1616304"/>
                </a:lnTo>
                <a:lnTo>
                  <a:pt x="0" y="1596512"/>
                </a:lnTo>
                <a:lnTo>
                  <a:pt x="4794" y="1584938"/>
                </a:lnTo>
                <a:cubicBezTo>
                  <a:pt x="10289" y="1579444"/>
                  <a:pt x="17880" y="1576045"/>
                  <a:pt x="26264" y="1576045"/>
                </a:cubicBezTo>
                <a:close/>
                <a:moveTo>
                  <a:pt x="1187102" y="1495593"/>
                </a:moveTo>
                <a:cubicBezTo>
                  <a:pt x="1195486" y="1495593"/>
                  <a:pt x="1203077" y="1498992"/>
                  <a:pt x="1208572" y="1504486"/>
                </a:cubicBezTo>
                <a:lnTo>
                  <a:pt x="1211014" y="1510381"/>
                </a:lnTo>
                <a:lnTo>
                  <a:pt x="1168285" y="1549216"/>
                </a:lnTo>
                <a:lnTo>
                  <a:pt x="1165631" y="1547427"/>
                </a:lnTo>
                <a:cubicBezTo>
                  <a:pt x="1160137" y="1541932"/>
                  <a:pt x="1156738" y="1534341"/>
                  <a:pt x="1156738" y="1525957"/>
                </a:cubicBezTo>
                <a:cubicBezTo>
                  <a:pt x="1156738" y="1509187"/>
                  <a:pt x="1170332" y="1495593"/>
                  <a:pt x="1187102" y="1495593"/>
                </a:cubicBezTo>
                <a:close/>
                <a:moveTo>
                  <a:pt x="1114547" y="1495593"/>
                </a:moveTo>
                <a:cubicBezTo>
                  <a:pt x="1131317" y="1495593"/>
                  <a:pt x="1144911" y="1509187"/>
                  <a:pt x="1144911" y="1525957"/>
                </a:cubicBezTo>
                <a:cubicBezTo>
                  <a:pt x="1144911" y="1542726"/>
                  <a:pt x="1131317" y="1556320"/>
                  <a:pt x="1114547" y="1556320"/>
                </a:cubicBezTo>
                <a:cubicBezTo>
                  <a:pt x="1097778" y="1556320"/>
                  <a:pt x="1084184" y="1542726"/>
                  <a:pt x="1084184" y="1525957"/>
                </a:cubicBezTo>
                <a:cubicBezTo>
                  <a:pt x="1084184" y="1509187"/>
                  <a:pt x="1097778" y="1495593"/>
                  <a:pt x="1114547" y="1495593"/>
                </a:cubicBezTo>
                <a:close/>
                <a:moveTo>
                  <a:pt x="1041993" y="1495593"/>
                </a:moveTo>
                <a:cubicBezTo>
                  <a:pt x="1058762" y="1495593"/>
                  <a:pt x="1072356" y="1509187"/>
                  <a:pt x="1072356" y="1525957"/>
                </a:cubicBezTo>
                <a:cubicBezTo>
                  <a:pt x="1072356" y="1542726"/>
                  <a:pt x="1058762" y="1556320"/>
                  <a:pt x="1041993" y="1556320"/>
                </a:cubicBezTo>
                <a:cubicBezTo>
                  <a:pt x="1025223" y="1556320"/>
                  <a:pt x="1011629" y="1542726"/>
                  <a:pt x="1011629" y="1525957"/>
                </a:cubicBezTo>
                <a:cubicBezTo>
                  <a:pt x="1011629" y="1509187"/>
                  <a:pt x="1025223" y="1495593"/>
                  <a:pt x="1041993" y="1495593"/>
                </a:cubicBezTo>
                <a:close/>
                <a:moveTo>
                  <a:pt x="969438" y="1495593"/>
                </a:moveTo>
                <a:cubicBezTo>
                  <a:pt x="986208" y="1495593"/>
                  <a:pt x="999801" y="1509187"/>
                  <a:pt x="999801" y="1525957"/>
                </a:cubicBezTo>
                <a:cubicBezTo>
                  <a:pt x="999801" y="1542726"/>
                  <a:pt x="986208" y="1556320"/>
                  <a:pt x="969438" y="1556320"/>
                </a:cubicBezTo>
                <a:cubicBezTo>
                  <a:pt x="952669" y="1556320"/>
                  <a:pt x="939075" y="1542726"/>
                  <a:pt x="939075" y="1525957"/>
                </a:cubicBezTo>
                <a:cubicBezTo>
                  <a:pt x="939075" y="1509187"/>
                  <a:pt x="952669" y="1495593"/>
                  <a:pt x="969438" y="1495593"/>
                </a:cubicBezTo>
                <a:close/>
                <a:moveTo>
                  <a:pt x="896883" y="1495593"/>
                </a:moveTo>
                <a:cubicBezTo>
                  <a:pt x="913653" y="1495593"/>
                  <a:pt x="927247" y="1509187"/>
                  <a:pt x="927247" y="1525957"/>
                </a:cubicBezTo>
                <a:cubicBezTo>
                  <a:pt x="927247" y="1542726"/>
                  <a:pt x="913653" y="1556320"/>
                  <a:pt x="896883" y="1556320"/>
                </a:cubicBezTo>
                <a:cubicBezTo>
                  <a:pt x="880114" y="1556320"/>
                  <a:pt x="866520" y="1542726"/>
                  <a:pt x="866520" y="1525957"/>
                </a:cubicBezTo>
                <a:cubicBezTo>
                  <a:pt x="866520" y="1509187"/>
                  <a:pt x="880114" y="1495593"/>
                  <a:pt x="896883" y="1495593"/>
                </a:cubicBezTo>
                <a:close/>
                <a:moveTo>
                  <a:pt x="824329" y="1495593"/>
                </a:moveTo>
                <a:cubicBezTo>
                  <a:pt x="841098" y="1495593"/>
                  <a:pt x="854692" y="1509187"/>
                  <a:pt x="854692" y="1525957"/>
                </a:cubicBezTo>
                <a:cubicBezTo>
                  <a:pt x="854692" y="1542726"/>
                  <a:pt x="841098" y="1556320"/>
                  <a:pt x="824329" y="1556320"/>
                </a:cubicBezTo>
                <a:cubicBezTo>
                  <a:pt x="807559" y="1556320"/>
                  <a:pt x="793965" y="1542726"/>
                  <a:pt x="793965" y="1525957"/>
                </a:cubicBezTo>
                <a:cubicBezTo>
                  <a:pt x="793965" y="1509187"/>
                  <a:pt x="807559" y="1495593"/>
                  <a:pt x="824329" y="1495593"/>
                </a:cubicBezTo>
                <a:close/>
                <a:moveTo>
                  <a:pt x="751774" y="1495593"/>
                </a:moveTo>
                <a:cubicBezTo>
                  <a:pt x="768544" y="1495593"/>
                  <a:pt x="782138" y="1509187"/>
                  <a:pt x="782138" y="1525957"/>
                </a:cubicBezTo>
                <a:cubicBezTo>
                  <a:pt x="782138" y="1542726"/>
                  <a:pt x="768544" y="1556320"/>
                  <a:pt x="751774" y="1556320"/>
                </a:cubicBezTo>
                <a:cubicBezTo>
                  <a:pt x="735005" y="1556320"/>
                  <a:pt x="721411" y="1542726"/>
                  <a:pt x="721411" y="1525957"/>
                </a:cubicBezTo>
                <a:cubicBezTo>
                  <a:pt x="721411" y="1509187"/>
                  <a:pt x="735005" y="1495593"/>
                  <a:pt x="751774" y="1495593"/>
                </a:cubicBezTo>
                <a:close/>
                <a:moveTo>
                  <a:pt x="679220" y="1495593"/>
                </a:moveTo>
                <a:cubicBezTo>
                  <a:pt x="695989" y="1495593"/>
                  <a:pt x="709583" y="1509187"/>
                  <a:pt x="709583" y="1525957"/>
                </a:cubicBezTo>
                <a:cubicBezTo>
                  <a:pt x="709583" y="1542726"/>
                  <a:pt x="695989" y="1556320"/>
                  <a:pt x="679220" y="1556320"/>
                </a:cubicBezTo>
                <a:cubicBezTo>
                  <a:pt x="662450" y="1556320"/>
                  <a:pt x="648856" y="1542726"/>
                  <a:pt x="648856" y="1525957"/>
                </a:cubicBezTo>
                <a:cubicBezTo>
                  <a:pt x="648856" y="1509187"/>
                  <a:pt x="662450" y="1495593"/>
                  <a:pt x="679220" y="1495593"/>
                </a:cubicBezTo>
                <a:close/>
                <a:moveTo>
                  <a:pt x="606665" y="1495593"/>
                </a:moveTo>
                <a:cubicBezTo>
                  <a:pt x="623435" y="1495593"/>
                  <a:pt x="637029" y="1509187"/>
                  <a:pt x="637029" y="1525957"/>
                </a:cubicBezTo>
                <a:cubicBezTo>
                  <a:pt x="637029" y="1542726"/>
                  <a:pt x="623435" y="1556320"/>
                  <a:pt x="606665" y="1556320"/>
                </a:cubicBezTo>
                <a:cubicBezTo>
                  <a:pt x="589896" y="1556320"/>
                  <a:pt x="576302" y="1542726"/>
                  <a:pt x="576302" y="1525957"/>
                </a:cubicBezTo>
                <a:cubicBezTo>
                  <a:pt x="576302" y="1509187"/>
                  <a:pt x="589896" y="1495593"/>
                  <a:pt x="606665" y="1495593"/>
                </a:cubicBezTo>
                <a:close/>
                <a:moveTo>
                  <a:pt x="534111" y="1495593"/>
                </a:moveTo>
                <a:cubicBezTo>
                  <a:pt x="550880" y="1495593"/>
                  <a:pt x="564474" y="1509187"/>
                  <a:pt x="564474" y="1525957"/>
                </a:cubicBezTo>
                <a:cubicBezTo>
                  <a:pt x="564474" y="1542726"/>
                  <a:pt x="550880" y="1556320"/>
                  <a:pt x="534111" y="1556320"/>
                </a:cubicBezTo>
                <a:cubicBezTo>
                  <a:pt x="517341" y="1556320"/>
                  <a:pt x="503747" y="1542726"/>
                  <a:pt x="503747" y="1525957"/>
                </a:cubicBezTo>
                <a:cubicBezTo>
                  <a:pt x="503747" y="1509187"/>
                  <a:pt x="517341" y="1495593"/>
                  <a:pt x="534111" y="1495593"/>
                </a:cubicBezTo>
                <a:close/>
                <a:moveTo>
                  <a:pt x="461556" y="1495593"/>
                </a:moveTo>
                <a:cubicBezTo>
                  <a:pt x="478326" y="1495593"/>
                  <a:pt x="491920" y="1509187"/>
                  <a:pt x="491920" y="1525957"/>
                </a:cubicBezTo>
                <a:cubicBezTo>
                  <a:pt x="491920" y="1542726"/>
                  <a:pt x="478326" y="1556320"/>
                  <a:pt x="461556" y="1556320"/>
                </a:cubicBezTo>
                <a:cubicBezTo>
                  <a:pt x="444787" y="1556320"/>
                  <a:pt x="431192" y="1542726"/>
                  <a:pt x="431192" y="1525957"/>
                </a:cubicBezTo>
                <a:cubicBezTo>
                  <a:pt x="431192" y="1509187"/>
                  <a:pt x="444787" y="1495593"/>
                  <a:pt x="461556" y="1495593"/>
                </a:cubicBezTo>
                <a:close/>
                <a:moveTo>
                  <a:pt x="389002" y="1495593"/>
                </a:moveTo>
                <a:cubicBezTo>
                  <a:pt x="405771" y="1495593"/>
                  <a:pt x="419365" y="1509187"/>
                  <a:pt x="419365" y="1525957"/>
                </a:cubicBezTo>
                <a:cubicBezTo>
                  <a:pt x="419365" y="1542726"/>
                  <a:pt x="405771" y="1556320"/>
                  <a:pt x="389002" y="1556320"/>
                </a:cubicBezTo>
                <a:cubicBezTo>
                  <a:pt x="372232" y="1556320"/>
                  <a:pt x="358638" y="1542726"/>
                  <a:pt x="358638" y="1525957"/>
                </a:cubicBezTo>
                <a:cubicBezTo>
                  <a:pt x="358638" y="1509187"/>
                  <a:pt x="372232" y="1495593"/>
                  <a:pt x="389002" y="1495593"/>
                </a:cubicBezTo>
                <a:close/>
                <a:moveTo>
                  <a:pt x="316447" y="1495593"/>
                </a:moveTo>
                <a:cubicBezTo>
                  <a:pt x="333216" y="1495593"/>
                  <a:pt x="346810" y="1509187"/>
                  <a:pt x="346810" y="1525957"/>
                </a:cubicBezTo>
                <a:cubicBezTo>
                  <a:pt x="346810" y="1542726"/>
                  <a:pt x="333216" y="1556320"/>
                  <a:pt x="316447" y="1556320"/>
                </a:cubicBezTo>
                <a:cubicBezTo>
                  <a:pt x="299677" y="1556320"/>
                  <a:pt x="286084" y="1542726"/>
                  <a:pt x="286084" y="1525957"/>
                </a:cubicBezTo>
                <a:cubicBezTo>
                  <a:pt x="286084" y="1509187"/>
                  <a:pt x="299677" y="1495593"/>
                  <a:pt x="316447" y="1495593"/>
                </a:cubicBezTo>
                <a:close/>
                <a:moveTo>
                  <a:pt x="243892" y="1495593"/>
                </a:moveTo>
                <a:cubicBezTo>
                  <a:pt x="260662" y="1495593"/>
                  <a:pt x="274256" y="1509187"/>
                  <a:pt x="274256" y="1525957"/>
                </a:cubicBezTo>
                <a:cubicBezTo>
                  <a:pt x="274256" y="1542726"/>
                  <a:pt x="260662" y="1556320"/>
                  <a:pt x="243892" y="1556320"/>
                </a:cubicBezTo>
                <a:cubicBezTo>
                  <a:pt x="227123" y="1556320"/>
                  <a:pt x="213529" y="1542726"/>
                  <a:pt x="213529" y="1525957"/>
                </a:cubicBezTo>
                <a:cubicBezTo>
                  <a:pt x="213529" y="1509187"/>
                  <a:pt x="227123" y="1495593"/>
                  <a:pt x="243892" y="1495593"/>
                </a:cubicBezTo>
                <a:close/>
                <a:moveTo>
                  <a:pt x="171339" y="1495593"/>
                </a:moveTo>
                <a:cubicBezTo>
                  <a:pt x="188107" y="1495593"/>
                  <a:pt x="201701" y="1509187"/>
                  <a:pt x="201701" y="1525957"/>
                </a:cubicBezTo>
                <a:cubicBezTo>
                  <a:pt x="201701" y="1542726"/>
                  <a:pt x="188107" y="1556320"/>
                  <a:pt x="171339" y="1556320"/>
                </a:cubicBezTo>
                <a:cubicBezTo>
                  <a:pt x="154606" y="1556320"/>
                  <a:pt x="141012" y="1542726"/>
                  <a:pt x="141012" y="1525957"/>
                </a:cubicBezTo>
                <a:cubicBezTo>
                  <a:pt x="141012" y="1509187"/>
                  <a:pt x="154606" y="1495593"/>
                  <a:pt x="171339" y="1495593"/>
                </a:cubicBezTo>
                <a:close/>
                <a:moveTo>
                  <a:pt x="98825" y="1495593"/>
                </a:moveTo>
                <a:cubicBezTo>
                  <a:pt x="115592" y="1495593"/>
                  <a:pt x="129186" y="1509187"/>
                  <a:pt x="129186" y="1525957"/>
                </a:cubicBezTo>
                <a:cubicBezTo>
                  <a:pt x="129186" y="1542726"/>
                  <a:pt x="115592" y="1556320"/>
                  <a:pt x="98825" y="1556320"/>
                </a:cubicBezTo>
                <a:cubicBezTo>
                  <a:pt x="82054" y="1556320"/>
                  <a:pt x="68461" y="1542726"/>
                  <a:pt x="68461" y="1525957"/>
                </a:cubicBezTo>
                <a:cubicBezTo>
                  <a:pt x="68461" y="1509187"/>
                  <a:pt x="82054" y="1495593"/>
                  <a:pt x="98825" y="1495593"/>
                </a:cubicBezTo>
                <a:close/>
                <a:moveTo>
                  <a:pt x="26270" y="1495593"/>
                </a:moveTo>
                <a:cubicBezTo>
                  <a:pt x="43038" y="1495593"/>
                  <a:pt x="56632" y="1509187"/>
                  <a:pt x="56632" y="1525957"/>
                </a:cubicBezTo>
                <a:cubicBezTo>
                  <a:pt x="56632" y="1542726"/>
                  <a:pt x="43038" y="1556320"/>
                  <a:pt x="26270" y="1556320"/>
                </a:cubicBezTo>
                <a:cubicBezTo>
                  <a:pt x="17886" y="1556320"/>
                  <a:pt x="10295" y="1552922"/>
                  <a:pt x="4801" y="1547427"/>
                </a:cubicBezTo>
                <a:lnTo>
                  <a:pt x="0" y="1535836"/>
                </a:lnTo>
                <a:lnTo>
                  <a:pt x="0" y="1516078"/>
                </a:lnTo>
                <a:lnTo>
                  <a:pt x="4801" y="1504486"/>
                </a:lnTo>
                <a:cubicBezTo>
                  <a:pt x="10295" y="1498992"/>
                  <a:pt x="17886" y="1495593"/>
                  <a:pt x="26270" y="1495593"/>
                </a:cubicBezTo>
                <a:close/>
                <a:moveTo>
                  <a:pt x="1259656" y="1415141"/>
                </a:moveTo>
                <a:cubicBezTo>
                  <a:pt x="1268041" y="1415141"/>
                  <a:pt x="1275632" y="1418540"/>
                  <a:pt x="1281127" y="1424035"/>
                </a:cubicBezTo>
                <a:lnTo>
                  <a:pt x="1285044" y="1433492"/>
                </a:lnTo>
                <a:lnTo>
                  <a:pt x="1248565" y="1473629"/>
                </a:lnTo>
                <a:lnTo>
                  <a:pt x="1247837" y="1473482"/>
                </a:lnTo>
                <a:cubicBezTo>
                  <a:pt x="1236940" y="1468873"/>
                  <a:pt x="1229293" y="1458082"/>
                  <a:pt x="1229293" y="1445505"/>
                </a:cubicBezTo>
                <a:cubicBezTo>
                  <a:pt x="1229293" y="1428735"/>
                  <a:pt x="1242887" y="1415141"/>
                  <a:pt x="1259656" y="1415141"/>
                </a:cubicBezTo>
                <a:close/>
                <a:moveTo>
                  <a:pt x="1187102" y="1415141"/>
                </a:moveTo>
                <a:cubicBezTo>
                  <a:pt x="1203871" y="1415141"/>
                  <a:pt x="1217465" y="1428735"/>
                  <a:pt x="1217465" y="1445505"/>
                </a:cubicBezTo>
                <a:cubicBezTo>
                  <a:pt x="1217465" y="1462274"/>
                  <a:pt x="1203871" y="1475868"/>
                  <a:pt x="1187102" y="1475868"/>
                </a:cubicBezTo>
                <a:cubicBezTo>
                  <a:pt x="1170332" y="1475868"/>
                  <a:pt x="1156738" y="1462274"/>
                  <a:pt x="1156738" y="1445505"/>
                </a:cubicBezTo>
                <a:cubicBezTo>
                  <a:pt x="1156738" y="1428735"/>
                  <a:pt x="1170332" y="1415141"/>
                  <a:pt x="1187102" y="1415141"/>
                </a:cubicBezTo>
                <a:close/>
                <a:moveTo>
                  <a:pt x="1114547" y="1415141"/>
                </a:moveTo>
                <a:cubicBezTo>
                  <a:pt x="1131317" y="1415141"/>
                  <a:pt x="1144911" y="1428735"/>
                  <a:pt x="1144911" y="1445505"/>
                </a:cubicBezTo>
                <a:cubicBezTo>
                  <a:pt x="1144911" y="1462274"/>
                  <a:pt x="1131317" y="1475868"/>
                  <a:pt x="1114547" y="1475868"/>
                </a:cubicBezTo>
                <a:cubicBezTo>
                  <a:pt x="1097778" y="1475868"/>
                  <a:pt x="1084184" y="1462274"/>
                  <a:pt x="1084184" y="1445505"/>
                </a:cubicBezTo>
                <a:cubicBezTo>
                  <a:pt x="1084184" y="1428735"/>
                  <a:pt x="1097778" y="1415141"/>
                  <a:pt x="1114547" y="1415141"/>
                </a:cubicBezTo>
                <a:close/>
                <a:moveTo>
                  <a:pt x="1041993" y="1415141"/>
                </a:moveTo>
                <a:cubicBezTo>
                  <a:pt x="1058762" y="1415141"/>
                  <a:pt x="1072356" y="1428735"/>
                  <a:pt x="1072356" y="1445505"/>
                </a:cubicBezTo>
                <a:cubicBezTo>
                  <a:pt x="1072356" y="1462274"/>
                  <a:pt x="1058762" y="1475868"/>
                  <a:pt x="1041993" y="1475868"/>
                </a:cubicBezTo>
                <a:cubicBezTo>
                  <a:pt x="1025223" y="1475868"/>
                  <a:pt x="1011629" y="1462274"/>
                  <a:pt x="1011629" y="1445505"/>
                </a:cubicBezTo>
                <a:cubicBezTo>
                  <a:pt x="1011629" y="1428735"/>
                  <a:pt x="1025223" y="1415141"/>
                  <a:pt x="1041993" y="1415141"/>
                </a:cubicBezTo>
                <a:close/>
                <a:moveTo>
                  <a:pt x="969438" y="1415141"/>
                </a:moveTo>
                <a:cubicBezTo>
                  <a:pt x="986208" y="1415141"/>
                  <a:pt x="999801" y="1428735"/>
                  <a:pt x="999801" y="1445505"/>
                </a:cubicBezTo>
                <a:cubicBezTo>
                  <a:pt x="999801" y="1462274"/>
                  <a:pt x="986208" y="1475868"/>
                  <a:pt x="969438" y="1475868"/>
                </a:cubicBezTo>
                <a:cubicBezTo>
                  <a:pt x="952669" y="1475868"/>
                  <a:pt x="939075" y="1462274"/>
                  <a:pt x="939075" y="1445505"/>
                </a:cubicBezTo>
                <a:cubicBezTo>
                  <a:pt x="939075" y="1428735"/>
                  <a:pt x="952669" y="1415141"/>
                  <a:pt x="969438" y="1415141"/>
                </a:cubicBezTo>
                <a:close/>
                <a:moveTo>
                  <a:pt x="896883" y="1415141"/>
                </a:moveTo>
                <a:cubicBezTo>
                  <a:pt x="913653" y="1415141"/>
                  <a:pt x="927247" y="1428735"/>
                  <a:pt x="927247" y="1445505"/>
                </a:cubicBezTo>
                <a:cubicBezTo>
                  <a:pt x="927247" y="1462274"/>
                  <a:pt x="913653" y="1475868"/>
                  <a:pt x="896883" y="1475868"/>
                </a:cubicBezTo>
                <a:cubicBezTo>
                  <a:pt x="880114" y="1475868"/>
                  <a:pt x="866520" y="1462274"/>
                  <a:pt x="866520" y="1445505"/>
                </a:cubicBezTo>
                <a:cubicBezTo>
                  <a:pt x="866520" y="1428735"/>
                  <a:pt x="880114" y="1415141"/>
                  <a:pt x="896883" y="1415141"/>
                </a:cubicBezTo>
                <a:close/>
                <a:moveTo>
                  <a:pt x="824329" y="1415141"/>
                </a:moveTo>
                <a:cubicBezTo>
                  <a:pt x="841098" y="1415141"/>
                  <a:pt x="854692" y="1428735"/>
                  <a:pt x="854692" y="1445505"/>
                </a:cubicBezTo>
                <a:cubicBezTo>
                  <a:pt x="854692" y="1462274"/>
                  <a:pt x="841098" y="1475868"/>
                  <a:pt x="824329" y="1475868"/>
                </a:cubicBezTo>
                <a:cubicBezTo>
                  <a:pt x="807559" y="1475868"/>
                  <a:pt x="793965" y="1462274"/>
                  <a:pt x="793965" y="1445505"/>
                </a:cubicBezTo>
                <a:cubicBezTo>
                  <a:pt x="793965" y="1428735"/>
                  <a:pt x="807559" y="1415141"/>
                  <a:pt x="824329" y="1415141"/>
                </a:cubicBezTo>
                <a:close/>
                <a:moveTo>
                  <a:pt x="751774" y="1415141"/>
                </a:moveTo>
                <a:cubicBezTo>
                  <a:pt x="768544" y="1415141"/>
                  <a:pt x="782138" y="1428735"/>
                  <a:pt x="782138" y="1445505"/>
                </a:cubicBezTo>
                <a:cubicBezTo>
                  <a:pt x="782138" y="1462274"/>
                  <a:pt x="768544" y="1475868"/>
                  <a:pt x="751774" y="1475868"/>
                </a:cubicBezTo>
                <a:cubicBezTo>
                  <a:pt x="735005" y="1475868"/>
                  <a:pt x="721411" y="1462274"/>
                  <a:pt x="721411" y="1445505"/>
                </a:cubicBezTo>
                <a:cubicBezTo>
                  <a:pt x="721411" y="1428735"/>
                  <a:pt x="735005" y="1415141"/>
                  <a:pt x="751774" y="1415141"/>
                </a:cubicBezTo>
                <a:close/>
                <a:moveTo>
                  <a:pt x="679220" y="1415141"/>
                </a:moveTo>
                <a:cubicBezTo>
                  <a:pt x="695989" y="1415141"/>
                  <a:pt x="709583" y="1428735"/>
                  <a:pt x="709583" y="1445505"/>
                </a:cubicBezTo>
                <a:cubicBezTo>
                  <a:pt x="709583" y="1462274"/>
                  <a:pt x="695989" y="1475868"/>
                  <a:pt x="679220" y="1475868"/>
                </a:cubicBezTo>
                <a:cubicBezTo>
                  <a:pt x="662450" y="1475868"/>
                  <a:pt x="648856" y="1462274"/>
                  <a:pt x="648856" y="1445505"/>
                </a:cubicBezTo>
                <a:cubicBezTo>
                  <a:pt x="648856" y="1428735"/>
                  <a:pt x="662450" y="1415141"/>
                  <a:pt x="679220" y="1415141"/>
                </a:cubicBezTo>
                <a:close/>
                <a:moveTo>
                  <a:pt x="606665" y="1415141"/>
                </a:moveTo>
                <a:cubicBezTo>
                  <a:pt x="623435" y="1415141"/>
                  <a:pt x="637029" y="1428735"/>
                  <a:pt x="637029" y="1445505"/>
                </a:cubicBezTo>
                <a:cubicBezTo>
                  <a:pt x="637029" y="1462274"/>
                  <a:pt x="623435" y="1475868"/>
                  <a:pt x="606665" y="1475868"/>
                </a:cubicBezTo>
                <a:cubicBezTo>
                  <a:pt x="589896" y="1475868"/>
                  <a:pt x="576302" y="1462274"/>
                  <a:pt x="576302" y="1445505"/>
                </a:cubicBezTo>
                <a:cubicBezTo>
                  <a:pt x="576302" y="1428735"/>
                  <a:pt x="589896" y="1415141"/>
                  <a:pt x="606665" y="1415141"/>
                </a:cubicBezTo>
                <a:close/>
                <a:moveTo>
                  <a:pt x="534111" y="1415141"/>
                </a:moveTo>
                <a:cubicBezTo>
                  <a:pt x="550880" y="1415141"/>
                  <a:pt x="564474" y="1428735"/>
                  <a:pt x="564474" y="1445505"/>
                </a:cubicBezTo>
                <a:cubicBezTo>
                  <a:pt x="564474" y="1462274"/>
                  <a:pt x="550880" y="1475868"/>
                  <a:pt x="534111" y="1475868"/>
                </a:cubicBezTo>
                <a:cubicBezTo>
                  <a:pt x="517341" y="1475868"/>
                  <a:pt x="503747" y="1462274"/>
                  <a:pt x="503747" y="1445505"/>
                </a:cubicBezTo>
                <a:cubicBezTo>
                  <a:pt x="503747" y="1428735"/>
                  <a:pt x="517341" y="1415141"/>
                  <a:pt x="534111" y="1415141"/>
                </a:cubicBezTo>
                <a:close/>
                <a:moveTo>
                  <a:pt x="461556" y="1415141"/>
                </a:moveTo>
                <a:cubicBezTo>
                  <a:pt x="478326" y="1415141"/>
                  <a:pt x="491920" y="1428735"/>
                  <a:pt x="491920" y="1445505"/>
                </a:cubicBezTo>
                <a:cubicBezTo>
                  <a:pt x="491920" y="1462274"/>
                  <a:pt x="478326" y="1475868"/>
                  <a:pt x="461556" y="1475868"/>
                </a:cubicBezTo>
                <a:cubicBezTo>
                  <a:pt x="444787" y="1475868"/>
                  <a:pt x="431192" y="1462274"/>
                  <a:pt x="431192" y="1445505"/>
                </a:cubicBezTo>
                <a:cubicBezTo>
                  <a:pt x="431192" y="1428735"/>
                  <a:pt x="444787" y="1415141"/>
                  <a:pt x="461556" y="1415141"/>
                </a:cubicBezTo>
                <a:close/>
                <a:moveTo>
                  <a:pt x="389002" y="1415141"/>
                </a:moveTo>
                <a:cubicBezTo>
                  <a:pt x="405771" y="1415141"/>
                  <a:pt x="419365" y="1428735"/>
                  <a:pt x="419365" y="1445505"/>
                </a:cubicBezTo>
                <a:cubicBezTo>
                  <a:pt x="419365" y="1462274"/>
                  <a:pt x="405771" y="1475868"/>
                  <a:pt x="389002" y="1475868"/>
                </a:cubicBezTo>
                <a:cubicBezTo>
                  <a:pt x="372232" y="1475868"/>
                  <a:pt x="358638" y="1462274"/>
                  <a:pt x="358638" y="1445505"/>
                </a:cubicBezTo>
                <a:cubicBezTo>
                  <a:pt x="358638" y="1428735"/>
                  <a:pt x="372232" y="1415141"/>
                  <a:pt x="389002" y="1415141"/>
                </a:cubicBezTo>
                <a:close/>
                <a:moveTo>
                  <a:pt x="316447" y="1415141"/>
                </a:moveTo>
                <a:cubicBezTo>
                  <a:pt x="333216" y="1415141"/>
                  <a:pt x="346810" y="1428735"/>
                  <a:pt x="346810" y="1445505"/>
                </a:cubicBezTo>
                <a:cubicBezTo>
                  <a:pt x="346810" y="1462274"/>
                  <a:pt x="333216" y="1475868"/>
                  <a:pt x="316447" y="1475868"/>
                </a:cubicBezTo>
                <a:cubicBezTo>
                  <a:pt x="299677" y="1475868"/>
                  <a:pt x="286084" y="1462274"/>
                  <a:pt x="286084" y="1445505"/>
                </a:cubicBezTo>
                <a:cubicBezTo>
                  <a:pt x="286084" y="1428735"/>
                  <a:pt x="299677" y="1415141"/>
                  <a:pt x="316447" y="1415141"/>
                </a:cubicBezTo>
                <a:close/>
                <a:moveTo>
                  <a:pt x="243892" y="1415141"/>
                </a:moveTo>
                <a:cubicBezTo>
                  <a:pt x="260662" y="1415141"/>
                  <a:pt x="274256" y="1428735"/>
                  <a:pt x="274256" y="1445505"/>
                </a:cubicBezTo>
                <a:cubicBezTo>
                  <a:pt x="274256" y="1462274"/>
                  <a:pt x="260662" y="1475868"/>
                  <a:pt x="243892" y="1475868"/>
                </a:cubicBezTo>
                <a:cubicBezTo>
                  <a:pt x="227123" y="1475868"/>
                  <a:pt x="213529" y="1462274"/>
                  <a:pt x="213529" y="1445505"/>
                </a:cubicBezTo>
                <a:cubicBezTo>
                  <a:pt x="213529" y="1428735"/>
                  <a:pt x="227123" y="1415141"/>
                  <a:pt x="243892" y="1415141"/>
                </a:cubicBezTo>
                <a:close/>
                <a:moveTo>
                  <a:pt x="171339" y="1415141"/>
                </a:moveTo>
                <a:cubicBezTo>
                  <a:pt x="188107" y="1415141"/>
                  <a:pt x="201701" y="1428735"/>
                  <a:pt x="201701" y="1445505"/>
                </a:cubicBezTo>
                <a:cubicBezTo>
                  <a:pt x="201701" y="1462274"/>
                  <a:pt x="188107" y="1475868"/>
                  <a:pt x="171339" y="1475868"/>
                </a:cubicBezTo>
                <a:cubicBezTo>
                  <a:pt x="154611" y="1475868"/>
                  <a:pt x="141018" y="1462274"/>
                  <a:pt x="141018" y="1445505"/>
                </a:cubicBezTo>
                <a:cubicBezTo>
                  <a:pt x="141018" y="1428735"/>
                  <a:pt x="154611" y="1415141"/>
                  <a:pt x="171339" y="1415141"/>
                </a:cubicBezTo>
                <a:close/>
                <a:moveTo>
                  <a:pt x="98831" y="1415141"/>
                </a:moveTo>
                <a:cubicBezTo>
                  <a:pt x="115598" y="1415141"/>
                  <a:pt x="129192" y="1428735"/>
                  <a:pt x="129192" y="1445505"/>
                </a:cubicBezTo>
                <a:cubicBezTo>
                  <a:pt x="129192" y="1462274"/>
                  <a:pt x="115598" y="1475868"/>
                  <a:pt x="98831" y="1475868"/>
                </a:cubicBezTo>
                <a:cubicBezTo>
                  <a:pt x="82060" y="1475868"/>
                  <a:pt x="68467" y="1462274"/>
                  <a:pt x="68467" y="1445505"/>
                </a:cubicBezTo>
                <a:cubicBezTo>
                  <a:pt x="68467" y="1428735"/>
                  <a:pt x="82060" y="1415141"/>
                  <a:pt x="98831" y="1415141"/>
                </a:cubicBezTo>
                <a:close/>
                <a:moveTo>
                  <a:pt x="26277" y="1415141"/>
                </a:moveTo>
                <a:cubicBezTo>
                  <a:pt x="43044" y="1415141"/>
                  <a:pt x="56638" y="1428735"/>
                  <a:pt x="56638" y="1445505"/>
                </a:cubicBezTo>
                <a:cubicBezTo>
                  <a:pt x="56638" y="1462274"/>
                  <a:pt x="43044" y="1475868"/>
                  <a:pt x="26277" y="1475868"/>
                </a:cubicBezTo>
                <a:cubicBezTo>
                  <a:pt x="17892" y="1475868"/>
                  <a:pt x="10301" y="1472470"/>
                  <a:pt x="4807" y="1466975"/>
                </a:cubicBezTo>
                <a:lnTo>
                  <a:pt x="0" y="1455370"/>
                </a:lnTo>
                <a:lnTo>
                  <a:pt x="0" y="1435640"/>
                </a:lnTo>
                <a:lnTo>
                  <a:pt x="4807" y="1424034"/>
                </a:lnTo>
                <a:cubicBezTo>
                  <a:pt x="10301" y="1418540"/>
                  <a:pt x="17892" y="1415141"/>
                  <a:pt x="26277" y="1415141"/>
                </a:cubicBezTo>
                <a:close/>
                <a:moveTo>
                  <a:pt x="1332211" y="1334690"/>
                </a:moveTo>
                <a:cubicBezTo>
                  <a:pt x="1340596" y="1334690"/>
                  <a:pt x="1348186" y="1338088"/>
                  <a:pt x="1353681" y="1343583"/>
                </a:cubicBezTo>
                <a:lnTo>
                  <a:pt x="1356143" y="1349526"/>
                </a:lnTo>
                <a:lnTo>
                  <a:pt x="1331934" y="1381900"/>
                </a:lnTo>
                <a:lnTo>
                  <a:pt x="1321597" y="1393274"/>
                </a:lnTo>
                <a:lnTo>
                  <a:pt x="1320392" y="1393030"/>
                </a:lnTo>
                <a:cubicBezTo>
                  <a:pt x="1309494" y="1388421"/>
                  <a:pt x="1301847" y="1377631"/>
                  <a:pt x="1301847" y="1365053"/>
                </a:cubicBezTo>
                <a:cubicBezTo>
                  <a:pt x="1301847" y="1348284"/>
                  <a:pt x="1315441" y="1334690"/>
                  <a:pt x="1332211" y="1334690"/>
                </a:cubicBezTo>
                <a:close/>
                <a:moveTo>
                  <a:pt x="1259656" y="1334690"/>
                </a:moveTo>
                <a:cubicBezTo>
                  <a:pt x="1276426" y="1334690"/>
                  <a:pt x="1290020" y="1348284"/>
                  <a:pt x="1290020" y="1365053"/>
                </a:cubicBezTo>
                <a:cubicBezTo>
                  <a:pt x="1290020" y="1381823"/>
                  <a:pt x="1276426" y="1395417"/>
                  <a:pt x="1259656" y="1395417"/>
                </a:cubicBezTo>
                <a:cubicBezTo>
                  <a:pt x="1242887" y="1395417"/>
                  <a:pt x="1229293" y="1381823"/>
                  <a:pt x="1229293" y="1365053"/>
                </a:cubicBezTo>
                <a:cubicBezTo>
                  <a:pt x="1229293" y="1348284"/>
                  <a:pt x="1242887" y="1334690"/>
                  <a:pt x="1259656" y="1334690"/>
                </a:cubicBezTo>
                <a:close/>
                <a:moveTo>
                  <a:pt x="1187102" y="1334690"/>
                </a:moveTo>
                <a:cubicBezTo>
                  <a:pt x="1203871" y="1334690"/>
                  <a:pt x="1217465" y="1348284"/>
                  <a:pt x="1217465" y="1365053"/>
                </a:cubicBezTo>
                <a:cubicBezTo>
                  <a:pt x="1217465" y="1381823"/>
                  <a:pt x="1203871" y="1395417"/>
                  <a:pt x="1187102" y="1395417"/>
                </a:cubicBezTo>
                <a:cubicBezTo>
                  <a:pt x="1170332" y="1395417"/>
                  <a:pt x="1156738" y="1381823"/>
                  <a:pt x="1156738" y="1365053"/>
                </a:cubicBezTo>
                <a:cubicBezTo>
                  <a:pt x="1156738" y="1348284"/>
                  <a:pt x="1170332" y="1334690"/>
                  <a:pt x="1187102" y="1334690"/>
                </a:cubicBezTo>
                <a:close/>
                <a:moveTo>
                  <a:pt x="1114547" y="1334690"/>
                </a:moveTo>
                <a:cubicBezTo>
                  <a:pt x="1131317" y="1334690"/>
                  <a:pt x="1144911" y="1348284"/>
                  <a:pt x="1144911" y="1365053"/>
                </a:cubicBezTo>
                <a:cubicBezTo>
                  <a:pt x="1144911" y="1381823"/>
                  <a:pt x="1131317" y="1395417"/>
                  <a:pt x="1114547" y="1395417"/>
                </a:cubicBezTo>
                <a:cubicBezTo>
                  <a:pt x="1097778" y="1395417"/>
                  <a:pt x="1084184" y="1381823"/>
                  <a:pt x="1084184" y="1365053"/>
                </a:cubicBezTo>
                <a:cubicBezTo>
                  <a:pt x="1084184" y="1348284"/>
                  <a:pt x="1097778" y="1334690"/>
                  <a:pt x="1114547" y="1334690"/>
                </a:cubicBezTo>
                <a:close/>
                <a:moveTo>
                  <a:pt x="1041993" y="1334690"/>
                </a:moveTo>
                <a:cubicBezTo>
                  <a:pt x="1058762" y="1334690"/>
                  <a:pt x="1072356" y="1348284"/>
                  <a:pt x="1072356" y="1365053"/>
                </a:cubicBezTo>
                <a:cubicBezTo>
                  <a:pt x="1072356" y="1381823"/>
                  <a:pt x="1058762" y="1395417"/>
                  <a:pt x="1041993" y="1395417"/>
                </a:cubicBezTo>
                <a:cubicBezTo>
                  <a:pt x="1025223" y="1395417"/>
                  <a:pt x="1011629" y="1381823"/>
                  <a:pt x="1011629" y="1365053"/>
                </a:cubicBezTo>
                <a:cubicBezTo>
                  <a:pt x="1011629" y="1348284"/>
                  <a:pt x="1025223" y="1334690"/>
                  <a:pt x="1041993" y="1334690"/>
                </a:cubicBezTo>
                <a:close/>
                <a:moveTo>
                  <a:pt x="969438" y="1334690"/>
                </a:moveTo>
                <a:cubicBezTo>
                  <a:pt x="986208" y="1334690"/>
                  <a:pt x="999801" y="1348284"/>
                  <a:pt x="999801" y="1365053"/>
                </a:cubicBezTo>
                <a:cubicBezTo>
                  <a:pt x="999801" y="1381823"/>
                  <a:pt x="986208" y="1395417"/>
                  <a:pt x="969438" y="1395417"/>
                </a:cubicBezTo>
                <a:cubicBezTo>
                  <a:pt x="952669" y="1395417"/>
                  <a:pt x="939075" y="1381823"/>
                  <a:pt x="939075" y="1365053"/>
                </a:cubicBezTo>
                <a:cubicBezTo>
                  <a:pt x="939075" y="1348284"/>
                  <a:pt x="952669" y="1334690"/>
                  <a:pt x="969438" y="1334690"/>
                </a:cubicBezTo>
                <a:close/>
                <a:moveTo>
                  <a:pt x="896883" y="1334690"/>
                </a:moveTo>
                <a:cubicBezTo>
                  <a:pt x="913653" y="1334690"/>
                  <a:pt x="927247" y="1348284"/>
                  <a:pt x="927247" y="1365053"/>
                </a:cubicBezTo>
                <a:cubicBezTo>
                  <a:pt x="927247" y="1381823"/>
                  <a:pt x="913653" y="1395417"/>
                  <a:pt x="896883" y="1395417"/>
                </a:cubicBezTo>
                <a:cubicBezTo>
                  <a:pt x="880114" y="1395417"/>
                  <a:pt x="866520" y="1381823"/>
                  <a:pt x="866520" y="1365053"/>
                </a:cubicBezTo>
                <a:cubicBezTo>
                  <a:pt x="866520" y="1348284"/>
                  <a:pt x="880114" y="1334690"/>
                  <a:pt x="896883" y="1334690"/>
                </a:cubicBezTo>
                <a:close/>
                <a:moveTo>
                  <a:pt x="824329" y="1334690"/>
                </a:moveTo>
                <a:cubicBezTo>
                  <a:pt x="841098" y="1334690"/>
                  <a:pt x="854692" y="1348284"/>
                  <a:pt x="854692" y="1365053"/>
                </a:cubicBezTo>
                <a:cubicBezTo>
                  <a:pt x="854692" y="1381823"/>
                  <a:pt x="841098" y="1395417"/>
                  <a:pt x="824329" y="1395417"/>
                </a:cubicBezTo>
                <a:cubicBezTo>
                  <a:pt x="807559" y="1395417"/>
                  <a:pt x="793965" y="1381823"/>
                  <a:pt x="793965" y="1365053"/>
                </a:cubicBezTo>
                <a:cubicBezTo>
                  <a:pt x="793965" y="1348284"/>
                  <a:pt x="807559" y="1334690"/>
                  <a:pt x="824329" y="1334690"/>
                </a:cubicBezTo>
                <a:close/>
                <a:moveTo>
                  <a:pt x="751774" y="1334690"/>
                </a:moveTo>
                <a:cubicBezTo>
                  <a:pt x="768544" y="1334690"/>
                  <a:pt x="782138" y="1348284"/>
                  <a:pt x="782138" y="1365053"/>
                </a:cubicBezTo>
                <a:cubicBezTo>
                  <a:pt x="782138" y="1381823"/>
                  <a:pt x="768544" y="1395417"/>
                  <a:pt x="751774" y="1395417"/>
                </a:cubicBezTo>
                <a:cubicBezTo>
                  <a:pt x="735005" y="1395417"/>
                  <a:pt x="721411" y="1381823"/>
                  <a:pt x="721411" y="1365053"/>
                </a:cubicBezTo>
                <a:cubicBezTo>
                  <a:pt x="721411" y="1348284"/>
                  <a:pt x="735005" y="1334690"/>
                  <a:pt x="751774" y="1334690"/>
                </a:cubicBezTo>
                <a:close/>
                <a:moveTo>
                  <a:pt x="679220" y="1334690"/>
                </a:moveTo>
                <a:cubicBezTo>
                  <a:pt x="695989" y="1334690"/>
                  <a:pt x="709583" y="1348284"/>
                  <a:pt x="709583" y="1365053"/>
                </a:cubicBezTo>
                <a:cubicBezTo>
                  <a:pt x="709583" y="1381823"/>
                  <a:pt x="695989" y="1395417"/>
                  <a:pt x="679220" y="1395417"/>
                </a:cubicBezTo>
                <a:cubicBezTo>
                  <a:pt x="662450" y="1395417"/>
                  <a:pt x="648856" y="1381823"/>
                  <a:pt x="648856" y="1365053"/>
                </a:cubicBezTo>
                <a:cubicBezTo>
                  <a:pt x="648856" y="1348284"/>
                  <a:pt x="662450" y="1334690"/>
                  <a:pt x="679220" y="1334690"/>
                </a:cubicBezTo>
                <a:close/>
                <a:moveTo>
                  <a:pt x="606665" y="1334690"/>
                </a:moveTo>
                <a:cubicBezTo>
                  <a:pt x="623435" y="1334690"/>
                  <a:pt x="637029" y="1348284"/>
                  <a:pt x="637029" y="1365053"/>
                </a:cubicBezTo>
                <a:cubicBezTo>
                  <a:pt x="637029" y="1381823"/>
                  <a:pt x="623435" y="1395417"/>
                  <a:pt x="606665" y="1395417"/>
                </a:cubicBezTo>
                <a:cubicBezTo>
                  <a:pt x="589896" y="1395417"/>
                  <a:pt x="576302" y="1381823"/>
                  <a:pt x="576302" y="1365053"/>
                </a:cubicBezTo>
                <a:cubicBezTo>
                  <a:pt x="576302" y="1348284"/>
                  <a:pt x="589896" y="1334690"/>
                  <a:pt x="606665" y="1334690"/>
                </a:cubicBezTo>
                <a:close/>
                <a:moveTo>
                  <a:pt x="534111" y="1334690"/>
                </a:moveTo>
                <a:cubicBezTo>
                  <a:pt x="550880" y="1334690"/>
                  <a:pt x="564474" y="1348284"/>
                  <a:pt x="564474" y="1365053"/>
                </a:cubicBezTo>
                <a:cubicBezTo>
                  <a:pt x="564474" y="1381823"/>
                  <a:pt x="550880" y="1395417"/>
                  <a:pt x="534111" y="1395417"/>
                </a:cubicBezTo>
                <a:cubicBezTo>
                  <a:pt x="517341" y="1395417"/>
                  <a:pt x="503747" y="1381823"/>
                  <a:pt x="503747" y="1365053"/>
                </a:cubicBezTo>
                <a:cubicBezTo>
                  <a:pt x="503747" y="1348284"/>
                  <a:pt x="517341" y="1334690"/>
                  <a:pt x="534111" y="1334690"/>
                </a:cubicBezTo>
                <a:close/>
                <a:moveTo>
                  <a:pt x="461556" y="1334690"/>
                </a:moveTo>
                <a:cubicBezTo>
                  <a:pt x="478326" y="1334690"/>
                  <a:pt x="491920" y="1348284"/>
                  <a:pt x="491920" y="1365053"/>
                </a:cubicBezTo>
                <a:cubicBezTo>
                  <a:pt x="491920" y="1381823"/>
                  <a:pt x="478326" y="1395417"/>
                  <a:pt x="461556" y="1395417"/>
                </a:cubicBezTo>
                <a:cubicBezTo>
                  <a:pt x="444787" y="1395417"/>
                  <a:pt x="431192" y="1381823"/>
                  <a:pt x="431192" y="1365053"/>
                </a:cubicBezTo>
                <a:cubicBezTo>
                  <a:pt x="431192" y="1348284"/>
                  <a:pt x="444787" y="1334690"/>
                  <a:pt x="461556" y="1334690"/>
                </a:cubicBezTo>
                <a:close/>
                <a:moveTo>
                  <a:pt x="389002" y="1334690"/>
                </a:moveTo>
                <a:cubicBezTo>
                  <a:pt x="405771" y="1334690"/>
                  <a:pt x="419365" y="1348284"/>
                  <a:pt x="419365" y="1365053"/>
                </a:cubicBezTo>
                <a:cubicBezTo>
                  <a:pt x="419365" y="1381823"/>
                  <a:pt x="405771" y="1395417"/>
                  <a:pt x="389002" y="1395417"/>
                </a:cubicBezTo>
                <a:cubicBezTo>
                  <a:pt x="372232" y="1395417"/>
                  <a:pt x="358638" y="1381823"/>
                  <a:pt x="358638" y="1365053"/>
                </a:cubicBezTo>
                <a:cubicBezTo>
                  <a:pt x="358638" y="1348284"/>
                  <a:pt x="372232" y="1334690"/>
                  <a:pt x="389002" y="1334690"/>
                </a:cubicBezTo>
                <a:close/>
                <a:moveTo>
                  <a:pt x="316447" y="1334690"/>
                </a:moveTo>
                <a:cubicBezTo>
                  <a:pt x="333216" y="1334690"/>
                  <a:pt x="346810" y="1348284"/>
                  <a:pt x="346810" y="1365053"/>
                </a:cubicBezTo>
                <a:cubicBezTo>
                  <a:pt x="346810" y="1381823"/>
                  <a:pt x="333216" y="1395417"/>
                  <a:pt x="316447" y="1395417"/>
                </a:cubicBezTo>
                <a:cubicBezTo>
                  <a:pt x="299677" y="1395417"/>
                  <a:pt x="286084" y="1381823"/>
                  <a:pt x="286084" y="1365053"/>
                </a:cubicBezTo>
                <a:cubicBezTo>
                  <a:pt x="286084" y="1348284"/>
                  <a:pt x="299677" y="1334690"/>
                  <a:pt x="316447" y="1334690"/>
                </a:cubicBezTo>
                <a:close/>
                <a:moveTo>
                  <a:pt x="243892" y="1334690"/>
                </a:moveTo>
                <a:cubicBezTo>
                  <a:pt x="260662" y="1334690"/>
                  <a:pt x="274256" y="1348284"/>
                  <a:pt x="274256" y="1365053"/>
                </a:cubicBezTo>
                <a:cubicBezTo>
                  <a:pt x="274256" y="1381823"/>
                  <a:pt x="260662" y="1395417"/>
                  <a:pt x="243892" y="1395417"/>
                </a:cubicBezTo>
                <a:cubicBezTo>
                  <a:pt x="227123" y="1395417"/>
                  <a:pt x="213529" y="1381823"/>
                  <a:pt x="213529" y="1365053"/>
                </a:cubicBezTo>
                <a:cubicBezTo>
                  <a:pt x="213529" y="1348284"/>
                  <a:pt x="227123" y="1334690"/>
                  <a:pt x="243892" y="1334690"/>
                </a:cubicBezTo>
                <a:close/>
                <a:moveTo>
                  <a:pt x="171339" y="1334690"/>
                </a:moveTo>
                <a:cubicBezTo>
                  <a:pt x="188107" y="1334690"/>
                  <a:pt x="201701" y="1348284"/>
                  <a:pt x="201701" y="1365053"/>
                </a:cubicBezTo>
                <a:cubicBezTo>
                  <a:pt x="201701" y="1381823"/>
                  <a:pt x="188107" y="1395417"/>
                  <a:pt x="171339" y="1395417"/>
                </a:cubicBezTo>
                <a:cubicBezTo>
                  <a:pt x="154616" y="1395417"/>
                  <a:pt x="141023" y="1381823"/>
                  <a:pt x="141023" y="1365053"/>
                </a:cubicBezTo>
                <a:cubicBezTo>
                  <a:pt x="141023" y="1348284"/>
                  <a:pt x="154616" y="1334690"/>
                  <a:pt x="171339" y="1334690"/>
                </a:cubicBezTo>
                <a:close/>
                <a:moveTo>
                  <a:pt x="98838" y="1334690"/>
                </a:moveTo>
                <a:cubicBezTo>
                  <a:pt x="115605" y="1334690"/>
                  <a:pt x="129198" y="1348284"/>
                  <a:pt x="129198" y="1365053"/>
                </a:cubicBezTo>
                <a:cubicBezTo>
                  <a:pt x="129198" y="1381823"/>
                  <a:pt x="115605" y="1395417"/>
                  <a:pt x="98838" y="1395417"/>
                </a:cubicBezTo>
                <a:cubicBezTo>
                  <a:pt x="82067" y="1395417"/>
                  <a:pt x="68474" y="1381823"/>
                  <a:pt x="68474" y="1365053"/>
                </a:cubicBezTo>
                <a:cubicBezTo>
                  <a:pt x="68474" y="1348284"/>
                  <a:pt x="82067" y="1334690"/>
                  <a:pt x="98838" y="1334690"/>
                </a:cubicBezTo>
                <a:close/>
                <a:moveTo>
                  <a:pt x="26283" y="1334690"/>
                </a:moveTo>
                <a:cubicBezTo>
                  <a:pt x="43051" y="1334690"/>
                  <a:pt x="56645" y="1348284"/>
                  <a:pt x="56645" y="1365053"/>
                </a:cubicBezTo>
                <a:cubicBezTo>
                  <a:pt x="56645" y="1381823"/>
                  <a:pt x="43051" y="1395417"/>
                  <a:pt x="26283" y="1395417"/>
                </a:cubicBezTo>
                <a:cubicBezTo>
                  <a:pt x="17898" y="1395417"/>
                  <a:pt x="10308" y="1392019"/>
                  <a:pt x="4813" y="1386524"/>
                </a:cubicBezTo>
                <a:lnTo>
                  <a:pt x="0" y="1374903"/>
                </a:lnTo>
                <a:lnTo>
                  <a:pt x="0" y="1355203"/>
                </a:lnTo>
                <a:lnTo>
                  <a:pt x="4813" y="1343583"/>
                </a:lnTo>
                <a:cubicBezTo>
                  <a:pt x="10308" y="1338089"/>
                  <a:pt x="17898" y="1334690"/>
                  <a:pt x="26283" y="1334690"/>
                </a:cubicBezTo>
                <a:close/>
                <a:moveTo>
                  <a:pt x="1404765" y="1254238"/>
                </a:moveTo>
                <a:cubicBezTo>
                  <a:pt x="1408957" y="1254238"/>
                  <a:pt x="1412951" y="1255088"/>
                  <a:pt x="1416584" y="1256624"/>
                </a:cubicBezTo>
                <a:lnTo>
                  <a:pt x="1422045" y="1260306"/>
                </a:lnTo>
                <a:lnTo>
                  <a:pt x="1418517" y="1266114"/>
                </a:lnTo>
                <a:lnTo>
                  <a:pt x="1386846" y="1308466"/>
                </a:lnTo>
                <a:lnTo>
                  <a:pt x="1383295" y="1306072"/>
                </a:lnTo>
                <a:cubicBezTo>
                  <a:pt x="1377800" y="1300577"/>
                  <a:pt x="1374402" y="1292986"/>
                  <a:pt x="1374402" y="1284602"/>
                </a:cubicBezTo>
                <a:cubicBezTo>
                  <a:pt x="1374402" y="1267832"/>
                  <a:pt x="1387996" y="1254238"/>
                  <a:pt x="1404765" y="1254238"/>
                </a:cubicBezTo>
                <a:close/>
                <a:moveTo>
                  <a:pt x="1332211" y="1254238"/>
                </a:moveTo>
                <a:cubicBezTo>
                  <a:pt x="1348980" y="1254238"/>
                  <a:pt x="1362574" y="1267832"/>
                  <a:pt x="1362574" y="1284602"/>
                </a:cubicBezTo>
                <a:cubicBezTo>
                  <a:pt x="1362574" y="1301371"/>
                  <a:pt x="1348980" y="1314965"/>
                  <a:pt x="1332211" y="1314965"/>
                </a:cubicBezTo>
                <a:cubicBezTo>
                  <a:pt x="1315441" y="1314965"/>
                  <a:pt x="1301847" y="1301371"/>
                  <a:pt x="1301847" y="1284602"/>
                </a:cubicBezTo>
                <a:cubicBezTo>
                  <a:pt x="1301847" y="1267832"/>
                  <a:pt x="1315441" y="1254238"/>
                  <a:pt x="1332211" y="1254238"/>
                </a:cubicBezTo>
                <a:close/>
                <a:moveTo>
                  <a:pt x="1259656" y="1254238"/>
                </a:moveTo>
                <a:cubicBezTo>
                  <a:pt x="1276426" y="1254238"/>
                  <a:pt x="1290020" y="1267832"/>
                  <a:pt x="1290020" y="1284602"/>
                </a:cubicBezTo>
                <a:cubicBezTo>
                  <a:pt x="1290020" y="1301371"/>
                  <a:pt x="1276426" y="1314965"/>
                  <a:pt x="1259656" y="1314965"/>
                </a:cubicBezTo>
                <a:cubicBezTo>
                  <a:pt x="1242887" y="1314965"/>
                  <a:pt x="1229293" y="1301371"/>
                  <a:pt x="1229293" y="1284602"/>
                </a:cubicBezTo>
                <a:cubicBezTo>
                  <a:pt x="1229293" y="1267832"/>
                  <a:pt x="1242887" y="1254238"/>
                  <a:pt x="1259656" y="1254238"/>
                </a:cubicBezTo>
                <a:close/>
                <a:moveTo>
                  <a:pt x="1187102" y="1254238"/>
                </a:moveTo>
                <a:cubicBezTo>
                  <a:pt x="1203871" y="1254238"/>
                  <a:pt x="1217465" y="1267832"/>
                  <a:pt x="1217465" y="1284602"/>
                </a:cubicBezTo>
                <a:cubicBezTo>
                  <a:pt x="1217465" y="1301371"/>
                  <a:pt x="1203871" y="1314965"/>
                  <a:pt x="1187102" y="1314965"/>
                </a:cubicBezTo>
                <a:cubicBezTo>
                  <a:pt x="1170332" y="1314965"/>
                  <a:pt x="1156738" y="1301371"/>
                  <a:pt x="1156738" y="1284602"/>
                </a:cubicBezTo>
                <a:cubicBezTo>
                  <a:pt x="1156738" y="1267832"/>
                  <a:pt x="1170332" y="1254238"/>
                  <a:pt x="1187102" y="1254238"/>
                </a:cubicBezTo>
                <a:close/>
                <a:moveTo>
                  <a:pt x="1114547" y="1254238"/>
                </a:moveTo>
                <a:cubicBezTo>
                  <a:pt x="1131317" y="1254238"/>
                  <a:pt x="1144911" y="1267832"/>
                  <a:pt x="1144911" y="1284602"/>
                </a:cubicBezTo>
                <a:cubicBezTo>
                  <a:pt x="1144911" y="1301371"/>
                  <a:pt x="1131317" y="1314965"/>
                  <a:pt x="1114547" y="1314965"/>
                </a:cubicBezTo>
                <a:cubicBezTo>
                  <a:pt x="1097778" y="1314965"/>
                  <a:pt x="1084184" y="1301371"/>
                  <a:pt x="1084184" y="1284602"/>
                </a:cubicBezTo>
                <a:cubicBezTo>
                  <a:pt x="1084184" y="1267832"/>
                  <a:pt x="1097778" y="1254238"/>
                  <a:pt x="1114547" y="1254238"/>
                </a:cubicBezTo>
                <a:close/>
                <a:moveTo>
                  <a:pt x="1041993" y="1254238"/>
                </a:moveTo>
                <a:cubicBezTo>
                  <a:pt x="1058762" y="1254238"/>
                  <a:pt x="1072356" y="1267832"/>
                  <a:pt x="1072356" y="1284602"/>
                </a:cubicBezTo>
                <a:cubicBezTo>
                  <a:pt x="1072356" y="1301371"/>
                  <a:pt x="1058762" y="1314965"/>
                  <a:pt x="1041993" y="1314965"/>
                </a:cubicBezTo>
                <a:cubicBezTo>
                  <a:pt x="1025223" y="1314965"/>
                  <a:pt x="1011629" y="1301371"/>
                  <a:pt x="1011629" y="1284602"/>
                </a:cubicBezTo>
                <a:cubicBezTo>
                  <a:pt x="1011629" y="1267832"/>
                  <a:pt x="1025223" y="1254238"/>
                  <a:pt x="1041993" y="1254238"/>
                </a:cubicBezTo>
                <a:close/>
                <a:moveTo>
                  <a:pt x="969438" y="1254238"/>
                </a:moveTo>
                <a:cubicBezTo>
                  <a:pt x="986208" y="1254238"/>
                  <a:pt x="999801" y="1267832"/>
                  <a:pt x="999801" y="1284602"/>
                </a:cubicBezTo>
                <a:cubicBezTo>
                  <a:pt x="999801" y="1301371"/>
                  <a:pt x="986208" y="1314965"/>
                  <a:pt x="969438" y="1314965"/>
                </a:cubicBezTo>
                <a:cubicBezTo>
                  <a:pt x="952669" y="1314965"/>
                  <a:pt x="939075" y="1301371"/>
                  <a:pt x="939075" y="1284602"/>
                </a:cubicBezTo>
                <a:cubicBezTo>
                  <a:pt x="939075" y="1267832"/>
                  <a:pt x="952669" y="1254238"/>
                  <a:pt x="969438" y="1254238"/>
                </a:cubicBezTo>
                <a:close/>
                <a:moveTo>
                  <a:pt x="896883" y="1254238"/>
                </a:moveTo>
                <a:cubicBezTo>
                  <a:pt x="913653" y="1254238"/>
                  <a:pt x="927247" y="1267832"/>
                  <a:pt x="927247" y="1284602"/>
                </a:cubicBezTo>
                <a:cubicBezTo>
                  <a:pt x="927247" y="1301371"/>
                  <a:pt x="913653" y="1314965"/>
                  <a:pt x="896883" y="1314965"/>
                </a:cubicBezTo>
                <a:cubicBezTo>
                  <a:pt x="880114" y="1314965"/>
                  <a:pt x="866520" y="1301371"/>
                  <a:pt x="866520" y="1284602"/>
                </a:cubicBezTo>
                <a:cubicBezTo>
                  <a:pt x="866520" y="1267832"/>
                  <a:pt x="880114" y="1254238"/>
                  <a:pt x="896883" y="1254238"/>
                </a:cubicBezTo>
                <a:close/>
                <a:moveTo>
                  <a:pt x="824329" y="1254238"/>
                </a:moveTo>
                <a:cubicBezTo>
                  <a:pt x="841098" y="1254238"/>
                  <a:pt x="854692" y="1267832"/>
                  <a:pt x="854692" y="1284602"/>
                </a:cubicBezTo>
                <a:cubicBezTo>
                  <a:pt x="854692" y="1301371"/>
                  <a:pt x="841098" y="1314965"/>
                  <a:pt x="824329" y="1314965"/>
                </a:cubicBezTo>
                <a:cubicBezTo>
                  <a:pt x="807559" y="1314965"/>
                  <a:pt x="793965" y="1301371"/>
                  <a:pt x="793965" y="1284602"/>
                </a:cubicBezTo>
                <a:cubicBezTo>
                  <a:pt x="793965" y="1267832"/>
                  <a:pt x="807559" y="1254238"/>
                  <a:pt x="824329" y="1254238"/>
                </a:cubicBezTo>
                <a:close/>
                <a:moveTo>
                  <a:pt x="751774" y="1254238"/>
                </a:moveTo>
                <a:cubicBezTo>
                  <a:pt x="768544" y="1254238"/>
                  <a:pt x="782138" y="1267832"/>
                  <a:pt x="782138" y="1284602"/>
                </a:cubicBezTo>
                <a:cubicBezTo>
                  <a:pt x="782138" y="1301371"/>
                  <a:pt x="768544" y="1314965"/>
                  <a:pt x="751774" y="1314965"/>
                </a:cubicBezTo>
                <a:cubicBezTo>
                  <a:pt x="735005" y="1314965"/>
                  <a:pt x="721411" y="1301371"/>
                  <a:pt x="721411" y="1284602"/>
                </a:cubicBezTo>
                <a:cubicBezTo>
                  <a:pt x="721411" y="1267832"/>
                  <a:pt x="735005" y="1254238"/>
                  <a:pt x="751774" y="1254238"/>
                </a:cubicBezTo>
                <a:close/>
                <a:moveTo>
                  <a:pt x="679220" y="1254238"/>
                </a:moveTo>
                <a:cubicBezTo>
                  <a:pt x="695989" y="1254238"/>
                  <a:pt x="709583" y="1267832"/>
                  <a:pt x="709583" y="1284602"/>
                </a:cubicBezTo>
                <a:cubicBezTo>
                  <a:pt x="709583" y="1301371"/>
                  <a:pt x="695989" y="1314965"/>
                  <a:pt x="679220" y="1314965"/>
                </a:cubicBezTo>
                <a:cubicBezTo>
                  <a:pt x="662450" y="1314965"/>
                  <a:pt x="648856" y="1301371"/>
                  <a:pt x="648856" y="1284602"/>
                </a:cubicBezTo>
                <a:cubicBezTo>
                  <a:pt x="648856" y="1267832"/>
                  <a:pt x="662450" y="1254238"/>
                  <a:pt x="679220" y="1254238"/>
                </a:cubicBezTo>
                <a:close/>
                <a:moveTo>
                  <a:pt x="606665" y="1254238"/>
                </a:moveTo>
                <a:cubicBezTo>
                  <a:pt x="623435" y="1254238"/>
                  <a:pt x="637029" y="1267832"/>
                  <a:pt x="637029" y="1284602"/>
                </a:cubicBezTo>
                <a:cubicBezTo>
                  <a:pt x="637029" y="1301371"/>
                  <a:pt x="623435" y="1314965"/>
                  <a:pt x="606665" y="1314965"/>
                </a:cubicBezTo>
                <a:cubicBezTo>
                  <a:pt x="589896" y="1314965"/>
                  <a:pt x="576302" y="1301371"/>
                  <a:pt x="576302" y="1284602"/>
                </a:cubicBezTo>
                <a:cubicBezTo>
                  <a:pt x="576302" y="1267832"/>
                  <a:pt x="589896" y="1254238"/>
                  <a:pt x="606665" y="1254238"/>
                </a:cubicBezTo>
                <a:close/>
                <a:moveTo>
                  <a:pt x="534111" y="1254238"/>
                </a:moveTo>
                <a:cubicBezTo>
                  <a:pt x="550880" y="1254238"/>
                  <a:pt x="564474" y="1267832"/>
                  <a:pt x="564474" y="1284602"/>
                </a:cubicBezTo>
                <a:cubicBezTo>
                  <a:pt x="564474" y="1301371"/>
                  <a:pt x="550880" y="1314965"/>
                  <a:pt x="534111" y="1314965"/>
                </a:cubicBezTo>
                <a:cubicBezTo>
                  <a:pt x="517341" y="1314965"/>
                  <a:pt x="503747" y="1301371"/>
                  <a:pt x="503747" y="1284602"/>
                </a:cubicBezTo>
                <a:cubicBezTo>
                  <a:pt x="503747" y="1267832"/>
                  <a:pt x="517341" y="1254238"/>
                  <a:pt x="534111" y="1254238"/>
                </a:cubicBezTo>
                <a:close/>
                <a:moveTo>
                  <a:pt x="461556" y="1254238"/>
                </a:moveTo>
                <a:cubicBezTo>
                  <a:pt x="478326" y="1254238"/>
                  <a:pt x="491920" y="1267832"/>
                  <a:pt x="491920" y="1284602"/>
                </a:cubicBezTo>
                <a:cubicBezTo>
                  <a:pt x="491920" y="1301371"/>
                  <a:pt x="478326" y="1314965"/>
                  <a:pt x="461556" y="1314965"/>
                </a:cubicBezTo>
                <a:cubicBezTo>
                  <a:pt x="444787" y="1314965"/>
                  <a:pt x="431192" y="1301371"/>
                  <a:pt x="431192" y="1284602"/>
                </a:cubicBezTo>
                <a:cubicBezTo>
                  <a:pt x="431192" y="1267832"/>
                  <a:pt x="444787" y="1254238"/>
                  <a:pt x="461556" y="1254238"/>
                </a:cubicBezTo>
                <a:close/>
                <a:moveTo>
                  <a:pt x="389002" y="1254238"/>
                </a:moveTo>
                <a:cubicBezTo>
                  <a:pt x="405771" y="1254238"/>
                  <a:pt x="419365" y="1267832"/>
                  <a:pt x="419365" y="1284602"/>
                </a:cubicBezTo>
                <a:cubicBezTo>
                  <a:pt x="419365" y="1301371"/>
                  <a:pt x="405771" y="1314965"/>
                  <a:pt x="389002" y="1314965"/>
                </a:cubicBezTo>
                <a:cubicBezTo>
                  <a:pt x="372232" y="1314965"/>
                  <a:pt x="358638" y="1301371"/>
                  <a:pt x="358638" y="1284602"/>
                </a:cubicBezTo>
                <a:cubicBezTo>
                  <a:pt x="358638" y="1267832"/>
                  <a:pt x="372232" y="1254238"/>
                  <a:pt x="389002" y="1254238"/>
                </a:cubicBezTo>
                <a:close/>
                <a:moveTo>
                  <a:pt x="316447" y="1254238"/>
                </a:moveTo>
                <a:cubicBezTo>
                  <a:pt x="333216" y="1254238"/>
                  <a:pt x="346810" y="1267832"/>
                  <a:pt x="346810" y="1284602"/>
                </a:cubicBezTo>
                <a:cubicBezTo>
                  <a:pt x="346810" y="1301371"/>
                  <a:pt x="333216" y="1314965"/>
                  <a:pt x="316447" y="1314965"/>
                </a:cubicBezTo>
                <a:cubicBezTo>
                  <a:pt x="299677" y="1314965"/>
                  <a:pt x="286084" y="1301371"/>
                  <a:pt x="286084" y="1284602"/>
                </a:cubicBezTo>
                <a:cubicBezTo>
                  <a:pt x="286084" y="1267832"/>
                  <a:pt x="299677" y="1254238"/>
                  <a:pt x="316447" y="1254238"/>
                </a:cubicBezTo>
                <a:close/>
                <a:moveTo>
                  <a:pt x="243892" y="1254238"/>
                </a:moveTo>
                <a:cubicBezTo>
                  <a:pt x="260662" y="1254238"/>
                  <a:pt x="274256" y="1267832"/>
                  <a:pt x="274256" y="1284602"/>
                </a:cubicBezTo>
                <a:cubicBezTo>
                  <a:pt x="274256" y="1301371"/>
                  <a:pt x="260662" y="1314965"/>
                  <a:pt x="243892" y="1314965"/>
                </a:cubicBezTo>
                <a:cubicBezTo>
                  <a:pt x="227123" y="1314965"/>
                  <a:pt x="213529" y="1301371"/>
                  <a:pt x="213529" y="1284602"/>
                </a:cubicBezTo>
                <a:cubicBezTo>
                  <a:pt x="213529" y="1267832"/>
                  <a:pt x="227123" y="1254238"/>
                  <a:pt x="243892" y="1254238"/>
                </a:cubicBezTo>
                <a:close/>
                <a:moveTo>
                  <a:pt x="171339" y="1254238"/>
                </a:moveTo>
                <a:cubicBezTo>
                  <a:pt x="188107" y="1254238"/>
                  <a:pt x="201701" y="1267832"/>
                  <a:pt x="201701" y="1284602"/>
                </a:cubicBezTo>
                <a:cubicBezTo>
                  <a:pt x="201701" y="1301371"/>
                  <a:pt x="188107" y="1314965"/>
                  <a:pt x="171339" y="1314965"/>
                </a:cubicBezTo>
                <a:cubicBezTo>
                  <a:pt x="154622" y="1314965"/>
                  <a:pt x="141029" y="1301371"/>
                  <a:pt x="141029" y="1284602"/>
                </a:cubicBezTo>
                <a:cubicBezTo>
                  <a:pt x="141029" y="1267832"/>
                  <a:pt x="154622" y="1254238"/>
                  <a:pt x="171339" y="1254238"/>
                </a:cubicBezTo>
                <a:close/>
                <a:moveTo>
                  <a:pt x="98845" y="1254238"/>
                </a:moveTo>
                <a:cubicBezTo>
                  <a:pt x="115610" y="1254238"/>
                  <a:pt x="129204" y="1267832"/>
                  <a:pt x="129204" y="1284602"/>
                </a:cubicBezTo>
                <a:cubicBezTo>
                  <a:pt x="129204" y="1301371"/>
                  <a:pt x="115610" y="1314965"/>
                  <a:pt x="98845" y="1314965"/>
                </a:cubicBezTo>
                <a:cubicBezTo>
                  <a:pt x="82074" y="1314965"/>
                  <a:pt x="68480" y="1301371"/>
                  <a:pt x="68480" y="1284602"/>
                </a:cubicBezTo>
                <a:cubicBezTo>
                  <a:pt x="68480" y="1267832"/>
                  <a:pt x="82074" y="1254238"/>
                  <a:pt x="98845" y="1254238"/>
                </a:cubicBezTo>
                <a:close/>
                <a:moveTo>
                  <a:pt x="26290" y="1254238"/>
                </a:moveTo>
                <a:cubicBezTo>
                  <a:pt x="43057" y="1254238"/>
                  <a:pt x="56651" y="1267832"/>
                  <a:pt x="56651" y="1284602"/>
                </a:cubicBezTo>
                <a:cubicBezTo>
                  <a:pt x="56651" y="1301371"/>
                  <a:pt x="43057" y="1314965"/>
                  <a:pt x="26290" y="1314965"/>
                </a:cubicBezTo>
                <a:cubicBezTo>
                  <a:pt x="17905" y="1314965"/>
                  <a:pt x="10314" y="1311567"/>
                  <a:pt x="4819" y="1306072"/>
                </a:cubicBezTo>
                <a:lnTo>
                  <a:pt x="0" y="1294437"/>
                </a:lnTo>
                <a:lnTo>
                  <a:pt x="0" y="1274766"/>
                </a:lnTo>
                <a:lnTo>
                  <a:pt x="4819" y="1263131"/>
                </a:lnTo>
                <a:cubicBezTo>
                  <a:pt x="10314" y="1257637"/>
                  <a:pt x="17905" y="1254238"/>
                  <a:pt x="26290" y="1254238"/>
                </a:cubicBezTo>
                <a:close/>
                <a:moveTo>
                  <a:pt x="1474228" y="1174410"/>
                </a:moveTo>
                <a:lnTo>
                  <a:pt x="1450688" y="1213159"/>
                </a:lnTo>
                <a:lnTo>
                  <a:pt x="1446956" y="1204150"/>
                </a:lnTo>
                <a:cubicBezTo>
                  <a:pt x="1446956" y="1191573"/>
                  <a:pt x="1454603" y="1180782"/>
                  <a:pt x="1465501" y="1176173"/>
                </a:cubicBezTo>
                <a:close/>
                <a:moveTo>
                  <a:pt x="1404765" y="1173786"/>
                </a:moveTo>
                <a:cubicBezTo>
                  <a:pt x="1421535" y="1173786"/>
                  <a:pt x="1435129" y="1187380"/>
                  <a:pt x="1435129" y="1204150"/>
                </a:cubicBezTo>
                <a:cubicBezTo>
                  <a:pt x="1435129" y="1220919"/>
                  <a:pt x="1421535" y="1234513"/>
                  <a:pt x="1404765" y="1234513"/>
                </a:cubicBezTo>
                <a:cubicBezTo>
                  <a:pt x="1387996" y="1234513"/>
                  <a:pt x="1374402" y="1220919"/>
                  <a:pt x="1374402" y="1204150"/>
                </a:cubicBezTo>
                <a:cubicBezTo>
                  <a:pt x="1374402" y="1187380"/>
                  <a:pt x="1387996" y="1173786"/>
                  <a:pt x="1404765" y="1173786"/>
                </a:cubicBezTo>
                <a:close/>
                <a:moveTo>
                  <a:pt x="1332211" y="1173786"/>
                </a:moveTo>
                <a:cubicBezTo>
                  <a:pt x="1348980" y="1173786"/>
                  <a:pt x="1362574" y="1187380"/>
                  <a:pt x="1362574" y="1204150"/>
                </a:cubicBezTo>
                <a:cubicBezTo>
                  <a:pt x="1362574" y="1220919"/>
                  <a:pt x="1348980" y="1234513"/>
                  <a:pt x="1332211" y="1234513"/>
                </a:cubicBezTo>
                <a:cubicBezTo>
                  <a:pt x="1315441" y="1234513"/>
                  <a:pt x="1301847" y="1220919"/>
                  <a:pt x="1301847" y="1204150"/>
                </a:cubicBezTo>
                <a:cubicBezTo>
                  <a:pt x="1301847" y="1187380"/>
                  <a:pt x="1315441" y="1173786"/>
                  <a:pt x="1332211" y="1173786"/>
                </a:cubicBezTo>
                <a:close/>
                <a:moveTo>
                  <a:pt x="1259656" y="1173786"/>
                </a:moveTo>
                <a:cubicBezTo>
                  <a:pt x="1276426" y="1173786"/>
                  <a:pt x="1290020" y="1187380"/>
                  <a:pt x="1290020" y="1204150"/>
                </a:cubicBezTo>
                <a:cubicBezTo>
                  <a:pt x="1290020" y="1220919"/>
                  <a:pt x="1276426" y="1234513"/>
                  <a:pt x="1259656" y="1234513"/>
                </a:cubicBezTo>
                <a:cubicBezTo>
                  <a:pt x="1242887" y="1234513"/>
                  <a:pt x="1229293" y="1220919"/>
                  <a:pt x="1229293" y="1204150"/>
                </a:cubicBezTo>
                <a:cubicBezTo>
                  <a:pt x="1229293" y="1187380"/>
                  <a:pt x="1242887" y="1173786"/>
                  <a:pt x="1259656" y="1173786"/>
                </a:cubicBezTo>
                <a:close/>
                <a:moveTo>
                  <a:pt x="1187102" y="1173786"/>
                </a:moveTo>
                <a:cubicBezTo>
                  <a:pt x="1203871" y="1173786"/>
                  <a:pt x="1217465" y="1187380"/>
                  <a:pt x="1217465" y="1204150"/>
                </a:cubicBezTo>
                <a:cubicBezTo>
                  <a:pt x="1217465" y="1220919"/>
                  <a:pt x="1203871" y="1234513"/>
                  <a:pt x="1187102" y="1234513"/>
                </a:cubicBezTo>
                <a:cubicBezTo>
                  <a:pt x="1170332" y="1234513"/>
                  <a:pt x="1156738" y="1220919"/>
                  <a:pt x="1156738" y="1204150"/>
                </a:cubicBezTo>
                <a:cubicBezTo>
                  <a:pt x="1156738" y="1187380"/>
                  <a:pt x="1170332" y="1173786"/>
                  <a:pt x="1187102" y="1173786"/>
                </a:cubicBezTo>
                <a:close/>
                <a:moveTo>
                  <a:pt x="1114547" y="1173786"/>
                </a:moveTo>
                <a:cubicBezTo>
                  <a:pt x="1131317" y="1173786"/>
                  <a:pt x="1144911" y="1187380"/>
                  <a:pt x="1144911" y="1204150"/>
                </a:cubicBezTo>
                <a:cubicBezTo>
                  <a:pt x="1144911" y="1220919"/>
                  <a:pt x="1131317" y="1234513"/>
                  <a:pt x="1114547" y="1234513"/>
                </a:cubicBezTo>
                <a:cubicBezTo>
                  <a:pt x="1097778" y="1234513"/>
                  <a:pt x="1084184" y="1220919"/>
                  <a:pt x="1084184" y="1204150"/>
                </a:cubicBezTo>
                <a:cubicBezTo>
                  <a:pt x="1084184" y="1187380"/>
                  <a:pt x="1097778" y="1173786"/>
                  <a:pt x="1114547" y="1173786"/>
                </a:cubicBezTo>
                <a:close/>
                <a:moveTo>
                  <a:pt x="1041993" y="1173786"/>
                </a:moveTo>
                <a:cubicBezTo>
                  <a:pt x="1058762" y="1173786"/>
                  <a:pt x="1072356" y="1187380"/>
                  <a:pt x="1072356" y="1204150"/>
                </a:cubicBezTo>
                <a:cubicBezTo>
                  <a:pt x="1072356" y="1220919"/>
                  <a:pt x="1058762" y="1234513"/>
                  <a:pt x="1041993" y="1234513"/>
                </a:cubicBezTo>
                <a:cubicBezTo>
                  <a:pt x="1025223" y="1234513"/>
                  <a:pt x="1011629" y="1220919"/>
                  <a:pt x="1011629" y="1204150"/>
                </a:cubicBezTo>
                <a:cubicBezTo>
                  <a:pt x="1011629" y="1187380"/>
                  <a:pt x="1025223" y="1173786"/>
                  <a:pt x="1041993" y="1173786"/>
                </a:cubicBezTo>
                <a:close/>
                <a:moveTo>
                  <a:pt x="969438" y="1173786"/>
                </a:moveTo>
                <a:cubicBezTo>
                  <a:pt x="986208" y="1173786"/>
                  <a:pt x="999801" y="1187380"/>
                  <a:pt x="999801" y="1204150"/>
                </a:cubicBezTo>
                <a:cubicBezTo>
                  <a:pt x="999801" y="1220919"/>
                  <a:pt x="986208" y="1234513"/>
                  <a:pt x="969438" y="1234513"/>
                </a:cubicBezTo>
                <a:cubicBezTo>
                  <a:pt x="952669" y="1234513"/>
                  <a:pt x="939075" y="1220919"/>
                  <a:pt x="939075" y="1204150"/>
                </a:cubicBezTo>
                <a:cubicBezTo>
                  <a:pt x="939075" y="1187380"/>
                  <a:pt x="952669" y="1173786"/>
                  <a:pt x="969438" y="1173786"/>
                </a:cubicBezTo>
                <a:close/>
                <a:moveTo>
                  <a:pt x="896883" y="1173786"/>
                </a:moveTo>
                <a:cubicBezTo>
                  <a:pt x="913653" y="1173786"/>
                  <a:pt x="927247" y="1187380"/>
                  <a:pt x="927247" y="1204150"/>
                </a:cubicBezTo>
                <a:cubicBezTo>
                  <a:pt x="927247" y="1220919"/>
                  <a:pt x="913653" y="1234513"/>
                  <a:pt x="896883" y="1234513"/>
                </a:cubicBezTo>
                <a:cubicBezTo>
                  <a:pt x="880114" y="1234513"/>
                  <a:pt x="866520" y="1220919"/>
                  <a:pt x="866520" y="1204150"/>
                </a:cubicBezTo>
                <a:cubicBezTo>
                  <a:pt x="866520" y="1187380"/>
                  <a:pt x="880114" y="1173786"/>
                  <a:pt x="896883" y="1173786"/>
                </a:cubicBezTo>
                <a:close/>
                <a:moveTo>
                  <a:pt x="824329" y="1173786"/>
                </a:moveTo>
                <a:cubicBezTo>
                  <a:pt x="841098" y="1173786"/>
                  <a:pt x="854692" y="1187380"/>
                  <a:pt x="854692" y="1204150"/>
                </a:cubicBezTo>
                <a:cubicBezTo>
                  <a:pt x="854692" y="1220919"/>
                  <a:pt x="841098" y="1234513"/>
                  <a:pt x="824329" y="1234513"/>
                </a:cubicBezTo>
                <a:cubicBezTo>
                  <a:pt x="807559" y="1234513"/>
                  <a:pt x="793965" y="1220919"/>
                  <a:pt x="793965" y="1204150"/>
                </a:cubicBezTo>
                <a:cubicBezTo>
                  <a:pt x="793965" y="1187380"/>
                  <a:pt x="807559" y="1173786"/>
                  <a:pt x="824329" y="1173786"/>
                </a:cubicBezTo>
                <a:close/>
                <a:moveTo>
                  <a:pt x="751774" y="1173786"/>
                </a:moveTo>
                <a:cubicBezTo>
                  <a:pt x="768544" y="1173786"/>
                  <a:pt x="782138" y="1187380"/>
                  <a:pt x="782138" y="1204150"/>
                </a:cubicBezTo>
                <a:cubicBezTo>
                  <a:pt x="782138" y="1220919"/>
                  <a:pt x="768544" y="1234513"/>
                  <a:pt x="751774" y="1234513"/>
                </a:cubicBezTo>
                <a:cubicBezTo>
                  <a:pt x="735005" y="1234513"/>
                  <a:pt x="721411" y="1220919"/>
                  <a:pt x="721411" y="1204150"/>
                </a:cubicBezTo>
                <a:cubicBezTo>
                  <a:pt x="721411" y="1187380"/>
                  <a:pt x="735005" y="1173786"/>
                  <a:pt x="751774" y="1173786"/>
                </a:cubicBezTo>
                <a:close/>
                <a:moveTo>
                  <a:pt x="679220" y="1173786"/>
                </a:moveTo>
                <a:cubicBezTo>
                  <a:pt x="695989" y="1173786"/>
                  <a:pt x="709583" y="1187380"/>
                  <a:pt x="709583" y="1204150"/>
                </a:cubicBezTo>
                <a:cubicBezTo>
                  <a:pt x="709583" y="1220919"/>
                  <a:pt x="695989" y="1234513"/>
                  <a:pt x="679220" y="1234513"/>
                </a:cubicBezTo>
                <a:cubicBezTo>
                  <a:pt x="662450" y="1234513"/>
                  <a:pt x="648856" y="1220919"/>
                  <a:pt x="648856" y="1204150"/>
                </a:cubicBezTo>
                <a:cubicBezTo>
                  <a:pt x="648856" y="1187380"/>
                  <a:pt x="662450" y="1173786"/>
                  <a:pt x="679220" y="1173786"/>
                </a:cubicBezTo>
                <a:close/>
                <a:moveTo>
                  <a:pt x="606665" y="1173786"/>
                </a:moveTo>
                <a:cubicBezTo>
                  <a:pt x="623435" y="1173786"/>
                  <a:pt x="637029" y="1187380"/>
                  <a:pt x="637029" y="1204150"/>
                </a:cubicBezTo>
                <a:cubicBezTo>
                  <a:pt x="637029" y="1220919"/>
                  <a:pt x="623435" y="1234513"/>
                  <a:pt x="606665" y="1234513"/>
                </a:cubicBezTo>
                <a:cubicBezTo>
                  <a:pt x="589896" y="1234513"/>
                  <a:pt x="576302" y="1220919"/>
                  <a:pt x="576302" y="1204150"/>
                </a:cubicBezTo>
                <a:cubicBezTo>
                  <a:pt x="576302" y="1187380"/>
                  <a:pt x="589896" y="1173786"/>
                  <a:pt x="606665" y="1173786"/>
                </a:cubicBezTo>
                <a:close/>
                <a:moveTo>
                  <a:pt x="534111" y="1173786"/>
                </a:moveTo>
                <a:cubicBezTo>
                  <a:pt x="550880" y="1173786"/>
                  <a:pt x="564474" y="1187380"/>
                  <a:pt x="564474" y="1204150"/>
                </a:cubicBezTo>
                <a:cubicBezTo>
                  <a:pt x="564474" y="1220919"/>
                  <a:pt x="550880" y="1234513"/>
                  <a:pt x="534111" y="1234513"/>
                </a:cubicBezTo>
                <a:cubicBezTo>
                  <a:pt x="517341" y="1234513"/>
                  <a:pt x="503747" y="1220919"/>
                  <a:pt x="503747" y="1204150"/>
                </a:cubicBezTo>
                <a:cubicBezTo>
                  <a:pt x="503747" y="1187380"/>
                  <a:pt x="517341" y="1173786"/>
                  <a:pt x="534111" y="1173786"/>
                </a:cubicBezTo>
                <a:close/>
                <a:moveTo>
                  <a:pt x="461556" y="1173786"/>
                </a:moveTo>
                <a:cubicBezTo>
                  <a:pt x="478326" y="1173786"/>
                  <a:pt x="491920" y="1187380"/>
                  <a:pt x="491920" y="1204150"/>
                </a:cubicBezTo>
                <a:cubicBezTo>
                  <a:pt x="491920" y="1220919"/>
                  <a:pt x="478326" y="1234513"/>
                  <a:pt x="461556" y="1234513"/>
                </a:cubicBezTo>
                <a:cubicBezTo>
                  <a:pt x="444787" y="1234513"/>
                  <a:pt x="431192" y="1220919"/>
                  <a:pt x="431192" y="1204150"/>
                </a:cubicBezTo>
                <a:cubicBezTo>
                  <a:pt x="431192" y="1187380"/>
                  <a:pt x="444787" y="1173786"/>
                  <a:pt x="461556" y="1173786"/>
                </a:cubicBezTo>
                <a:close/>
                <a:moveTo>
                  <a:pt x="389002" y="1173786"/>
                </a:moveTo>
                <a:cubicBezTo>
                  <a:pt x="405771" y="1173786"/>
                  <a:pt x="419365" y="1187380"/>
                  <a:pt x="419365" y="1204150"/>
                </a:cubicBezTo>
                <a:cubicBezTo>
                  <a:pt x="419365" y="1220919"/>
                  <a:pt x="405771" y="1234513"/>
                  <a:pt x="389002" y="1234513"/>
                </a:cubicBezTo>
                <a:cubicBezTo>
                  <a:pt x="372232" y="1234513"/>
                  <a:pt x="358638" y="1220919"/>
                  <a:pt x="358638" y="1204150"/>
                </a:cubicBezTo>
                <a:cubicBezTo>
                  <a:pt x="358638" y="1187380"/>
                  <a:pt x="372232" y="1173786"/>
                  <a:pt x="389002" y="1173786"/>
                </a:cubicBezTo>
                <a:close/>
                <a:moveTo>
                  <a:pt x="316447" y="1173786"/>
                </a:moveTo>
                <a:cubicBezTo>
                  <a:pt x="333216" y="1173786"/>
                  <a:pt x="346810" y="1187380"/>
                  <a:pt x="346810" y="1204150"/>
                </a:cubicBezTo>
                <a:cubicBezTo>
                  <a:pt x="346810" y="1220919"/>
                  <a:pt x="333216" y="1234513"/>
                  <a:pt x="316447" y="1234513"/>
                </a:cubicBezTo>
                <a:cubicBezTo>
                  <a:pt x="299677" y="1234513"/>
                  <a:pt x="286084" y="1220919"/>
                  <a:pt x="286084" y="1204150"/>
                </a:cubicBezTo>
                <a:cubicBezTo>
                  <a:pt x="286084" y="1187380"/>
                  <a:pt x="299677" y="1173786"/>
                  <a:pt x="316447" y="1173786"/>
                </a:cubicBezTo>
                <a:close/>
                <a:moveTo>
                  <a:pt x="243892" y="1173786"/>
                </a:moveTo>
                <a:cubicBezTo>
                  <a:pt x="260662" y="1173786"/>
                  <a:pt x="274256" y="1187380"/>
                  <a:pt x="274256" y="1204150"/>
                </a:cubicBezTo>
                <a:cubicBezTo>
                  <a:pt x="274256" y="1220919"/>
                  <a:pt x="260662" y="1234513"/>
                  <a:pt x="243892" y="1234513"/>
                </a:cubicBezTo>
                <a:cubicBezTo>
                  <a:pt x="227123" y="1234513"/>
                  <a:pt x="213529" y="1220919"/>
                  <a:pt x="213529" y="1204150"/>
                </a:cubicBezTo>
                <a:cubicBezTo>
                  <a:pt x="213529" y="1187380"/>
                  <a:pt x="227123" y="1173786"/>
                  <a:pt x="243892" y="1173786"/>
                </a:cubicBezTo>
                <a:close/>
                <a:moveTo>
                  <a:pt x="171339" y="1173786"/>
                </a:moveTo>
                <a:cubicBezTo>
                  <a:pt x="188107" y="1173786"/>
                  <a:pt x="201701" y="1187380"/>
                  <a:pt x="201701" y="1204150"/>
                </a:cubicBezTo>
                <a:cubicBezTo>
                  <a:pt x="201701" y="1220919"/>
                  <a:pt x="188107" y="1234513"/>
                  <a:pt x="171339" y="1234513"/>
                </a:cubicBezTo>
                <a:cubicBezTo>
                  <a:pt x="154627" y="1234513"/>
                  <a:pt x="141034" y="1220919"/>
                  <a:pt x="141034" y="1204150"/>
                </a:cubicBezTo>
                <a:cubicBezTo>
                  <a:pt x="141034" y="1187380"/>
                  <a:pt x="154627" y="1173786"/>
                  <a:pt x="171339" y="1173786"/>
                </a:cubicBezTo>
                <a:close/>
                <a:moveTo>
                  <a:pt x="98852" y="1173786"/>
                </a:moveTo>
                <a:cubicBezTo>
                  <a:pt x="115616" y="1173786"/>
                  <a:pt x="129210" y="1187380"/>
                  <a:pt x="129210" y="1204150"/>
                </a:cubicBezTo>
                <a:cubicBezTo>
                  <a:pt x="129210" y="1220919"/>
                  <a:pt x="115616" y="1234513"/>
                  <a:pt x="98852" y="1234513"/>
                </a:cubicBezTo>
                <a:cubicBezTo>
                  <a:pt x="82080" y="1234513"/>
                  <a:pt x="68486" y="1220919"/>
                  <a:pt x="68486" y="1204150"/>
                </a:cubicBezTo>
                <a:cubicBezTo>
                  <a:pt x="68486" y="1187380"/>
                  <a:pt x="82080" y="1173786"/>
                  <a:pt x="98852" y="1173786"/>
                </a:cubicBezTo>
                <a:close/>
                <a:moveTo>
                  <a:pt x="26297" y="1173786"/>
                </a:moveTo>
                <a:cubicBezTo>
                  <a:pt x="43063" y="1173786"/>
                  <a:pt x="56658" y="1187380"/>
                  <a:pt x="56658" y="1204150"/>
                </a:cubicBezTo>
                <a:cubicBezTo>
                  <a:pt x="56658" y="1220919"/>
                  <a:pt x="43063" y="1234513"/>
                  <a:pt x="26297" y="1234513"/>
                </a:cubicBezTo>
                <a:cubicBezTo>
                  <a:pt x="17912" y="1234513"/>
                  <a:pt x="10321" y="1231115"/>
                  <a:pt x="4826" y="1225620"/>
                </a:cubicBezTo>
                <a:lnTo>
                  <a:pt x="0" y="1213970"/>
                </a:lnTo>
                <a:lnTo>
                  <a:pt x="0" y="1194329"/>
                </a:lnTo>
                <a:lnTo>
                  <a:pt x="4826" y="1182679"/>
                </a:lnTo>
                <a:cubicBezTo>
                  <a:pt x="10321" y="1177185"/>
                  <a:pt x="17912" y="1173786"/>
                  <a:pt x="26297" y="1173786"/>
                </a:cubicBezTo>
                <a:close/>
                <a:moveTo>
                  <a:pt x="1477320" y="1093335"/>
                </a:moveTo>
                <a:cubicBezTo>
                  <a:pt x="1485705" y="1093335"/>
                  <a:pt x="1493295" y="1096733"/>
                  <a:pt x="1498790" y="1102228"/>
                </a:cubicBezTo>
                <a:lnTo>
                  <a:pt x="1505389" y="1118160"/>
                </a:lnTo>
                <a:lnTo>
                  <a:pt x="1493855" y="1142105"/>
                </a:lnTo>
                <a:lnTo>
                  <a:pt x="1487887" y="1151929"/>
                </a:lnTo>
                <a:lnTo>
                  <a:pt x="1477320" y="1154062"/>
                </a:lnTo>
                <a:cubicBezTo>
                  <a:pt x="1460550" y="1154062"/>
                  <a:pt x="1446956" y="1140468"/>
                  <a:pt x="1446956" y="1123698"/>
                </a:cubicBezTo>
                <a:cubicBezTo>
                  <a:pt x="1446956" y="1106929"/>
                  <a:pt x="1460550" y="1093335"/>
                  <a:pt x="1477320" y="1093335"/>
                </a:cubicBezTo>
                <a:close/>
                <a:moveTo>
                  <a:pt x="1404765" y="1093335"/>
                </a:moveTo>
                <a:cubicBezTo>
                  <a:pt x="1421535" y="1093335"/>
                  <a:pt x="1435129" y="1106929"/>
                  <a:pt x="1435129" y="1123698"/>
                </a:cubicBezTo>
                <a:cubicBezTo>
                  <a:pt x="1435129" y="1140468"/>
                  <a:pt x="1421535" y="1154062"/>
                  <a:pt x="1404765" y="1154062"/>
                </a:cubicBezTo>
                <a:cubicBezTo>
                  <a:pt x="1387996" y="1154062"/>
                  <a:pt x="1374402" y="1140468"/>
                  <a:pt x="1374402" y="1123698"/>
                </a:cubicBezTo>
                <a:cubicBezTo>
                  <a:pt x="1374402" y="1106929"/>
                  <a:pt x="1387996" y="1093335"/>
                  <a:pt x="1404765" y="1093335"/>
                </a:cubicBezTo>
                <a:close/>
                <a:moveTo>
                  <a:pt x="1332211" y="1093335"/>
                </a:moveTo>
                <a:cubicBezTo>
                  <a:pt x="1348980" y="1093335"/>
                  <a:pt x="1362574" y="1106929"/>
                  <a:pt x="1362574" y="1123698"/>
                </a:cubicBezTo>
                <a:cubicBezTo>
                  <a:pt x="1362574" y="1140468"/>
                  <a:pt x="1348980" y="1154062"/>
                  <a:pt x="1332211" y="1154062"/>
                </a:cubicBezTo>
                <a:cubicBezTo>
                  <a:pt x="1315441" y="1154062"/>
                  <a:pt x="1301847" y="1140468"/>
                  <a:pt x="1301847" y="1123698"/>
                </a:cubicBezTo>
                <a:cubicBezTo>
                  <a:pt x="1301847" y="1106929"/>
                  <a:pt x="1315441" y="1093335"/>
                  <a:pt x="1332211" y="1093335"/>
                </a:cubicBezTo>
                <a:close/>
                <a:moveTo>
                  <a:pt x="1259656" y="1093335"/>
                </a:moveTo>
                <a:cubicBezTo>
                  <a:pt x="1276426" y="1093335"/>
                  <a:pt x="1290020" y="1106929"/>
                  <a:pt x="1290020" y="1123698"/>
                </a:cubicBezTo>
                <a:cubicBezTo>
                  <a:pt x="1290020" y="1140468"/>
                  <a:pt x="1276426" y="1154062"/>
                  <a:pt x="1259656" y="1154062"/>
                </a:cubicBezTo>
                <a:cubicBezTo>
                  <a:pt x="1242887" y="1154062"/>
                  <a:pt x="1229293" y="1140468"/>
                  <a:pt x="1229293" y="1123698"/>
                </a:cubicBezTo>
                <a:cubicBezTo>
                  <a:pt x="1229293" y="1106929"/>
                  <a:pt x="1242887" y="1093335"/>
                  <a:pt x="1259656" y="1093335"/>
                </a:cubicBezTo>
                <a:close/>
                <a:moveTo>
                  <a:pt x="1187102" y="1093335"/>
                </a:moveTo>
                <a:cubicBezTo>
                  <a:pt x="1203871" y="1093335"/>
                  <a:pt x="1217465" y="1106929"/>
                  <a:pt x="1217465" y="1123698"/>
                </a:cubicBezTo>
                <a:cubicBezTo>
                  <a:pt x="1217465" y="1140468"/>
                  <a:pt x="1203871" y="1154062"/>
                  <a:pt x="1187102" y="1154062"/>
                </a:cubicBezTo>
                <a:cubicBezTo>
                  <a:pt x="1170332" y="1154062"/>
                  <a:pt x="1156738" y="1140468"/>
                  <a:pt x="1156738" y="1123698"/>
                </a:cubicBezTo>
                <a:cubicBezTo>
                  <a:pt x="1156738" y="1106929"/>
                  <a:pt x="1170332" y="1093335"/>
                  <a:pt x="1187102" y="1093335"/>
                </a:cubicBezTo>
                <a:close/>
                <a:moveTo>
                  <a:pt x="1114547" y="1093335"/>
                </a:moveTo>
                <a:cubicBezTo>
                  <a:pt x="1131317" y="1093335"/>
                  <a:pt x="1144911" y="1106929"/>
                  <a:pt x="1144911" y="1123698"/>
                </a:cubicBezTo>
                <a:cubicBezTo>
                  <a:pt x="1144911" y="1140468"/>
                  <a:pt x="1131317" y="1154062"/>
                  <a:pt x="1114547" y="1154062"/>
                </a:cubicBezTo>
                <a:cubicBezTo>
                  <a:pt x="1097778" y="1154062"/>
                  <a:pt x="1084184" y="1140468"/>
                  <a:pt x="1084184" y="1123698"/>
                </a:cubicBezTo>
                <a:cubicBezTo>
                  <a:pt x="1084184" y="1106929"/>
                  <a:pt x="1097778" y="1093335"/>
                  <a:pt x="1114547" y="1093335"/>
                </a:cubicBezTo>
                <a:close/>
                <a:moveTo>
                  <a:pt x="1041993" y="1093335"/>
                </a:moveTo>
                <a:cubicBezTo>
                  <a:pt x="1058762" y="1093335"/>
                  <a:pt x="1072356" y="1106929"/>
                  <a:pt x="1072356" y="1123698"/>
                </a:cubicBezTo>
                <a:cubicBezTo>
                  <a:pt x="1072356" y="1140468"/>
                  <a:pt x="1058762" y="1154062"/>
                  <a:pt x="1041993" y="1154062"/>
                </a:cubicBezTo>
                <a:cubicBezTo>
                  <a:pt x="1025223" y="1154062"/>
                  <a:pt x="1011629" y="1140468"/>
                  <a:pt x="1011629" y="1123698"/>
                </a:cubicBezTo>
                <a:cubicBezTo>
                  <a:pt x="1011629" y="1106929"/>
                  <a:pt x="1025223" y="1093335"/>
                  <a:pt x="1041993" y="1093335"/>
                </a:cubicBezTo>
                <a:close/>
                <a:moveTo>
                  <a:pt x="969438" y="1093335"/>
                </a:moveTo>
                <a:cubicBezTo>
                  <a:pt x="986208" y="1093335"/>
                  <a:pt x="999801" y="1106929"/>
                  <a:pt x="999801" y="1123698"/>
                </a:cubicBezTo>
                <a:cubicBezTo>
                  <a:pt x="999801" y="1140468"/>
                  <a:pt x="986208" y="1154062"/>
                  <a:pt x="969438" y="1154062"/>
                </a:cubicBezTo>
                <a:cubicBezTo>
                  <a:pt x="952669" y="1154062"/>
                  <a:pt x="939075" y="1140468"/>
                  <a:pt x="939075" y="1123698"/>
                </a:cubicBezTo>
                <a:cubicBezTo>
                  <a:pt x="939075" y="1106929"/>
                  <a:pt x="952669" y="1093335"/>
                  <a:pt x="969438" y="1093335"/>
                </a:cubicBezTo>
                <a:close/>
                <a:moveTo>
                  <a:pt x="896883" y="1093335"/>
                </a:moveTo>
                <a:cubicBezTo>
                  <a:pt x="913653" y="1093335"/>
                  <a:pt x="927247" y="1106929"/>
                  <a:pt x="927247" y="1123698"/>
                </a:cubicBezTo>
                <a:cubicBezTo>
                  <a:pt x="927247" y="1140468"/>
                  <a:pt x="913653" y="1154062"/>
                  <a:pt x="896883" y="1154062"/>
                </a:cubicBezTo>
                <a:cubicBezTo>
                  <a:pt x="880114" y="1154062"/>
                  <a:pt x="866520" y="1140468"/>
                  <a:pt x="866520" y="1123698"/>
                </a:cubicBezTo>
                <a:cubicBezTo>
                  <a:pt x="866520" y="1106929"/>
                  <a:pt x="880114" y="1093335"/>
                  <a:pt x="896883" y="1093335"/>
                </a:cubicBezTo>
                <a:close/>
                <a:moveTo>
                  <a:pt x="824329" y="1093335"/>
                </a:moveTo>
                <a:cubicBezTo>
                  <a:pt x="841098" y="1093335"/>
                  <a:pt x="854692" y="1106929"/>
                  <a:pt x="854692" y="1123698"/>
                </a:cubicBezTo>
                <a:cubicBezTo>
                  <a:pt x="854692" y="1140468"/>
                  <a:pt x="841098" y="1154062"/>
                  <a:pt x="824329" y="1154062"/>
                </a:cubicBezTo>
                <a:cubicBezTo>
                  <a:pt x="807559" y="1154062"/>
                  <a:pt x="793965" y="1140468"/>
                  <a:pt x="793965" y="1123698"/>
                </a:cubicBezTo>
                <a:cubicBezTo>
                  <a:pt x="793965" y="1106929"/>
                  <a:pt x="807559" y="1093335"/>
                  <a:pt x="824329" y="1093335"/>
                </a:cubicBezTo>
                <a:close/>
                <a:moveTo>
                  <a:pt x="751774" y="1093335"/>
                </a:moveTo>
                <a:cubicBezTo>
                  <a:pt x="768544" y="1093335"/>
                  <a:pt x="782138" y="1106929"/>
                  <a:pt x="782138" y="1123698"/>
                </a:cubicBezTo>
                <a:cubicBezTo>
                  <a:pt x="782138" y="1140468"/>
                  <a:pt x="768544" y="1154062"/>
                  <a:pt x="751774" y="1154062"/>
                </a:cubicBezTo>
                <a:cubicBezTo>
                  <a:pt x="735005" y="1154062"/>
                  <a:pt x="721411" y="1140468"/>
                  <a:pt x="721411" y="1123698"/>
                </a:cubicBezTo>
                <a:cubicBezTo>
                  <a:pt x="721411" y="1106929"/>
                  <a:pt x="735005" y="1093335"/>
                  <a:pt x="751774" y="1093335"/>
                </a:cubicBezTo>
                <a:close/>
                <a:moveTo>
                  <a:pt x="679220" y="1093335"/>
                </a:moveTo>
                <a:cubicBezTo>
                  <a:pt x="695989" y="1093335"/>
                  <a:pt x="709583" y="1106929"/>
                  <a:pt x="709583" y="1123698"/>
                </a:cubicBezTo>
                <a:cubicBezTo>
                  <a:pt x="709583" y="1140468"/>
                  <a:pt x="695989" y="1154062"/>
                  <a:pt x="679220" y="1154062"/>
                </a:cubicBezTo>
                <a:cubicBezTo>
                  <a:pt x="662450" y="1154062"/>
                  <a:pt x="648856" y="1140468"/>
                  <a:pt x="648856" y="1123698"/>
                </a:cubicBezTo>
                <a:cubicBezTo>
                  <a:pt x="648856" y="1106929"/>
                  <a:pt x="662450" y="1093335"/>
                  <a:pt x="679220" y="1093335"/>
                </a:cubicBezTo>
                <a:close/>
                <a:moveTo>
                  <a:pt x="606665" y="1093335"/>
                </a:moveTo>
                <a:cubicBezTo>
                  <a:pt x="623435" y="1093335"/>
                  <a:pt x="637029" y="1106929"/>
                  <a:pt x="637029" y="1123698"/>
                </a:cubicBezTo>
                <a:cubicBezTo>
                  <a:pt x="637029" y="1140468"/>
                  <a:pt x="623435" y="1154062"/>
                  <a:pt x="606665" y="1154062"/>
                </a:cubicBezTo>
                <a:cubicBezTo>
                  <a:pt x="589896" y="1154062"/>
                  <a:pt x="576302" y="1140468"/>
                  <a:pt x="576302" y="1123698"/>
                </a:cubicBezTo>
                <a:cubicBezTo>
                  <a:pt x="576302" y="1106929"/>
                  <a:pt x="589896" y="1093335"/>
                  <a:pt x="606665" y="1093335"/>
                </a:cubicBezTo>
                <a:close/>
                <a:moveTo>
                  <a:pt x="534111" y="1093335"/>
                </a:moveTo>
                <a:cubicBezTo>
                  <a:pt x="550880" y="1093335"/>
                  <a:pt x="564474" y="1106929"/>
                  <a:pt x="564474" y="1123698"/>
                </a:cubicBezTo>
                <a:cubicBezTo>
                  <a:pt x="564474" y="1140468"/>
                  <a:pt x="550880" y="1154062"/>
                  <a:pt x="534111" y="1154062"/>
                </a:cubicBezTo>
                <a:cubicBezTo>
                  <a:pt x="517341" y="1154062"/>
                  <a:pt x="503747" y="1140468"/>
                  <a:pt x="503747" y="1123698"/>
                </a:cubicBezTo>
                <a:cubicBezTo>
                  <a:pt x="503747" y="1106929"/>
                  <a:pt x="517341" y="1093335"/>
                  <a:pt x="534111" y="1093335"/>
                </a:cubicBezTo>
                <a:close/>
                <a:moveTo>
                  <a:pt x="461556" y="1093335"/>
                </a:moveTo>
                <a:cubicBezTo>
                  <a:pt x="478326" y="1093335"/>
                  <a:pt x="491920" y="1106929"/>
                  <a:pt x="491920" y="1123698"/>
                </a:cubicBezTo>
                <a:cubicBezTo>
                  <a:pt x="491920" y="1140468"/>
                  <a:pt x="478326" y="1154062"/>
                  <a:pt x="461556" y="1154062"/>
                </a:cubicBezTo>
                <a:cubicBezTo>
                  <a:pt x="444787" y="1154062"/>
                  <a:pt x="431192" y="1140468"/>
                  <a:pt x="431192" y="1123698"/>
                </a:cubicBezTo>
                <a:cubicBezTo>
                  <a:pt x="431192" y="1106929"/>
                  <a:pt x="444787" y="1093335"/>
                  <a:pt x="461556" y="1093335"/>
                </a:cubicBezTo>
                <a:close/>
                <a:moveTo>
                  <a:pt x="389002" y="1093335"/>
                </a:moveTo>
                <a:cubicBezTo>
                  <a:pt x="405771" y="1093335"/>
                  <a:pt x="419365" y="1106929"/>
                  <a:pt x="419365" y="1123698"/>
                </a:cubicBezTo>
                <a:cubicBezTo>
                  <a:pt x="419365" y="1140468"/>
                  <a:pt x="405771" y="1154062"/>
                  <a:pt x="389002" y="1154062"/>
                </a:cubicBezTo>
                <a:cubicBezTo>
                  <a:pt x="372232" y="1154062"/>
                  <a:pt x="358638" y="1140468"/>
                  <a:pt x="358638" y="1123698"/>
                </a:cubicBezTo>
                <a:cubicBezTo>
                  <a:pt x="358638" y="1106929"/>
                  <a:pt x="372232" y="1093335"/>
                  <a:pt x="389002" y="1093335"/>
                </a:cubicBezTo>
                <a:close/>
                <a:moveTo>
                  <a:pt x="316447" y="1093335"/>
                </a:moveTo>
                <a:cubicBezTo>
                  <a:pt x="333216" y="1093335"/>
                  <a:pt x="346810" y="1106929"/>
                  <a:pt x="346810" y="1123698"/>
                </a:cubicBezTo>
                <a:cubicBezTo>
                  <a:pt x="346810" y="1140468"/>
                  <a:pt x="333216" y="1154062"/>
                  <a:pt x="316447" y="1154062"/>
                </a:cubicBezTo>
                <a:cubicBezTo>
                  <a:pt x="299677" y="1154062"/>
                  <a:pt x="286084" y="1140468"/>
                  <a:pt x="286084" y="1123698"/>
                </a:cubicBezTo>
                <a:cubicBezTo>
                  <a:pt x="286084" y="1106929"/>
                  <a:pt x="299677" y="1093335"/>
                  <a:pt x="316447" y="1093335"/>
                </a:cubicBezTo>
                <a:close/>
                <a:moveTo>
                  <a:pt x="243892" y="1093335"/>
                </a:moveTo>
                <a:cubicBezTo>
                  <a:pt x="260662" y="1093335"/>
                  <a:pt x="274256" y="1106929"/>
                  <a:pt x="274256" y="1123698"/>
                </a:cubicBezTo>
                <a:cubicBezTo>
                  <a:pt x="274256" y="1140468"/>
                  <a:pt x="260662" y="1154062"/>
                  <a:pt x="243892" y="1154062"/>
                </a:cubicBezTo>
                <a:cubicBezTo>
                  <a:pt x="227123" y="1154062"/>
                  <a:pt x="213529" y="1140468"/>
                  <a:pt x="213529" y="1123698"/>
                </a:cubicBezTo>
                <a:cubicBezTo>
                  <a:pt x="213529" y="1106929"/>
                  <a:pt x="227123" y="1093335"/>
                  <a:pt x="243892" y="1093335"/>
                </a:cubicBezTo>
                <a:close/>
                <a:moveTo>
                  <a:pt x="171339" y="1093335"/>
                </a:moveTo>
                <a:cubicBezTo>
                  <a:pt x="188107" y="1093335"/>
                  <a:pt x="201701" y="1106929"/>
                  <a:pt x="201701" y="1123698"/>
                </a:cubicBezTo>
                <a:cubicBezTo>
                  <a:pt x="201701" y="1140468"/>
                  <a:pt x="188107" y="1154062"/>
                  <a:pt x="171339" y="1154062"/>
                </a:cubicBezTo>
                <a:cubicBezTo>
                  <a:pt x="154633" y="1154062"/>
                  <a:pt x="141040" y="1140468"/>
                  <a:pt x="141040" y="1123698"/>
                </a:cubicBezTo>
                <a:cubicBezTo>
                  <a:pt x="141040" y="1106929"/>
                  <a:pt x="154633" y="1093335"/>
                  <a:pt x="171339" y="1093335"/>
                </a:cubicBezTo>
                <a:close/>
                <a:moveTo>
                  <a:pt x="98858" y="1093335"/>
                </a:moveTo>
                <a:cubicBezTo>
                  <a:pt x="115622" y="1093335"/>
                  <a:pt x="129216" y="1106929"/>
                  <a:pt x="129216" y="1123698"/>
                </a:cubicBezTo>
                <a:cubicBezTo>
                  <a:pt x="129216" y="1140468"/>
                  <a:pt x="115622" y="1154062"/>
                  <a:pt x="98858" y="1154062"/>
                </a:cubicBezTo>
                <a:cubicBezTo>
                  <a:pt x="82086" y="1154062"/>
                  <a:pt x="68492" y="1140468"/>
                  <a:pt x="68492" y="1123698"/>
                </a:cubicBezTo>
                <a:cubicBezTo>
                  <a:pt x="68492" y="1106929"/>
                  <a:pt x="82086" y="1093335"/>
                  <a:pt x="98858" y="1093335"/>
                </a:cubicBezTo>
                <a:close/>
                <a:moveTo>
                  <a:pt x="26303" y="1093335"/>
                </a:moveTo>
                <a:cubicBezTo>
                  <a:pt x="43069" y="1093335"/>
                  <a:pt x="56664" y="1106929"/>
                  <a:pt x="56664" y="1123698"/>
                </a:cubicBezTo>
                <a:cubicBezTo>
                  <a:pt x="56664" y="1140468"/>
                  <a:pt x="43069" y="1154062"/>
                  <a:pt x="26303" y="1154062"/>
                </a:cubicBezTo>
                <a:cubicBezTo>
                  <a:pt x="17918" y="1154062"/>
                  <a:pt x="10327" y="1150664"/>
                  <a:pt x="4832" y="1145169"/>
                </a:cubicBezTo>
                <a:lnTo>
                  <a:pt x="0" y="1133503"/>
                </a:lnTo>
                <a:lnTo>
                  <a:pt x="0" y="1113894"/>
                </a:lnTo>
                <a:lnTo>
                  <a:pt x="4832" y="1102228"/>
                </a:lnTo>
                <a:cubicBezTo>
                  <a:pt x="10327" y="1096734"/>
                  <a:pt x="17918" y="1093335"/>
                  <a:pt x="26303" y="1093335"/>
                </a:cubicBezTo>
                <a:close/>
                <a:moveTo>
                  <a:pt x="1549874" y="1012883"/>
                </a:moveTo>
                <a:lnTo>
                  <a:pt x="1555552" y="1014029"/>
                </a:lnTo>
                <a:lnTo>
                  <a:pt x="1530465" y="1066106"/>
                </a:lnTo>
                <a:lnTo>
                  <a:pt x="1528404" y="1064717"/>
                </a:lnTo>
                <a:cubicBezTo>
                  <a:pt x="1522910" y="1059222"/>
                  <a:pt x="1519511" y="1051631"/>
                  <a:pt x="1519511" y="1043246"/>
                </a:cubicBezTo>
                <a:cubicBezTo>
                  <a:pt x="1519511" y="1026477"/>
                  <a:pt x="1533105" y="1012883"/>
                  <a:pt x="1549874" y="1012883"/>
                </a:cubicBezTo>
                <a:close/>
                <a:moveTo>
                  <a:pt x="1477320" y="1012883"/>
                </a:moveTo>
                <a:cubicBezTo>
                  <a:pt x="1494089" y="1012883"/>
                  <a:pt x="1507683" y="1026477"/>
                  <a:pt x="1507683" y="1043246"/>
                </a:cubicBezTo>
                <a:cubicBezTo>
                  <a:pt x="1507683" y="1060016"/>
                  <a:pt x="1494089" y="1073610"/>
                  <a:pt x="1477320" y="1073610"/>
                </a:cubicBezTo>
                <a:cubicBezTo>
                  <a:pt x="1460550" y="1073610"/>
                  <a:pt x="1446956" y="1060016"/>
                  <a:pt x="1446956" y="1043246"/>
                </a:cubicBezTo>
                <a:cubicBezTo>
                  <a:pt x="1446956" y="1026477"/>
                  <a:pt x="1460550" y="1012883"/>
                  <a:pt x="1477320" y="1012883"/>
                </a:cubicBezTo>
                <a:close/>
                <a:moveTo>
                  <a:pt x="1404765" y="1012883"/>
                </a:moveTo>
                <a:cubicBezTo>
                  <a:pt x="1421535" y="1012883"/>
                  <a:pt x="1435129" y="1026477"/>
                  <a:pt x="1435129" y="1043246"/>
                </a:cubicBezTo>
                <a:cubicBezTo>
                  <a:pt x="1435129" y="1060016"/>
                  <a:pt x="1421535" y="1073610"/>
                  <a:pt x="1404765" y="1073610"/>
                </a:cubicBezTo>
                <a:cubicBezTo>
                  <a:pt x="1387996" y="1073610"/>
                  <a:pt x="1374402" y="1060016"/>
                  <a:pt x="1374402" y="1043246"/>
                </a:cubicBezTo>
                <a:cubicBezTo>
                  <a:pt x="1374402" y="1026477"/>
                  <a:pt x="1387996" y="1012883"/>
                  <a:pt x="1404765" y="1012883"/>
                </a:cubicBezTo>
                <a:close/>
                <a:moveTo>
                  <a:pt x="1332211" y="1012883"/>
                </a:moveTo>
                <a:cubicBezTo>
                  <a:pt x="1348980" y="1012883"/>
                  <a:pt x="1362574" y="1026477"/>
                  <a:pt x="1362574" y="1043246"/>
                </a:cubicBezTo>
                <a:cubicBezTo>
                  <a:pt x="1362574" y="1060016"/>
                  <a:pt x="1348980" y="1073610"/>
                  <a:pt x="1332211" y="1073610"/>
                </a:cubicBezTo>
                <a:cubicBezTo>
                  <a:pt x="1315441" y="1073610"/>
                  <a:pt x="1301847" y="1060016"/>
                  <a:pt x="1301847" y="1043246"/>
                </a:cubicBezTo>
                <a:cubicBezTo>
                  <a:pt x="1301847" y="1026477"/>
                  <a:pt x="1315441" y="1012883"/>
                  <a:pt x="1332211" y="1012883"/>
                </a:cubicBezTo>
                <a:close/>
                <a:moveTo>
                  <a:pt x="1259656" y="1012883"/>
                </a:moveTo>
                <a:cubicBezTo>
                  <a:pt x="1276426" y="1012883"/>
                  <a:pt x="1290020" y="1026477"/>
                  <a:pt x="1290020" y="1043246"/>
                </a:cubicBezTo>
                <a:cubicBezTo>
                  <a:pt x="1290020" y="1060016"/>
                  <a:pt x="1276426" y="1073610"/>
                  <a:pt x="1259656" y="1073610"/>
                </a:cubicBezTo>
                <a:cubicBezTo>
                  <a:pt x="1242887" y="1073610"/>
                  <a:pt x="1229293" y="1060016"/>
                  <a:pt x="1229293" y="1043246"/>
                </a:cubicBezTo>
                <a:cubicBezTo>
                  <a:pt x="1229293" y="1026477"/>
                  <a:pt x="1242887" y="1012883"/>
                  <a:pt x="1259656" y="1012883"/>
                </a:cubicBezTo>
                <a:close/>
                <a:moveTo>
                  <a:pt x="1187102" y="1012883"/>
                </a:moveTo>
                <a:cubicBezTo>
                  <a:pt x="1203871" y="1012883"/>
                  <a:pt x="1217465" y="1026477"/>
                  <a:pt x="1217465" y="1043246"/>
                </a:cubicBezTo>
                <a:cubicBezTo>
                  <a:pt x="1217465" y="1060016"/>
                  <a:pt x="1203871" y="1073610"/>
                  <a:pt x="1187102" y="1073610"/>
                </a:cubicBezTo>
                <a:cubicBezTo>
                  <a:pt x="1170332" y="1073610"/>
                  <a:pt x="1156738" y="1060016"/>
                  <a:pt x="1156738" y="1043246"/>
                </a:cubicBezTo>
                <a:cubicBezTo>
                  <a:pt x="1156738" y="1026477"/>
                  <a:pt x="1170332" y="1012883"/>
                  <a:pt x="1187102" y="1012883"/>
                </a:cubicBezTo>
                <a:close/>
                <a:moveTo>
                  <a:pt x="1114547" y="1012883"/>
                </a:moveTo>
                <a:cubicBezTo>
                  <a:pt x="1131317" y="1012883"/>
                  <a:pt x="1144911" y="1026477"/>
                  <a:pt x="1144911" y="1043246"/>
                </a:cubicBezTo>
                <a:cubicBezTo>
                  <a:pt x="1144911" y="1060016"/>
                  <a:pt x="1131317" y="1073610"/>
                  <a:pt x="1114547" y="1073610"/>
                </a:cubicBezTo>
                <a:cubicBezTo>
                  <a:pt x="1097778" y="1073610"/>
                  <a:pt x="1084184" y="1060016"/>
                  <a:pt x="1084184" y="1043246"/>
                </a:cubicBezTo>
                <a:cubicBezTo>
                  <a:pt x="1084184" y="1026477"/>
                  <a:pt x="1097778" y="1012883"/>
                  <a:pt x="1114547" y="1012883"/>
                </a:cubicBezTo>
                <a:close/>
                <a:moveTo>
                  <a:pt x="1041993" y="1012883"/>
                </a:moveTo>
                <a:cubicBezTo>
                  <a:pt x="1058762" y="1012883"/>
                  <a:pt x="1072356" y="1026477"/>
                  <a:pt x="1072356" y="1043246"/>
                </a:cubicBezTo>
                <a:cubicBezTo>
                  <a:pt x="1072356" y="1060016"/>
                  <a:pt x="1058762" y="1073610"/>
                  <a:pt x="1041993" y="1073610"/>
                </a:cubicBezTo>
                <a:cubicBezTo>
                  <a:pt x="1025223" y="1073610"/>
                  <a:pt x="1011629" y="1060016"/>
                  <a:pt x="1011629" y="1043246"/>
                </a:cubicBezTo>
                <a:cubicBezTo>
                  <a:pt x="1011629" y="1026477"/>
                  <a:pt x="1025223" y="1012883"/>
                  <a:pt x="1041993" y="1012883"/>
                </a:cubicBezTo>
                <a:close/>
                <a:moveTo>
                  <a:pt x="969438" y="1012883"/>
                </a:moveTo>
                <a:cubicBezTo>
                  <a:pt x="986208" y="1012883"/>
                  <a:pt x="999801" y="1026477"/>
                  <a:pt x="999801" y="1043246"/>
                </a:cubicBezTo>
                <a:cubicBezTo>
                  <a:pt x="999801" y="1060016"/>
                  <a:pt x="986208" y="1073610"/>
                  <a:pt x="969438" y="1073610"/>
                </a:cubicBezTo>
                <a:cubicBezTo>
                  <a:pt x="952669" y="1073610"/>
                  <a:pt x="939075" y="1060016"/>
                  <a:pt x="939075" y="1043246"/>
                </a:cubicBezTo>
                <a:cubicBezTo>
                  <a:pt x="939075" y="1026477"/>
                  <a:pt x="952669" y="1012883"/>
                  <a:pt x="969438" y="1012883"/>
                </a:cubicBezTo>
                <a:close/>
                <a:moveTo>
                  <a:pt x="896883" y="1012883"/>
                </a:moveTo>
                <a:cubicBezTo>
                  <a:pt x="913653" y="1012883"/>
                  <a:pt x="927247" y="1026477"/>
                  <a:pt x="927247" y="1043246"/>
                </a:cubicBezTo>
                <a:cubicBezTo>
                  <a:pt x="927247" y="1060016"/>
                  <a:pt x="913653" y="1073610"/>
                  <a:pt x="896883" y="1073610"/>
                </a:cubicBezTo>
                <a:cubicBezTo>
                  <a:pt x="880114" y="1073610"/>
                  <a:pt x="866520" y="1060016"/>
                  <a:pt x="866520" y="1043246"/>
                </a:cubicBezTo>
                <a:cubicBezTo>
                  <a:pt x="866520" y="1026477"/>
                  <a:pt x="880114" y="1012883"/>
                  <a:pt x="896883" y="1012883"/>
                </a:cubicBezTo>
                <a:close/>
                <a:moveTo>
                  <a:pt x="824329" y="1012883"/>
                </a:moveTo>
                <a:cubicBezTo>
                  <a:pt x="841098" y="1012883"/>
                  <a:pt x="854692" y="1026477"/>
                  <a:pt x="854692" y="1043246"/>
                </a:cubicBezTo>
                <a:cubicBezTo>
                  <a:pt x="854692" y="1060016"/>
                  <a:pt x="841098" y="1073610"/>
                  <a:pt x="824329" y="1073610"/>
                </a:cubicBezTo>
                <a:cubicBezTo>
                  <a:pt x="807559" y="1073610"/>
                  <a:pt x="793965" y="1060016"/>
                  <a:pt x="793965" y="1043246"/>
                </a:cubicBezTo>
                <a:cubicBezTo>
                  <a:pt x="793965" y="1026477"/>
                  <a:pt x="807559" y="1012883"/>
                  <a:pt x="824329" y="1012883"/>
                </a:cubicBezTo>
                <a:close/>
                <a:moveTo>
                  <a:pt x="751774" y="1012883"/>
                </a:moveTo>
                <a:cubicBezTo>
                  <a:pt x="768544" y="1012883"/>
                  <a:pt x="782138" y="1026477"/>
                  <a:pt x="782138" y="1043246"/>
                </a:cubicBezTo>
                <a:cubicBezTo>
                  <a:pt x="782138" y="1060016"/>
                  <a:pt x="768544" y="1073610"/>
                  <a:pt x="751774" y="1073610"/>
                </a:cubicBezTo>
                <a:cubicBezTo>
                  <a:pt x="735005" y="1073610"/>
                  <a:pt x="721411" y="1060016"/>
                  <a:pt x="721411" y="1043246"/>
                </a:cubicBezTo>
                <a:cubicBezTo>
                  <a:pt x="721411" y="1026477"/>
                  <a:pt x="735005" y="1012883"/>
                  <a:pt x="751774" y="1012883"/>
                </a:cubicBezTo>
                <a:close/>
                <a:moveTo>
                  <a:pt x="679220" y="1012883"/>
                </a:moveTo>
                <a:cubicBezTo>
                  <a:pt x="695989" y="1012883"/>
                  <a:pt x="709583" y="1026477"/>
                  <a:pt x="709583" y="1043246"/>
                </a:cubicBezTo>
                <a:cubicBezTo>
                  <a:pt x="709583" y="1060016"/>
                  <a:pt x="695989" y="1073610"/>
                  <a:pt x="679220" y="1073610"/>
                </a:cubicBezTo>
                <a:cubicBezTo>
                  <a:pt x="662450" y="1073610"/>
                  <a:pt x="648856" y="1060016"/>
                  <a:pt x="648856" y="1043246"/>
                </a:cubicBezTo>
                <a:cubicBezTo>
                  <a:pt x="648856" y="1026477"/>
                  <a:pt x="662450" y="1012883"/>
                  <a:pt x="679220" y="1012883"/>
                </a:cubicBezTo>
                <a:close/>
                <a:moveTo>
                  <a:pt x="606665" y="1012883"/>
                </a:moveTo>
                <a:cubicBezTo>
                  <a:pt x="623435" y="1012883"/>
                  <a:pt x="637029" y="1026477"/>
                  <a:pt x="637029" y="1043246"/>
                </a:cubicBezTo>
                <a:cubicBezTo>
                  <a:pt x="637029" y="1060016"/>
                  <a:pt x="623435" y="1073610"/>
                  <a:pt x="606665" y="1073610"/>
                </a:cubicBezTo>
                <a:cubicBezTo>
                  <a:pt x="589896" y="1073610"/>
                  <a:pt x="576302" y="1060016"/>
                  <a:pt x="576302" y="1043246"/>
                </a:cubicBezTo>
                <a:cubicBezTo>
                  <a:pt x="576302" y="1026477"/>
                  <a:pt x="589896" y="1012883"/>
                  <a:pt x="606665" y="1012883"/>
                </a:cubicBezTo>
                <a:close/>
                <a:moveTo>
                  <a:pt x="534111" y="1012883"/>
                </a:moveTo>
                <a:cubicBezTo>
                  <a:pt x="550880" y="1012883"/>
                  <a:pt x="564474" y="1026477"/>
                  <a:pt x="564474" y="1043246"/>
                </a:cubicBezTo>
                <a:cubicBezTo>
                  <a:pt x="564474" y="1060016"/>
                  <a:pt x="550880" y="1073610"/>
                  <a:pt x="534111" y="1073610"/>
                </a:cubicBezTo>
                <a:cubicBezTo>
                  <a:pt x="517341" y="1073610"/>
                  <a:pt x="503747" y="1060016"/>
                  <a:pt x="503747" y="1043246"/>
                </a:cubicBezTo>
                <a:cubicBezTo>
                  <a:pt x="503747" y="1026477"/>
                  <a:pt x="517341" y="1012883"/>
                  <a:pt x="534111" y="1012883"/>
                </a:cubicBezTo>
                <a:close/>
                <a:moveTo>
                  <a:pt x="461556" y="1012883"/>
                </a:moveTo>
                <a:cubicBezTo>
                  <a:pt x="478326" y="1012883"/>
                  <a:pt x="491920" y="1026477"/>
                  <a:pt x="491920" y="1043246"/>
                </a:cubicBezTo>
                <a:cubicBezTo>
                  <a:pt x="491920" y="1060016"/>
                  <a:pt x="478326" y="1073610"/>
                  <a:pt x="461556" y="1073610"/>
                </a:cubicBezTo>
                <a:cubicBezTo>
                  <a:pt x="444787" y="1073610"/>
                  <a:pt x="431192" y="1060016"/>
                  <a:pt x="431192" y="1043246"/>
                </a:cubicBezTo>
                <a:cubicBezTo>
                  <a:pt x="431192" y="1026477"/>
                  <a:pt x="444787" y="1012883"/>
                  <a:pt x="461556" y="1012883"/>
                </a:cubicBezTo>
                <a:close/>
                <a:moveTo>
                  <a:pt x="389002" y="1012883"/>
                </a:moveTo>
                <a:cubicBezTo>
                  <a:pt x="405771" y="1012883"/>
                  <a:pt x="419365" y="1026477"/>
                  <a:pt x="419365" y="1043246"/>
                </a:cubicBezTo>
                <a:cubicBezTo>
                  <a:pt x="419365" y="1060016"/>
                  <a:pt x="405771" y="1073610"/>
                  <a:pt x="389002" y="1073610"/>
                </a:cubicBezTo>
                <a:cubicBezTo>
                  <a:pt x="372232" y="1073610"/>
                  <a:pt x="358638" y="1060016"/>
                  <a:pt x="358638" y="1043246"/>
                </a:cubicBezTo>
                <a:cubicBezTo>
                  <a:pt x="358638" y="1026477"/>
                  <a:pt x="372232" y="1012883"/>
                  <a:pt x="389002" y="1012883"/>
                </a:cubicBezTo>
                <a:close/>
                <a:moveTo>
                  <a:pt x="316447" y="1012883"/>
                </a:moveTo>
                <a:cubicBezTo>
                  <a:pt x="333216" y="1012883"/>
                  <a:pt x="346810" y="1026477"/>
                  <a:pt x="346810" y="1043246"/>
                </a:cubicBezTo>
                <a:cubicBezTo>
                  <a:pt x="346810" y="1060016"/>
                  <a:pt x="333216" y="1073610"/>
                  <a:pt x="316447" y="1073610"/>
                </a:cubicBezTo>
                <a:cubicBezTo>
                  <a:pt x="299677" y="1073610"/>
                  <a:pt x="286084" y="1060016"/>
                  <a:pt x="286084" y="1043246"/>
                </a:cubicBezTo>
                <a:cubicBezTo>
                  <a:pt x="286084" y="1026477"/>
                  <a:pt x="299677" y="1012883"/>
                  <a:pt x="316447" y="1012883"/>
                </a:cubicBezTo>
                <a:close/>
                <a:moveTo>
                  <a:pt x="243892" y="1012883"/>
                </a:moveTo>
                <a:cubicBezTo>
                  <a:pt x="260662" y="1012883"/>
                  <a:pt x="274256" y="1026477"/>
                  <a:pt x="274256" y="1043246"/>
                </a:cubicBezTo>
                <a:cubicBezTo>
                  <a:pt x="274256" y="1060016"/>
                  <a:pt x="260662" y="1073610"/>
                  <a:pt x="243892" y="1073610"/>
                </a:cubicBezTo>
                <a:cubicBezTo>
                  <a:pt x="227123" y="1073610"/>
                  <a:pt x="213529" y="1060016"/>
                  <a:pt x="213529" y="1043246"/>
                </a:cubicBezTo>
                <a:cubicBezTo>
                  <a:pt x="213529" y="1026477"/>
                  <a:pt x="227123" y="1012883"/>
                  <a:pt x="243892" y="1012883"/>
                </a:cubicBezTo>
                <a:close/>
                <a:moveTo>
                  <a:pt x="171339" y="1012883"/>
                </a:moveTo>
                <a:cubicBezTo>
                  <a:pt x="188107" y="1012883"/>
                  <a:pt x="201701" y="1026477"/>
                  <a:pt x="201701" y="1043246"/>
                </a:cubicBezTo>
                <a:cubicBezTo>
                  <a:pt x="201701" y="1060016"/>
                  <a:pt x="188107" y="1073610"/>
                  <a:pt x="171339" y="1073610"/>
                </a:cubicBezTo>
                <a:cubicBezTo>
                  <a:pt x="154639" y="1073610"/>
                  <a:pt x="141045" y="1060016"/>
                  <a:pt x="141045" y="1043246"/>
                </a:cubicBezTo>
                <a:cubicBezTo>
                  <a:pt x="141045" y="1026477"/>
                  <a:pt x="154639" y="1012883"/>
                  <a:pt x="171339" y="1012883"/>
                </a:cubicBezTo>
                <a:close/>
                <a:moveTo>
                  <a:pt x="98865" y="1012883"/>
                </a:moveTo>
                <a:cubicBezTo>
                  <a:pt x="115628" y="1012883"/>
                  <a:pt x="129222" y="1026477"/>
                  <a:pt x="129222" y="1043246"/>
                </a:cubicBezTo>
                <a:cubicBezTo>
                  <a:pt x="129222" y="1060016"/>
                  <a:pt x="115628" y="1073610"/>
                  <a:pt x="98865" y="1073610"/>
                </a:cubicBezTo>
                <a:cubicBezTo>
                  <a:pt x="82093" y="1073610"/>
                  <a:pt x="68498" y="1060016"/>
                  <a:pt x="68498" y="1043246"/>
                </a:cubicBezTo>
                <a:cubicBezTo>
                  <a:pt x="68498" y="1026477"/>
                  <a:pt x="82093" y="1012883"/>
                  <a:pt x="98865" y="1012883"/>
                </a:cubicBezTo>
                <a:close/>
                <a:moveTo>
                  <a:pt x="26309" y="1012883"/>
                </a:moveTo>
                <a:cubicBezTo>
                  <a:pt x="43075" y="1012883"/>
                  <a:pt x="56670" y="1026477"/>
                  <a:pt x="56670" y="1043246"/>
                </a:cubicBezTo>
                <a:cubicBezTo>
                  <a:pt x="56670" y="1060016"/>
                  <a:pt x="43075" y="1073610"/>
                  <a:pt x="26309" y="1073610"/>
                </a:cubicBezTo>
                <a:cubicBezTo>
                  <a:pt x="17924" y="1073610"/>
                  <a:pt x="10333" y="1070212"/>
                  <a:pt x="4838" y="1064717"/>
                </a:cubicBezTo>
                <a:lnTo>
                  <a:pt x="0" y="1053036"/>
                </a:lnTo>
                <a:lnTo>
                  <a:pt x="0" y="1033457"/>
                </a:lnTo>
                <a:lnTo>
                  <a:pt x="4838" y="1021776"/>
                </a:lnTo>
                <a:cubicBezTo>
                  <a:pt x="10333" y="1016282"/>
                  <a:pt x="17924" y="1012883"/>
                  <a:pt x="26309" y="1012883"/>
                </a:cubicBezTo>
                <a:close/>
                <a:moveTo>
                  <a:pt x="1549874" y="932431"/>
                </a:moveTo>
                <a:cubicBezTo>
                  <a:pt x="1558259" y="932431"/>
                  <a:pt x="1565850" y="935830"/>
                  <a:pt x="1571345" y="941324"/>
                </a:cubicBezTo>
                <a:lnTo>
                  <a:pt x="1577296" y="955693"/>
                </a:lnTo>
                <a:lnTo>
                  <a:pt x="1565363" y="988298"/>
                </a:lnTo>
                <a:lnTo>
                  <a:pt x="1561694" y="990772"/>
                </a:lnTo>
                <a:cubicBezTo>
                  <a:pt x="1558061" y="992309"/>
                  <a:pt x="1554067" y="993158"/>
                  <a:pt x="1549874" y="993158"/>
                </a:cubicBezTo>
                <a:cubicBezTo>
                  <a:pt x="1533105" y="993158"/>
                  <a:pt x="1519511" y="979564"/>
                  <a:pt x="1519511" y="962795"/>
                </a:cubicBezTo>
                <a:cubicBezTo>
                  <a:pt x="1519511" y="946025"/>
                  <a:pt x="1533105" y="932431"/>
                  <a:pt x="1549874" y="932431"/>
                </a:cubicBezTo>
                <a:close/>
                <a:moveTo>
                  <a:pt x="1477320" y="932431"/>
                </a:moveTo>
                <a:cubicBezTo>
                  <a:pt x="1494089" y="932431"/>
                  <a:pt x="1507683" y="946025"/>
                  <a:pt x="1507683" y="962795"/>
                </a:cubicBezTo>
                <a:cubicBezTo>
                  <a:pt x="1507683" y="979564"/>
                  <a:pt x="1494089" y="993158"/>
                  <a:pt x="1477320" y="993158"/>
                </a:cubicBezTo>
                <a:cubicBezTo>
                  <a:pt x="1460550" y="993158"/>
                  <a:pt x="1446956" y="979564"/>
                  <a:pt x="1446956" y="962795"/>
                </a:cubicBezTo>
                <a:cubicBezTo>
                  <a:pt x="1446956" y="946025"/>
                  <a:pt x="1460550" y="932431"/>
                  <a:pt x="1477320" y="932431"/>
                </a:cubicBezTo>
                <a:close/>
                <a:moveTo>
                  <a:pt x="1404765" y="932431"/>
                </a:moveTo>
                <a:cubicBezTo>
                  <a:pt x="1421535" y="932431"/>
                  <a:pt x="1435129" y="946025"/>
                  <a:pt x="1435129" y="962795"/>
                </a:cubicBezTo>
                <a:cubicBezTo>
                  <a:pt x="1435129" y="979564"/>
                  <a:pt x="1421535" y="993158"/>
                  <a:pt x="1404765" y="993158"/>
                </a:cubicBezTo>
                <a:cubicBezTo>
                  <a:pt x="1387996" y="993158"/>
                  <a:pt x="1374402" y="979564"/>
                  <a:pt x="1374402" y="962795"/>
                </a:cubicBezTo>
                <a:cubicBezTo>
                  <a:pt x="1374402" y="946025"/>
                  <a:pt x="1387996" y="932431"/>
                  <a:pt x="1404765" y="932431"/>
                </a:cubicBezTo>
                <a:close/>
                <a:moveTo>
                  <a:pt x="1332211" y="932431"/>
                </a:moveTo>
                <a:cubicBezTo>
                  <a:pt x="1348980" y="932431"/>
                  <a:pt x="1362574" y="946025"/>
                  <a:pt x="1362574" y="962795"/>
                </a:cubicBezTo>
                <a:cubicBezTo>
                  <a:pt x="1362574" y="979564"/>
                  <a:pt x="1348980" y="993158"/>
                  <a:pt x="1332211" y="993158"/>
                </a:cubicBezTo>
                <a:cubicBezTo>
                  <a:pt x="1315441" y="993158"/>
                  <a:pt x="1301847" y="979564"/>
                  <a:pt x="1301847" y="962795"/>
                </a:cubicBezTo>
                <a:cubicBezTo>
                  <a:pt x="1301847" y="946025"/>
                  <a:pt x="1315441" y="932431"/>
                  <a:pt x="1332211" y="932431"/>
                </a:cubicBezTo>
                <a:close/>
                <a:moveTo>
                  <a:pt x="1259656" y="932431"/>
                </a:moveTo>
                <a:cubicBezTo>
                  <a:pt x="1276426" y="932431"/>
                  <a:pt x="1290020" y="946025"/>
                  <a:pt x="1290020" y="962795"/>
                </a:cubicBezTo>
                <a:cubicBezTo>
                  <a:pt x="1290020" y="979564"/>
                  <a:pt x="1276426" y="993158"/>
                  <a:pt x="1259656" y="993158"/>
                </a:cubicBezTo>
                <a:cubicBezTo>
                  <a:pt x="1242887" y="993158"/>
                  <a:pt x="1229293" y="979564"/>
                  <a:pt x="1229293" y="962795"/>
                </a:cubicBezTo>
                <a:cubicBezTo>
                  <a:pt x="1229293" y="946025"/>
                  <a:pt x="1242887" y="932431"/>
                  <a:pt x="1259656" y="932431"/>
                </a:cubicBezTo>
                <a:close/>
                <a:moveTo>
                  <a:pt x="1187102" y="932431"/>
                </a:moveTo>
                <a:cubicBezTo>
                  <a:pt x="1203871" y="932431"/>
                  <a:pt x="1217465" y="946025"/>
                  <a:pt x="1217465" y="962795"/>
                </a:cubicBezTo>
                <a:cubicBezTo>
                  <a:pt x="1217465" y="979564"/>
                  <a:pt x="1203871" y="993158"/>
                  <a:pt x="1187102" y="993158"/>
                </a:cubicBezTo>
                <a:cubicBezTo>
                  <a:pt x="1170332" y="993158"/>
                  <a:pt x="1156738" y="979564"/>
                  <a:pt x="1156738" y="962795"/>
                </a:cubicBezTo>
                <a:cubicBezTo>
                  <a:pt x="1156738" y="946025"/>
                  <a:pt x="1170332" y="932431"/>
                  <a:pt x="1187102" y="932431"/>
                </a:cubicBezTo>
                <a:close/>
                <a:moveTo>
                  <a:pt x="1114547" y="932431"/>
                </a:moveTo>
                <a:cubicBezTo>
                  <a:pt x="1131317" y="932431"/>
                  <a:pt x="1144911" y="946025"/>
                  <a:pt x="1144911" y="962795"/>
                </a:cubicBezTo>
                <a:cubicBezTo>
                  <a:pt x="1144911" y="979564"/>
                  <a:pt x="1131317" y="993158"/>
                  <a:pt x="1114547" y="993158"/>
                </a:cubicBezTo>
                <a:cubicBezTo>
                  <a:pt x="1097778" y="993158"/>
                  <a:pt x="1084184" y="979564"/>
                  <a:pt x="1084184" y="962795"/>
                </a:cubicBezTo>
                <a:cubicBezTo>
                  <a:pt x="1084184" y="946025"/>
                  <a:pt x="1097778" y="932431"/>
                  <a:pt x="1114547" y="932431"/>
                </a:cubicBezTo>
                <a:close/>
                <a:moveTo>
                  <a:pt x="1041993" y="932431"/>
                </a:moveTo>
                <a:cubicBezTo>
                  <a:pt x="1058762" y="932431"/>
                  <a:pt x="1072356" y="946025"/>
                  <a:pt x="1072356" y="962795"/>
                </a:cubicBezTo>
                <a:cubicBezTo>
                  <a:pt x="1072356" y="979564"/>
                  <a:pt x="1058762" y="993158"/>
                  <a:pt x="1041993" y="993158"/>
                </a:cubicBezTo>
                <a:cubicBezTo>
                  <a:pt x="1025223" y="993158"/>
                  <a:pt x="1011629" y="979564"/>
                  <a:pt x="1011629" y="962795"/>
                </a:cubicBezTo>
                <a:cubicBezTo>
                  <a:pt x="1011629" y="946025"/>
                  <a:pt x="1025223" y="932431"/>
                  <a:pt x="1041993" y="932431"/>
                </a:cubicBezTo>
                <a:close/>
                <a:moveTo>
                  <a:pt x="969438" y="932431"/>
                </a:moveTo>
                <a:cubicBezTo>
                  <a:pt x="986208" y="932431"/>
                  <a:pt x="999801" y="946025"/>
                  <a:pt x="999801" y="962795"/>
                </a:cubicBezTo>
                <a:cubicBezTo>
                  <a:pt x="999801" y="979564"/>
                  <a:pt x="986208" y="993158"/>
                  <a:pt x="969438" y="993158"/>
                </a:cubicBezTo>
                <a:cubicBezTo>
                  <a:pt x="952669" y="993158"/>
                  <a:pt x="939075" y="979564"/>
                  <a:pt x="939075" y="962795"/>
                </a:cubicBezTo>
                <a:cubicBezTo>
                  <a:pt x="939075" y="946025"/>
                  <a:pt x="952669" y="932431"/>
                  <a:pt x="969438" y="932431"/>
                </a:cubicBezTo>
                <a:close/>
                <a:moveTo>
                  <a:pt x="896883" y="932431"/>
                </a:moveTo>
                <a:cubicBezTo>
                  <a:pt x="913653" y="932431"/>
                  <a:pt x="927247" y="946025"/>
                  <a:pt x="927247" y="962795"/>
                </a:cubicBezTo>
                <a:cubicBezTo>
                  <a:pt x="927247" y="979564"/>
                  <a:pt x="913653" y="993158"/>
                  <a:pt x="896883" y="993158"/>
                </a:cubicBezTo>
                <a:cubicBezTo>
                  <a:pt x="880114" y="993158"/>
                  <a:pt x="866520" y="979564"/>
                  <a:pt x="866520" y="962795"/>
                </a:cubicBezTo>
                <a:cubicBezTo>
                  <a:pt x="866520" y="946025"/>
                  <a:pt x="880114" y="932431"/>
                  <a:pt x="896883" y="932431"/>
                </a:cubicBezTo>
                <a:close/>
                <a:moveTo>
                  <a:pt x="824329" y="932431"/>
                </a:moveTo>
                <a:cubicBezTo>
                  <a:pt x="841098" y="932431"/>
                  <a:pt x="854692" y="946025"/>
                  <a:pt x="854692" y="962795"/>
                </a:cubicBezTo>
                <a:cubicBezTo>
                  <a:pt x="854692" y="979564"/>
                  <a:pt x="841098" y="993158"/>
                  <a:pt x="824329" y="993158"/>
                </a:cubicBezTo>
                <a:cubicBezTo>
                  <a:pt x="807559" y="993158"/>
                  <a:pt x="793965" y="979564"/>
                  <a:pt x="793965" y="962795"/>
                </a:cubicBezTo>
                <a:cubicBezTo>
                  <a:pt x="793965" y="946025"/>
                  <a:pt x="807559" y="932431"/>
                  <a:pt x="824329" y="932431"/>
                </a:cubicBezTo>
                <a:close/>
                <a:moveTo>
                  <a:pt x="751774" y="932431"/>
                </a:moveTo>
                <a:cubicBezTo>
                  <a:pt x="768544" y="932431"/>
                  <a:pt x="782138" y="946025"/>
                  <a:pt x="782138" y="962795"/>
                </a:cubicBezTo>
                <a:cubicBezTo>
                  <a:pt x="782138" y="979564"/>
                  <a:pt x="768544" y="993158"/>
                  <a:pt x="751774" y="993158"/>
                </a:cubicBezTo>
                <a:cubicBezTo>
                  <a:pt x="735005" y="993158"/>
                  <a:pt x="721411" y="979564"/>
                  <a:pt x="721411" y="962795"/>
                </a:cubicBezTo>
                <a:cubicBezTo>
                  <a:pt x="721411" y="946025"/>
                  <a:pt x="735005" y="932431"/>
                  <a:pt x="751774" y="932431"/>
                </a:cubicBezTo>
                <a:close/>
                <a:moveTo>
                  <a:pt x="679220" y="932431"/>
                </a:moveTo>
                <a:cubicBezTo>
                  <a:pt x="695989" y="932431"/>
                  <a:pt x="709583" y="946025"/>
                  <a:pt x="709583" y="962795"/>
                </a:cubicBezTo>
                <a:cubicBezTo>
                  <a:pt x="709583" y="979564"/>
                  <a:pt x="695989" y="993158"/>
                  <a:pt x="679220" y="993158"/>
                </a:cubicBezTo>
                <a:cubicBezTo>
                  <a:pt x="662450" y="993158"/>
                  <a:pt x="648856" y="979564"/>
                  <a:pt x="648856" y="962795"/>
                </a:cubicBezTo>
                <a:cubicBezTo>
                  <a:pt x="648856" y="946025"/>
                  <a:pt x="662450" y="932431"/>
                  <a:pt x="679220" y="932431"/>
                </a:cubicBezTo>
                <a:close/>
                <a:moveTo>
                  <a:pt x="606665" y="932431"/>
                </a:moveTo>
                <a:cubicBezTo>
                  <a:pt x="623435" y="932431"/>
                  <a:pt x="637029" y="946025"/>
                  <a:pt x="637029" y="962795"/>
                </a:cubicBezTo>
                <a:cubicBezTo>
                  <a:pt x="637029" y="979564"/>
                  <a:pt x="623435" y="993158"/>
                  <a:pt x="606665" y="993158"/>
                </a:cubicBezTo>
                <a:cubicBezTo>
                  <a:pt x="589896" y="993158"/>
                  <a:pt x="576302" y="979564"/>
                  <a:pt x="576302" y="962795"/>
                </a:cubicBezTo>
                <a:cubicBezTo>
                  <a:pt x="576302" y="946025"/>
                  <a:pt x="589896" y="932431"/>
                  <a:pt x="606665" y="932431"/>
                </a:cubicBezTo>
                <a:close/>
                <a:moveTo>
                  <a:pt x="534111" y="932431"/>
                </a:moveTo>
                <a:cubicBezTo>
                  <a:pt x="550880" y="932431"/>
                  <a:pt x="564474" y="946025"/>
                  <a:pt x="564474" y="962795"/>
                </a:cubicBezTo>
                <a:cubicBezTo>
                  <a:pt x="564474" y="979564"/>
                  <a:pt x="550880" y="993158"/>
                  <a:pt x="534111" y="993158"/>
                </a:cubicBezTo>
                <a:cubicBezTo>
                  <a:pt x="517341" y="993158"/>
                  <a:pt x="503747" y="979564"/>
                  <a:pt x="503747" y="962795"/>
                </a:cubicBezTo>
                <a:cubicBezTo>
                  <a:pt x="503747" y="946025"/>
                  <a:pt x="517341" y="932431"/>
                  <a:pt x="534111" y="932431"/>
                </a:cubicBezTo>
                <a:close/>
                <a:moveTo>
                  <a:pt x="461556" y="932431"/>
                </a:moveTo>
                <a:cubicBezTo>
                  <a:pt x="478326" y="932431"/>
                  <a:pt x="491920" y="946025"/>
                  <a:pt x="491920" y="962795"/>
                </a:cubicBezTo>
                <a:cubicBezTo>
                  <a:pt x="491920" y="979564"/>
                  <a:pt x="478326" y="993158"/>
                  <a:pt x="461556" y="993158"/>
                </a:cubicBezTo>
                <a:cubicBezTo>
                  <a:pt x="444787" y="993158"/>
                  <a:pt x="431192" y="979564"/>
                  <a:pt x="431192" y="962795"/>
                </a:cubicBezTo>
                <a:cubicBezTo>
                  <a:pt x="431192" y="946025"/>
                  <a:pt x="444787" y="932431"/>
                  <a:pt x="461556" y="932431"/>
                </a:cubicBezTo>
                <a:close/>
                <a:moveTo>
                  <a:pt x="389002" y="932431"/>
                </a:moveTo>
                <a:cubicBezTo>
                  <a:pt x="405771" y="932431"/>
                  <a:pt x="419365" y="946025"/>
                  <a:pt x="419365" y="962795"/>
                </a:cubicBezTo>
                <a:cubicBezTo>
                  <a:pt x="419365" y="979564"/>
                  <a:pt x="405771" y="993158"/>
                  <a:pt x="389002" y="993158"/>
                </a:cubicBezTo>
                <a:cubicBezTo>
                  <a:pt x="372232" y="993158"/>
                  <a:pt x="358638" y="979564"/>
                  <a:pt x="358638" y="962795"/>
                </a:cubicBezTo>
                <a:cubicBezTo>
                  <a:pt x="358638" y="946025"/>
                  <a:pt x="372232" y="932431"/>
                  <a:pt x="389002" y="932431"/>
                </a:cubicBezTo>
                <a:close/>
                <a:moveTo>
                  <a:pt x="316447" y="932431"/>
                </a:moveTo>
                <a:cubicBezTo>
                  <a:pt x="333216" y="932431"/>
                  <a:pt x="346810" y="946025"/>
                  <a:pt x="346810" y="962795"/>
                </a:cubicBezTo>
                <a:cubicBezTo>
                  <a:pt x="346810" y="979564"/>
                  <a:pt x="333216" y="993158"/>
                  <a:pt x="316447" y="993158"/>
                </a:cubicBezTo>
                <a:cubicBezTo>
                  <a:pt x="299677" y="993158"/>
                  <a:pt x="286084" y="979564"/>
                  <a:pt x="286084" y="962795"/>
                </a:cubicBezTo>
                <a:cubicBezTo>
                  <a:pt x="286084" y="946025"/>
                  <a:pt x="299677" y="932431"/>
                  <a:pt x="316447" y="932431"/>
                </a:cubicBezTo>
                <a:close/>
                <a:moveTo>
                  <a:pt x="243892" y="932431"/>
                </a:moveTo>
                <a:cubicBezTo>
                  <a:pt x="260662" y="932431"/>
                  <a:pt x="274256" y="946025"/>
                  <a:pt x="274256" y="962795"/>
                </a:cubicBezTo>
                <a:cubicBezTo>
                  <a:pt x="274256" y="979564"/>
                  <a:pt x="260662" y="993158"/>
                  <a:pt x="243892" y="993158"/>
                </a:cubicBezTo>
                <a:cubicBezTo>
                  <a:pt x="227123" y="993158"/>
                  <a:pt x="213529" y="979564"/>
                  <a:pt x="213529" y="962795"/>
                </a:cubicBezTo>
                <a:cubicBezTo>
                  <a:pt x="213529" y="946025"/>
                  <a:pt x="227123" y="932431"/>
                  <a:pt x="243892" y="932431"/>
                </a:cubicBezTo>
                <a:close/>
                <a:moveTo>
                  <a:pt x="171339" y="932431"/>
                </a:moveTo>
                <a:cubicBezTo>
                  <a:pt x="188107" y="932431"/>
                  <a:pt x="201701" y="946025"/>
                  <a:pt x="201701" y="962795"/>
                </a:cubicBezTo>
                <a:cubicBezTo>
                  <a:pt x="201701" y="979564"/>
                  <a:pt x="188107" y="993158"/>
                  <a:pt x="171339" y="993158"/>
                </a:cubicBezTo>
                <a:cubicBezTo>
                  <a:pt x="154645" y="993158"/>
                  <a:pt x="141051" y="979564"/>
                  <a:pt x="141051" y="962795"/>
                </a:cubicBezTo>
                <a:cubicBezTo>
                  <a:pt x="141051" y="946025"/>
                  <a:pt x="154645" y="932431"/>
                  <a:pt x="171339" y="932431"/>
                </a:cubicBezTo>
                <a:close/>
                <a:moveTo>
                  <a:pt x="98870" y="932431"/>
                </a:moveTo>
                <a:cubicBezTo>
                  <a:pt x="115634" y="932431"/>
                  <a:pt x="129228" y="946025"/>
                  <a:pt x="129228" y="962795"/>
                </a:cubicBezTo>
                <a:cubicBezTo>
                  <a:pt x="129228" y="979564"/>
                  <a:pt x="115634" y="993158"/>
                  <a:pt x="98870" y="993158"/>
                </a:cubicBezTo>
                <a:cubicBezTo>
                  <a:pt x="82099" y="993158"/>
                  <a:pt x="68505" y="979564"/>
                  <a:pt x="68505" y="962795"/>
                </a:cubicBezTo>
                <a:cubicBezTo>
                  <a:pt x="68505" y="946025"/>
                  <a:pt x="82099" y="932431"/>
                  <a:pt x="98870" y="932431"/>
                </a:cubicBezTo>
                <a:close/>
                <a:moveTo>
                  <a:pt x="26316" y="932431"/>
                </a:moveTo>
                <a:cubicBezTo>
                  <a:pt x="43081" y="932431"/>
                  <a:pt x="56676" y="946025"/>
                  <a:pt x="56676" y="962795"/>
                </a:cubicBezTo>
                <a:cubicBezTo>
                  <a:pt x="56676" y="979564"/>
                  <a:pt x="43081" y="993158"/>
                  <a:pt x="26316" y="993158"/>
                </a:cubicBezTo>
                <a:cubicBezTo>
                  <a:pt x="17931" y="993158"/>
                  <a:pt x="10340" y="989760"/>
                  <a:pt x="4845" y="984265"/>
                </a:cubicBezTo>
                <a:lnTo>
                  <a:pt x="0" y="972570"/>
                </a:lnTo>
                <a:lnTo>
                  <a:pt x="0" y="953020"/>
                </a:lnTo>
                <a:lnTo>
                  <a:pt x="4845" y="941324"/>
                </a:lnTo>
                <a:cubicBezTo>
                  <a:pt x="10340" y="935830"/>
                  <a:pt x="17931" y="932431"/>
                  <a:pt x="26316" y="932431"/>
                </a:cubicBezTo>
                <a:close/>
                <a:moveTo>
                  <a:pt x="1612513" y="853981"/>
                </a:moveTo>
                <a:lnTo>
                  <a:pt x="1607766" y="872445"/>
                </a:lnTo>
                <a:lnTo>
                  <a:pt x="1598477" y="897823"/>
                </a:lnTo>
                <a:lnTo>
                  <a:pt x="1592066" y="882343"/>
                </a:lnTo>
                <a:cubicBezTo>
                  <a:pt x="1592066" y="869766"/>
                  <a:pt x="1599712" y="858975"/>
                  <a:pt x="1610610" y="854366"/>
                </a:cubicBezTo>
                <a:close/>
                <a:moveTo>
                  <a:pt x="1549874" y="851979"/>
                </a:moveTo>
                <a:cubicBezTo>
                  <a:pt x="1566644" y="851979"/>
                  <a:pt x="1580238" y="865573"/>
                  <a:pt x="1580238" y="882343"/>
                </a:cubicBezTo>
                <a:cubicBezTo>
                  <a:pt x="1580238" y="899112"/>
                  <a:pt x="1566644" y="912706"/>
                  <a:pt x="1549874" y="912706"/>
                </a:cubicBezTo>
                <a:cubicBezTo>
                  <a:pt x="1533105" y="912706"/>
                  <a:pt x="1519511" y="899112"/>
                  <a:pt x="1519511" y="882343"/>
                </a:cubicBezTo>
                <a:cubicBezTo>
                  <a:pt x="1519511" y="865573"/>
                  <a:pt x="1533105" y="851979"/>
                  <a:pt x="1549874" y="851979"/>
                </a:cubicBezTo>
                <a:close/>
                <a:moveTo>
                  <a:pt x="1477320" y="851979"/>
                </a:moveTo>
                <a:cubicBezTo>
                  <a:pt x="1494089" y="851979"/>
                  <a:pt x="1507683" y="865573"/>
                  <a:pt x="1507683" y="882343"/>
                </a:cubicBezTo>
                <a:cubicBezTo>
                  <a:pt x="1507683" y="899112"/>
                  <a:pt x="1494089" y="912706"/>
                  <a:pt x="1477320" y="912706"/>
                </a:cubicBezTo>
                <a:cubicBezTo>
                  <a:pt x="1460550" y="912706"/>
                  <a:pt x="1446956" y="899112"/>
                  <a:pt x="1446956" y="882343"/>
                </a:cubicBezTo>
                <a:cubicBezTo>
                  <a:pt x="1446956" y="865573"/>
                  <a:pt x="1460550" y="851979"/>
                  <a:pt x="1477320" y="851979"/>
                </a:cubicBezTo>
                <a:close/>
                <a:moveTo>
                  <a:pt x="1404765" y="851979"/>
                </a:moveTo>
                <a:cubicBezTo>
                  <a:pt x="1421535" y="851979"/>
                  <a:pt x="1435129" y="865573"/>
                  <a:pt x="1435129" y="882343"/>
                </a:cubicBezTo>
                <a:cubicBezTo>
                  <a:pt x="1435129" y="899112"/>
                  <a:pt x="1421535" y="912706"/>
                  <a:pt x="1404765" y="912706"/>
                </a:cubicBezTo>
                <a:cubicBezTo>
                  <a:pt x="1387996" y="912706"/>
                  <a:pt x="1374402" y="899112"/>
                  <a:pt x="1374402" y="882343"/>
                </a:cubicBezTo>
                <a:cubicBezTo>
                  <a:pt x="1374402" y="865573"/>
                  <a:pt x="1387996" y="851979"/>
                  <a:pt x="1404765" y="851979"/>
                </a:cubicBezTo>
                <a:close/>
                <a:moveTo>
                  <a:pt x="1332211" y="851979"/>
                </a:moveTo>
                <a:cubicBezTo>
                  <a:pt x="1348980" y="851979"/>
                  <a:pt x="1362574" y="865573"/>
                  <a:pt x="1362574" y="882343"/>
                </a:cubicBezTo>
                <a:cubicBezTo>
                  <a:pt x="1362574" y="899112"/>
                  <a:pt x="1348980" y="912706"/>
                  <a:pt x="1332211" y="912706"/>
                </a:cubicBezTo>
                <a:cubicBezTo>
                  <a:pt x="1315441" y="912706"/>
                  <a:pt x="1301847" y="899112"/>
                  <a:pt x="1301847" y="882343"/>
                </a:cubicBezTo>
                <a:cubicBezTo>
                  <a:pt x="1301847" y="865573"/>
                  <a:pt x="1315441" y="851979"/>
                  <a:pt x="1332211" y="851979"/>
                </a:cubicBezTo>
                <a:close/>
                <a:moveTo>
                  <a:pt x="1259656" y="851979"/>
                </a:moveTo>
                <a:cubicBezTo>
                  <a:pt x="1276426" y="851979"/>
                  <a:pt x="1290020" y="865573"/>
                  <a:pt x="1290020" y="882343"/>
                </a:cubicBezTo>
                <a:cubicBezTo>
                  <a:pt x="1290020" y="899112"/>
                  <a:pt x="1276426" y="912706"/>
                  <a:pt x="1259656" y="912706"/>
                </a:cubicBezTo>
                <a:cubicBezTo>
                  <a:pt x="1242887" y="912706"/>
                  <a:pt x="1229293" y="899112"/>
                  <a:pt x="1229293" y="882343"/>
                </a:cubicBezTo>
                <a:cubicBezTo>
                  <a:pt x="1229293" y="865573"/>
                  <a:pt x="1242887" y="851979"/>
                  <a:pt x="1259656" y="851979"/>
                </a:cubicBezTo>
                <a:close/>
                <a:moveTo>
                  <a:pt x="1187102" y="851979"/>
                </a:moveTo>
                <a:cubicBezTo>
                  <a:pt x="1203871" y="851979"/>
                  <a:pt x="1217465" y="865573"/>
                  <a:pt x="1217465" y="882343"/>
                </a:cubicBezTo>
                <a:cubicBezTo>
                  <a:pt x="1217465" y="899112"/>
                  <a:pt x="1203871" y="912706"/>
                  <a:pt x="1187102" y="912706"/>
                </a:cubicBezTo>
                <a:cubicBezTo>
                  <a:pt x="1170332" y="912706"/>
                  <a:pt x="1156738" y="899112"/>
                  <a:pt x="1156738" y="882343"/>
                </a:cubicBezTo>
                <a:cubicBezTo>
                  <a:pt x="1156738" y="865573"/>
                  <a:pt x="1170332" y="851979"/>
                  <a:pt x="1187102" y="851979"/>
                </a:cubicBezTo>
                <a:close/>
                <a:moveTo>
                  <a:pt x="1114547" y="851979"/>
                </a:moveTo>
                <a:cubicBezTo>
                  <a:pt x="1131317" y="851979"/>
                  <a:pt x="1144911" y="865573"/>
                  <a:pt x="1144911" y="882343"/>
                </a:cubicBezTo>
                <a:cubicBezTo>
                  <a:pt x="1144911" y="899112"/>
                  <a:pt x="1131317" y="912706"/>
                  <a:pt x="1114547" y="912706"/>
                </a:cubicBezTo>
                <a:cubicBezTo>
                  <a:pt x="1097778" y="912706"/>
                  <a:pt x="1084184" y="899112"/>
                  <a:pt x="1084184" y="882343"/>
                </a:cubicBezTo>
                <a:cubicBezTo>
                  <a:pt x="1084184" y="865573"/>
                  <a:pt x="1097778" y="851979"/>
                  <a:pt x="1114547" y="851979"/>
                </a:cubicBezTo>
                <a:close/>
                <a:moveTo>
                  <a:pt x="1041993" y="851979"/>
                </a:moveTo>
                <a:cubicBezTo>
                  <a:pt x="1058762" y="851979"/>
                  <a:pt x="1072356" y="865573"/>
                  <a:pt x="1072356" y="882343"/>
                </a:cubicBezTo>
                <a:cubicBezTo>
                  <a:pt x="1072356" y="899112"/>
                  <a:pt x="1058762" y="912706"/>
                  <a:pt x="1041993" y="912706"/>
                </a:cubicBezTo>
                <a:cubicBezTo>
                  <a:pt x="1025223" y="912706"/>
                  <a:pt x="1011629" y="899112"/>
                  <a:pt x="1011629" y="882343"/>
                </a:cubicBezTo>
                <a:cubicBezTo>
                  <a:pt x="1011629" y="865573"/>
                  <a:pt x="1025223" y="851979"/>
                  <a:pt x="1041993" y="851979"/>
                </a:cubicBezTo>
                <a:close/>
                <a:moveTo>
                  <a:pt x="969438" y="851979"/>
                </a:moveTo>
                <a:cubicBezTo>
                  <a:pt x="986208" y="851979"/>
                  <a:pt x="999801" y="865573"/>
                  <a:pt x="999801" y="882343"/>
                </a:cubicBezTo>
                <a:cubicBezTo>
                  <a:pt x="999801" y="899112"/>
                  <a:pt x="986208" y="912706"/>
                  <a:pt x="969438" y="912706"/>
                </a:cubicBezTo>
                <a:cubicBezTo>
                  <a:pt x="952669" y="912706"/>
                  <a:pt x="939075" y="899112"/>
                  <a:pt x="939075" y="882343"/>
                </a:cubicBezTo>
                <a:cubicBezTo>
                  <a:pt x="939075" y="865573"/>
                  <a:pt x="952669" y="851979"/>
                  <a:pt x="969438" y="851979"/>
                </a:cubicBezTo>
                <a:close/>
                <a:moveTo>
                  <a:pt x="896883" y="851979"/>
                </a:moveTo>
                <a:cubicBezTo>
                  <a:pt x="913653" y="851979"/>
                  <a:pt x="927247" y="865573"/>
                  <a:pt x="927247" y="882343"/>
                </a:cubicBezTo>
                <a:cubicBezTo>
                  <a:pt x="927247" y="899112"/>
                  <a:pt x="913653" y="912706"/>
                  <a:pt x="896883" y="912706"/>
                </a:cubicBezTo>
                <a:cubicBezTo>
                  <a:pt x="880114" y="912706"/>
                  <a:pt x="866520" y="899112"/>
                  <a:pt x="866520" y="882343"/>
                </a:cubicBezTo>
                <a:cubicBezTo>
                  <a:pt x="866520" y="865573"/>
                  <a:pt x="880114" y="851979"/>
                  <a:pt x="896883" y="851979"/>
                </a:cubicBezTo>
                <a:close/>
                <a:moveTo>
                  <a:pt x="824329" y="851979"/>
                </a:moveTo>
                <a:cubicBezTo>
                  <a:pt x="841098" y="851979"/>
                  <a:pt x="854692" y="865573"/>
                  <a:pt x="854692" y="882343"/>
                </a:cubicBezTo>
                <a:cubicBezTo>
                  <a:pt x="854692" y="899112"/>
                  <a:pt x="841098" y="912706"/>
                  <a:pt x="824329" y="912706"/>
                </a:cubicBezTo>
                <a:cubicBezTo>
                  <a:pt x="807559" y="912706"/>
                  <a:pt x="793965" y="899112"/>
                  <a:pt x="793965" y="882343"/>
                </a:cubicBezTo>
                <a:cubicBezTo>
                  <a:pt x="793965" y="865573"/>
                  <a:pt x="807559" y="851979"/>
                  <a:pt x="824329" y="851979"/>
                </a:cubicBezTo>
                <a:close/>
                <a:moveTo>
                  <a:pt x="751774" y="851979"/>
                </a:moveTo>
                <a:cubicBezTo>
                  <a:pt x="768544" y="851979"/>
                  <a:pt x="782138" y="865573"/>
                  <a:pt x="782138" y="882343"/>
                </a:cubicBezTo>
                <a:cubicBezTo>
                  <a:pt x="782138" y="899112"/>
                  <a:pt x="768544" y="912706"/>
                  <a:pt x="751774" y="912706"/>
                </a:cubicBezTo>
                <a:cubicBezTo>
                  <a:pt x="735005" y="912706"/>
                  <a:pt x="721411" y="899112"/>
                  <a:pt x="721411" y="882343"/>
                </a:cubicBezTo>
                <a:cubicBezTo>
                  <a:pt x="721411" y="865573"/>
                  <a:pt x="735005" y="851979"/>
                  <a:pt x="751774" y="851979"/>
                </a:cubicBezTo>
                <a:close/>
                <a:moveTo>
                  <a:pt x="679220" y="851979"/>
                </a:moveTo>
                <a:cubicBezTo>
                  <a:pt x="695989" y="851979"/>
                  <a:pt x="709583" y="865573"/>
                  <a:pt x="709583" y="882343"/>
                </a:cubicBezTo>
                <a:cubicBezTo>
                  <a:pt x="709583" y="899112"/>
                  <a:pt x="695989" y="912706"/>
                  <a:pt x="679220" y="912706"/>
                </a:cubicBezTo>
                <a:cubicBezTo>
                  <a:pt x="662450" y="912706"/>
                  <a:pt x="648856" y="899112"/>
                  <a:pt x="648856" y="882343"/>
                </a:cubicBezTo>
                <a:cubicBezTo>
                  <a:pt x="648856" y="865573"/>
                  <a:pt x="662450" y="851979"/>
                  <a:pt x="679220" y="851979"/>
                </a:cubicBezTo>
                <a:close/>
                <a:moveTo>
                  <a:pt x="606665" y="851979"/>
                </a:moveTo>
                <a:cubicBezTo>
                  <a:pt x="623435" y="851979"/>
                  <a:pt x="637029" y="865573"/>
                  <a:pt x="637029" y="882343"/>
                </a:cubicBezTo>
                <a:cubicBezTo>
                  <a:pt x="637029" y="899112"/>
                  <a:pt x="623435" y="912706"/>
                  <a:pt x="606665" y="912706"/>
                </a:cubicBezTo>
                <a:cubicBezTo>
                  <a:pt x="589896" y="912706"/>
                  <a:pt x="576302" y="899112"/>
                  <a:pt x="576302" y="882343"/>
                </a:cubicBezTo>
                <a:cubicBezTo>
                  <a:pt x="576302" y="865573"/>
                  <a:pt x="589896" y="851979"/>
                  <a:pt x="606665" y="851979"/>
                </a:cubicBezTo>
                <a:close/>
                <a:moveTo>
                  <a:pt x="534111" y="851979"/>
                </a:moveTo>
                <a:cubicBezTo>
                  <a:pt x="550880" y="851979"/>
                  <a:pt x="564474" y="865573"/>
                  <a:pt x="564474" y="882343"/>
                </a:cubicBezTo>
                <a:cubicBezTo>
                  <a:pt x="564474" y="899112"/>
                  <a:pt x="550880" y="912706"/>
                  <a:pt x="534111" y="912706"/>
                </a:cubicBezTo>
                <a:cubicBezTo>
                  <a:pt x="517341" y="912706"/>
                  <a:pt x="503747" y="899112"/>
                  <a:pt x="503747" y="882343"/>
                </a:cubicBezTo>
                <a:cubicBezTo>
                  <a:pt x="503747" y="865573"/>
                  <a:pt x="517341" y="851979"/>
                  <a:pt x="534111" y="851979"/>
                </a:cubicBezTo>
                <a:close/>
                <a:moveTo>
                  <a:pt x="461556" y="851979"/>
                </a:moveTo>
                <a:cubicBezTo>
                  <a:pt x="478326" y="851979"/>
                  <a:pt x="491920" y="865573"/>
                  <a:pt x="491920" y="882343"/>
                </a:cubicBezTo>
                <a:cubicBezTo>
                  <a:pt x="491920" y="899112"/>
                  <a:pt x="478326" y="912706"/>
                  <a:pt x="461556" y="912706"/>
                </a:cubicBezTo>
                <a:cubicBezTo>
                  <a:pt x="444787" y="912706"/>
                  <a:pt x="431192" y="899112"/>
                  <a:pt x="431192" y="882343"/>
                </a:cubicBezTo>
                <a:cubicBezTo>
                  <a:pt x="431192" y="865573"/>
                  <a:pt x="444787" y="851979"/>
                  <a:pt x="461556" y="851979"/>
                </a:cubicBezTo>
                <a:close/>
                <a:moveTo>
                  <a:pt x="389002" y="851979"/>
                </a:moveTo>
                <a:cubicBezTo>
                  <a:pt x="405771" y="851979"/>
                  <a:pt x="419365" y="865573"/>
                  <a:pt x="419365" y="882343"/>
                </a:cubicBezTo>
                <a:cubicBezTo>
                  <a:pt x="419365" y="899112"/>
                  <a:pt x="405771" y="912706"/>
                  <a:pt x="389002" y="912706"/>
                </a:cubicBezTo>
                <a:cubicBezTo>
                  <a:pt x="372232" y="912706"/>
                  <a:pt x="358638" y="899112"/>
                  <a:pt x="358638" y="882343"/>
                </a:cubicBezTo>
                <a:cubicBezTo>
                  <a:pt x="358638" y="865573"/>
                  <a:pt x="372232" y="851979"/>
                  <a:pt x="389002" y="851979"/>
                </a:cubicBezTo>
                <a:close/>
                <a:moveTo>
                  <a:pt x="316447" y="851979"/>
                </a:moveTo>
                <a:cubicBezTo>
                  <a:pt x="333216" y="851979"/>
                  <a:pt x="346810" y="865573"/>
                  <a:pt x="346810" y="882343"/>
                </a:cubicBezTo>
                <a:cubicBezTo>
                  <a:pt x="346810" y="899112"/>
                  <a:pt x="333216" y="912706"/>
                  <a:pt x="316447" y="912706"/>
                </a:cubicBezTo>
                <a:cubicBezTo>
                  <a:pt x="299677" y="912706"/>
                  <a:pt x="286084" y="899112"/>
                  <a:pt x="286084" y="882343"/>
                </a:cubicBezTo>
                <a:cubicBezTo>
                  <a:pt x="286084" y="865573"/>
                  <a:pt x="299677" y="851979"/>
                  <a:pt x="316447" y="851979"/>
                </a:cubicBezTo>
                <a:close/>
                <a:moveTo>
                  <a:pt x="243892" y="851979"/>
                </a:moveTo>
                <a:cubicBezTo>
                  <a:pt x="260662" y="851979"/>
                  <a:pt x="274256" y="865573"/>
                  <a:pt x="274256" y="882343"/>
                </a:cubicBezTo>
                <a:cubicBezTo>
                  <a:pt x="274256" y="899112"/>
                  <a:pt x="260662" y="912706"/>
                  <a:pt x="243892" y="912706"/>
                </a:cubicBezTo>
                <a:cubicBezTo>
                  <a:pt x="227123" y="912706"/>
                  <a:pt x="213529" y="899112"/>
                  <a:pt x="213529" y="882343"/>
                </a:cubicBezTo>
                <a:cubicBezTo>
                  <a:pt x="213529" y="865573"/>
                  <a:pt x="227123" y="851979"/>
                  <a:pt x="243892" y="851979"/>
                </a:cubicBezTo>
                <a:close/>
                <a:moveTo>
                  <a:pt x="171339" y="851979"/>
                </a:moveTo>
                <a:cubicBezTo>
                  <a:pt x="188107" y="851979"/>
                  <a:pt x="201701" y="865573"/>
                  <a:pt x="201701" y="882343"/>
                </a:cubicBezTo>
                <a:cubicBezTo>
                  <a:pt x="201701" y="899112"/>
                  <a:pt x="188107" y="912706"/>
                  <a:pt x="171339" y="912706"/>
                </a:cubicBezTo>
                <a:cubicBezTo>
                  <a:pt x="154651" y="912706"/>
                  <a:pt x="141056" y="899112"/>
                  <a:pt x="141056" y="882343"/>
                </a:cubicBezTo>
                <a:cubicBezTo>
                  <a:pt x="141056" y="865573"/>
                  <a:pt x="154651" y="851979"/>
                  <a:pt x="171339" y="851979"/>
                </a:cubicBezTo>
                <a:close/>
                <a:moveTo>
                  <a:pt x="98877" y="851979"/>
                </a:moveTo>
                <a:cubicBezTo>
                  <a:pt x="115640" y="851979"/>
                  <a:pt x="129234" y="865573"/>
                  <a:pt x="129234" y="882343"/>
                </a:cubicBezTo>
                <a:cubicBezTo>
                  <a:pt x="129234" y="899112"/>
                  <a:pt x="115640" y="912706"/>
                  <a:pt x="98877" y="912706"/>
                </a:cubicBezTo>
                <a:cubicBezTo>
                  <a:pt x="82106" y="912706"/>
                  <a:pt x="68511" y="899112"/>
                  <a:pt x="68511" y="882343"/>
                </a:cubicBezTo>
                <a:cubicBezTo>
                  <a:pt x="68511" y="865573"/>
                  <a:pt x="82106" y="851979"/>
                  <a:pt x="98877" y="851979"/>
                </a:cubicBezTo>
                <a:close/>
                <a:moveTo>
                  <a:pt x="26322" y="851979"/>
                </a:moveTo>
                <a:cubicBezTo>
                  <a:pt x="43087" y="851979"/>
                  <a:pt x="56682" y="865573"/>
                  <a:pt x="56682" y="882343"/>
                </a:cubicBezTo>
                <a:cubicBezTo>
                  <a:pt x="56682" y="899112"/>
                  <a:pt x="43087" y="912706"/>
                  <a:pt x="26322" y="912706"/>
                </a:cubicBezTo>
                <a:cubicBezTo>
                  <a:pt x="17937" y="912706"/>
                  <a:pt x="10346" y="909308"/>
                  <a:pt x="4851" y="903813"/>
                </a:cubicBezTo>
                <a:lnTo>
                  <a:pt x="0" y="892101"/>
                </a:lnTo>
                <a:lnTo>
                  <a:pt x="0" y="872585"/>
                </a:lnTo>
                <a:lnTo>
                  <a:pt x="4851" y="860872"/>
                </a:lnTo>
                <a:cubicBezTo>
                  <a:pt x="10346" y="855378"/>
                  <a:pt x="17937" y="851979"/>
                  <a:pt x="26322" y="851979"/>
                </a:cubicBezTo>
                <a:close/>
                <a:moveTo>
                  <a:pt x="1622429" y="771528"/>
                </a:moveTo>
                <a:lnTo>
                  <a:pt x="1633158" y="773694"/>
                </a:lnTo>
                <a:lnTo>
                  <a:pt x="1618313" y="831424"/>
                </a:lnTo>
                <a:lnTo>
                  <a:pt x="1610610" y="829868"/>
                </a:lnTo>
                <a:cubicBezTo>
                  <a:pt x="1599712" y="825259"/>
                  <a:pt x="1592066" y="814469"/>
                  <a:pt x="1592066" y="801891"/>
                </a:cubicBezTo>
                <a:cubicBezTo>
                  <a:pt x="1592066" y="785122"/>
                  <a:pt x="1605659" y="771528"/>
                  <a:pt x="1622429" y="771528"/>
                </a:cubicBezTo>
                <a:close/>
                <a:moveTo>
                  <a:pt x="1549874" y="771528"/>
                </a:moveTo>
                <a:cubicBezTo>
                  <a:pt x="1566644" y="771528"/>
                  <a:pt x="1580238" y="785122"/>
                  <a:pt x="1580238" y="801891"/>
                </a:cubicBezTo>
                <a:cubicBezTo>
                  <a:pt x="1580238" y="818661"/>
                  <a:pt x="1566644" y="832255"/>
                  <a:pt x="1549874" y="832255"/>
                </a:cubicBezTo>
                <a:cubicBezTo>
                  <a:pt x="1533105" y="832255"/>
                  <a:pt x="1519511" y="818661"/>
                  <a:pt x="1519511" y="801891"/>
                </a:cubicBezTo>
                <a:cubicBezTo>
                  <a:pt x="1519511" y="785122"/>
                  <a:pt x="1533105" y="771528"/>
                  <a:pt x="1549874" y="771528"/>
                </a:cubicBezTo>
                <a:close/>
                <a:moveTo>
                  <a:pt x="1477320" y="771528"/>
                </a:moveTo>
                <a:cubicBezTo>
                  <a:pt x="1494089" y="771528"/>
                  <a:pt x="1507683" y="785122"/>
                  <a:pt x="1507683" y="801891"/>
                </a:cubicBezTo>
                <a:cubicBezTo>
                  <a:pt x="1507683" y="818661"/>
                  <a:pt x="1494089" y="832255"/>
                  <a:pt x="1477320" y="832255"/>
                </a:cubicBezTo>
                <a:cubicBezTo>
                  <a:pt x="1460550" y="832255"/>
                  <a:pt x="1446956" y="818661"/>
                  <a:pt x="1446956" y="801891"/>
                </a:cubicBezTo>
                <a:cubicBezTo>
                  <a:pt x="1446956" y="785122"/>
                  <a:pt x="1460550" y="771528"/>
                  <a:pt x="1477320" y="771528"/>
                </a:cubicBezTo>
                <a:close/>
                <a:moveTo>
                  <a:pt x="1404765" y="771528"/>
                </a:moveTo>
                <a:cubicBezTo>
                  <a:pt x="1421535" y="771528"/>
                  <a:pt x="1435129" y="785122"/>
                  <a:pt x="1435129" y="801891"/>
                </a:cubicBezTo>
                <a:cubicBezTo>
                  <a:pt x="1435129" y="818661"/>
                  <a:pt x="1421535" y="832255"/>
                  <a:pt x="1404765" y="832255"/>
                </a:cubicBezTo>
                <a:cubicBezTo>
                  <a:pt x="1387996" y="832255"/>
                  <a:pt x="1374402" y="818661"/>
                  <a:pt x="1374402" y="801891"/>
                </a:cubicBezTo>
                <a:cubicBezTo>
                  <a:pt x="1374402" y="785122"/>
                  <a:pt x="1387996" y="771528"/>
                  <a:pt x="1404765" y="771528"/>
                </a:cubicBezTo>
                <a:close/>
                <a:moveTo>
                  <a:pt x="1332211" y="771528"/>
                </a:moveTo>
                <a:cubicBezTo>
                  <a:pt x="1348980" y="771528"/>
                  <a:pt x="1362574" y="785122"/>
                  <a:pt x="1362574" y="801891"/>
                </a:cubicBezTo>
                <a:cubicBezTo>
                  <a:pt x="1362574" y="818661"/>
                  <a:pt x="1348980" y="832255"/>
                  <a:pt x="1332211" y="832255"/>
                </a:cubicBezTo>
                <a:cubicBezTo>
                  <a:pt x="1315441" y="832255"/>
                  <a:pt x="1301847" y="818661"/>
                  <a:pt x="1301847" y="801891"/>
                </a:cubicBezTo>
                <a:cubicBezTo>
                  <a:pt x="1301847" y="785122"/>
                  <a:pt x="1315441" y="771528"/>
                  <a:pt x="1332211" y="771528"/>
                </a:cubicBezTo>
                <a:close/>
                <a:moveTo>
                  <a:pt x="1259656" y="771528"/>
                </a:moveTo>
                <a:cubicBezTo>
                  <a:pt x="1276426" y="771528"/>
                  <a:pt x="1290020" y="785122"/>
                  <a:pt x="1290020" y="801891"/>
                </a:cubicBezTo>
                <a:cubicBezTo>
                  <a:pt x="1290020" y="818661"/>
                  <a:pt x="1276426" y="832255"/>
                  <a:pt x="1259656" y="832255"/>
                </a:cubicBezTo>
                <a:cubicBezTo>
                  <a:pt x="1242887" y="832255"/>
                  <a:pt x="1229293" y="818661"/>
                  <a:pt x="1229293" y="801891"/>
                </a:cubicBezTo>
                <a:cubicBezTo>
                  <a:pt x="1229293" y="785122"/>
                  <a:pt x="1242887" y="771528"/>
                  <a:pt x="1259656" y="771528"/>
                </a:cubicBezTo>
                <a:close/>
                <a:moveTo>
                  <a:pt x="1187102" y="771528"/>
                </a:moveTo>
                <a:cubicBezTo>
                  <a:pt x="1203871" y="771528"/>
                  <a:pt x="1217465" y="785122"/>
                  <a:pt x="1217465" y="801891"/>
                </a:cubicBezTo>
                <a:cubicBezTo>
                  <a:pt x="1217465" y="818661"/>
                  <a:pt x="1203871" y="832255"/>
                  <a:pt x="1187102" y="832255"/>
                </a:cubicBezTo>
                <a:cubicBezTo>
                  <a:pt x="1170332" y="832255"/>
                  <a:pt x="1156738" y="818661"/>
                  <a:pt x="1156738" y="801891"/>
                </a:cubicBezTo>
                <a:cubicBezTo>
                  <a:pt x="1156738" y="785122"/>
                  <a:pt x="1170332" y="771528"/>
                  <a:pt x="1187102" y="771528"/>
                </a:cubicBezTo>
                <a:close/>
                <a:moveTo>
                  <a:pt x="1114547" y="771528"/>
                </a:moveTo>
                <a:cubicBezTo>
                  <a:pt x="1131317" y="771528"/>
                  <a:pt x="1144911" y="785122"/>
                  <a:pt x="1144911" y="801891"/>
                </a:cubicBezTo>
                <a:cubicBezTo>
                  <a:pt x="1144911" y="818661"/>
                  <a:pt x="1131317" y="832255"/>
                  <a:pt x="1114547" y="832255"/>
                </a:cubicBezTo>
                <a:cubicBezTo>
                  <a:pt x="1097778" y="832255"/>
                  <a:pt x="1084184" y="818661"/>
                  <a:pt x="1084184" y="801891"/>
                </a:cubicBezTo>
                <a:cubicBezTo>
                  <a:pt x="1084184" y="785122"/>
                  <a:pt x="1097778" y="771528"/>
                  <a:pt x="1114547" y="771528"/>
                </a:cubicBezTo>
                <a:close/>
                <a:moveTo>
                  <a:pt x="1041993" y="771528"/>
                </a:moveTo>
                <a:cubicBezTo>
                  <a:pt x="1058762" y="771528"/>
                  <a:pt x="1072356" y="785122"/>
                  <a:pt x="1072356" y="801891"/>
                </a:cubicBezTo>
                <a:cubicBezTo>
                  <a:pt x="1072356" y="818661"/>
                  <a:pt x="1058762" y="832255"/>
                  <a:pt x="1041993" y="832255"/>
                </a:cubicBezTo>
                <a:cubicBezTo>
                  <a:pt x="1025223" y="832255"/>
                  <a:pt x="1011629" y="818661"/>
                  <a:pt x="1011629" y="801891"/>
                </a:cubicBezTo>
                <a:cubicBezTo>
                  <a:pt x="1011629" y="785122"/>
                  <a:pt x="1025223" y="771528"/>
                  <a:pt x="1041993" y="771528"/>
                </a:cubicBezTo>
                <a:close/>
                <a:moveTo>
                  <a:pt x="969438" y="771528"/>
                </a:moveTo>
                <a:cubicBezTo>
                  <a:pt x="986208" y="771528"/>
                  <a:pt x="999801" y="785122"/>
                  <a:pt x="999801" y="801891"/>
                </a:cubicBezTo>
                <a:cubicBezTo>
                  <a:pt x="999801" y="818661"/>
                  <a:pt x="986208" y="832255"/>
                  <a:pt x="969438" y="832255"/>
                </a:cubicBezTo>
                <a:cubicBezTo>
                  <a:pt x="952669" y="832255"/>
                  <a:pt x="939075" y="818661"/>
                  <a:pt x="939075" y="801891"/>
                </a:cubicBezTo>
                <a:cubicBezTo>
                  <a:pt x="939075" y="785122"/>
                  <a:pt x="952669" y="771528"/>
                  <a:pt x="969438" y="771528"/>
                </a:cubicBezTo>
                <a:close/>
                <a:moveTo>
                  <a:pt x="896883" y="771528"/>
                </a:moveTo>
                <a:cubicBezTo>
                  <a:pt x="913653" y="771528"/>
                  <a:pt x="927247" y="785122"/>
                  <a:pt x="927247" y="801891"/>
                </a:cubicBezTo>
                <a:cubicBezTo>
                  <a:pt x="927247" y="818661"/>
                  <a:pt x="913653" y="832255"/>
                  <a:pt x="896883" y="832255"/>
                </a:cubicBezTo>
                <a:cubicBezTo>
                  <a:pt x="880114" y="832255"/>
                  <a:pt x="866520" y="818661"/>
                  <a:pt x="866520" y="801891"/>
                </a:cubicBezTo>
                <a:cubicBezTo>
                  <a:pt x="866520" y="785122"/>
                  <a:pt x="880114" y="771528"/>
                  <a:pt x="896883" y="771528"/>
                </a:cubicBezTo>
                <a:close/>
                <a:moveTo>
                  <a:pt x="824329" y="771528"/>
                </a:moveTo>
                <a:cubicBezTo>
                  <a:pt x="841098" y="771528"/>
                  <a:pt x="854692" y="785122"/>
                  <a:pt x="854692" y="801891"/>
                </a:cubicBezTo>
                <a:cubicBezTo>
                  <a:pt x="854692" y="818661"/>
                  <a:pt x="841098" y="832255"/>
                  <a:pt x="824329" y="832255"/>
                </a:cubicBezTo>
                <a:cubicBezTo>
                  <a:pt x="807559" y="832255"/>
                  <a:pt x="793965" y="818661"/>
                  <a:pt x="793965" y="801891"/>
                </a:cubicBezTo>
                <a:cubicBezTo>
                  <a:pt x="793965" y="785122"/>
                  <a:pt x="807559" y="771528"/>
                  <a:pt x="824329" y="771528"/>
                </a:cubicBezTo>
                <a:close/>
                <a:moveTo>
                  <a:pt x="751774" y="771528"/>
                </a:moveTo>
                <a:cubicBezTo>
                  <a:pt x="768544" y="771528"/>
                  <a:pt x="782138" y="785122"/>
                  <a:pt x="782138" y="801891"/>
                </a:cubicBezTo>
                <a:cubicBezTo>
                  <a:pt x="782138" y="818661"/>
                  <a:pt x="768544" y="832255"/>
                  <a:pt x="751774" y="832255"/>
                </a:cubicBezTo>
                <a:cubicBezTo>
                  <a:pt x="735005" y="832255"/>
                  <a:pt x="721411" y="818661"/>
                  <a:pt x="721411" y="801891"/>
                </a:cubicBezTo>
                <a:cubicBezTo>
                  <a:pt x="721411" y="785122"/>
                  <a:pt x="735005" y="771528"/>
                  <a:pt x="751774" y="771528"/>
                </a:cubicBezTo>
                <a:close/>
                <a:moveTo>
                  <a:pt x="679220" y="771528"/>
                </a:moveTo>
                <a:cubicBezTo>
                  <a:pt x="695989" y="771528"/>
                  <a:pt x="709583" y="785122"/>
                  <a:pt x="709583" y="801891"/>
                </a:cubicBezTo>
                <a:cubicBezTo>
                  <a:pt x="709583" y="818661"/>
                  <a:pt x="695989" y="832255"/>
                  <a:pt x="679220" y="832255"/>
                </a:cubicBezTo>
                <a:cubicBezTo>
                  <a:pt x="662450" y="832255"/>
                  <a:pt x="648856" y="818661"/>
                  <a:pt x="648856" y="801891"/>
                </a:cubicBezTo>
                <a:cubicBezTo>
                  <a:pt x="648856" y="785122"/>
                  <a:pt x="662450" y="771528"/>
                  <a:pt x="679220" y="771528"/>
                </a:cubicBezTo>
                <a:close/>
                <a:moveTo>
                  <a:pt x="606665" y="771528"/>
                </a:moveTo>
                <a:cubicBezTo>
                  <a:pt x="623435" y="771528"/>
                  <a:pt x="637029" y="785122"/>
                  <a:pt x="637029" y="801891"/>
                </a:cubicBezTo>
                <a:cubicBezTo>
                  <a:pt x="637029" y="818661"/>
                  <a:pt x="623435" y="832255"/>
                  <a:pt x="606665" y="832255"/>
                </a:cubicBezTo>
                <a:cubicBezTo>
                  <a:pt x="589896" y="832255"/>
                  <a:pt x="576302" y="818661"/>
                  <a:pt x="576302" y="801891"/>
                </a:cubicBezTo>
                <a:cubicBezTo>
                  <a:pt x="576302" y="785122"/>
                  <a:pt x="589896" y="771528"/>
                  <a:pt x="606665" y="771528"/>
                </a:cubicBezTo>
                <a:close/>
                <a:moveTo>
                  <a:pt x="534111" y="771528"/>
                </a:moveTo>
                <a:cubicBezTo>
                  <a:pt x="550880" y="771528"/>
                  <a:pt x="564474" y="785122"/>
                  <a:pt x="564474" y="801891"/>
                </a:cubicBezTo>
                <a:cubicBezTo>
                  <a:pt x="564474" y="818661"/>
                  <a:pt x="550880" y="832255"/>
                  <a:pt x="534111" y="832255"/>
                </a:cubicBezTo>
                <a:cubicBezTo>
                  <a:pt x="517341" y="832255"/>
                  <a:pt x="503747" y="818661"/>
                  <a:pt x="503747" y="801891"/>
                </a:cubicBezTo>
                <a:cubicBezTo>
                  <a:pt x="503747" y="785122"/>
                  <a:pt x="517341" y="771528"/>
                  <a:pt x="534111" y="771528"/>
                </a:cubicBezTo>
                <a:close/>
                <a:moveTo>
                  <a:pt x="461556" y="771528"/>
                </a:moveTo>
                <a:cubicBezTo>
                  <a:pt x="478326" y="771528"/>
                  <a:pt x="491920" y="785122"/>
                  <a:pt x="491920" y="801891"/>
                </a:cubicBezTo>
                <a:cubicBezTo>
                  <a:pt x="491920" y="818661"/>
                  <a:pt x="478326" y="832255"/>
                  <a:pt x="461556" y="832255"/>
                </a:cubicBezTo>
                <a:cubicBezTo>
                  <a:pt x="444787" y="832255"/>
                  <a:pt x="431192" y="818661"/>
                  <a:pt x="431192" y="801891"/>
                </a:cubicBezTo>
                <a:cubicBezTo>
                  <a:pt x="431192" y="785122"/>
                  <a:pt x="444787" y="771528"/>
                  <a:pt x="461556" y="771528"/>
                </a:cubicBezTo>
                <a:close/>
                <a:moveTo>
                  <a:pt x="389002" y="771528"/>
                </a:moveTo>
                <a:cubicBezTo>
                  <a:pt x="405771" y="771528"/>
                  <a:pt x="419365" y="785122"/>
                  <a:pt x="419365" y="801891"/>
                </a:cubicBezTo>
                <a:cubicBezTo>
                  <a:pt x="419365" y="818661"/>
                  <a:pt x="405771" y="832255"/>
                  <a:pt x="389002" y="832255"/>
                </a:cubicBezTo>
                <a:cubicBezTo>
                  <a:pt x="372232" y="832255"/>
                  <a:pt x="358638" y="818661"/>
                  <a:pt x="358638" y="801891"/>
                </a:cubicBezTo>
                <a:cubicBezTo>
                  <a:pt x="358638" y="785122"/>
                  <a:pt x="372232" y="771528"/>
                  <a:pt x="389002" y="771528"/>
                </a:cubicBezTo>
                <a:close/>
                <a:moveTo>
                  <a:pt x="316447" y="771528"/>
                </a:moveTo>
                <a:cubicBezTo>
                  <a:pt x="333216" y="771528"/>
                  <a:pt x="346810" y="785122"/>
                  <a:pt x="346810" y="801891"/>
                </a:cubicBezTo>
                <a:cubicBezTo>
                  <a:pt x="346810" y="818661"/>
                  <a:pt x="333216" y="832255"/>
                  <a:pt x="316447" y="832255"/>
                </a:cubicBezTo>
                <a:cubicBezTo>
                  <a:pt x="299677" y="832255"/>
                  <a:pt x="286084" y="818661"/>
                  <a:pt x="286084" y="801891"/>
                </a:cubicBezTo>
                <a:cubicBezTo>
                  <a:pt x="286084" y="785122"/>
                  <a:pt x="299677" y="771528"/>
                  <a:pt x="316447" y="771528"/>
                </a:cubicBezTo>
                <a:close/>
                <a:moveTo>
                  <a:pt x="243892" y="771528"/>
                </a:moveTo>
                <a:cubicBezTo>
                  <a:pt x="260662" y="771528"/>
                  <a:pt x="274256" y="785122"/>
                  <a:pt x="274256" y="801891"/>
                </a:cubicBezTo>
                <a:cubicBezTo>
                  <a:pt x="274256" y="818661"/>
                  <a:pt x="260662" y="832255"/>
                  <a:pt x="243892" y="832255"/>
                </a:cubicBezTo>
                <a:cubicBezTo>
                  <a:pt x="227123" y="832255"/>
                  <a:pt x="213529" y="818661"/>
                  <a:pt x="213529" y="801891"/>
                </a:cubicBezTo>
                <a:cubicBezTo>
                  <a:pt x="213529" y="785122"/>
                  <a:pt x="227123" y="771528"/>
                  <a:pt x="243892" y="771528"/>
                </a:cubicBezTo>
                <a:close/>
                <a:moveTo>
                  <a:pt x="171339" y="771528"/>
                </a:moveTo>
                <a:cubicBezTo>
                  <a:pt x="188107" y="771528"/>
                  <a:pt x="201701" y="785122"/>
                  <a:pt x="201701" y="801891"/>
                </a:cubicBezTo>
                <a:cubicBezTo>
                  <a:pt x="201701" y="818661"/>
                  <a:pt x="188107" y="832255"/>
                  <a:pt x="171339" y="832255"/>
                </a:cubicBezTo>
                <a:cubicBezTo>
                  <a:pt x="154656" y="832255"/>
                  <a:pt x="141062" y="818661"/>
                  <a:pt x="141062" y="801891"/>
                </a:cubicBezTo>
                <a:cubicBezTo>
                  <a:pt x="141062" y="785122"/>
                  <a:pt x="154656" y="771528"/>
                  <a:pt x="171339" y="771528"/>
                </a:cubicBezTo>
                <a:close/>
                <a:moveTo>
                  <a:pt x="98884" y="771528"/>
                </a:moveTo>
                <a:cubicBezTo>
                  <a:pt x="115646" y="771528"/>
                  <a:pt x="129240" y="785122"/>
                  <a:pt x="129240" y="801891"/>
                </a:cubicBezTo>
                <a:cubicBezTo>
                  <a:pt x="129240" y="818661"/>
                  <a:pt x="115646" y="832255"/>
                  <a:pt x="98884" y="832255"/>
                </a:cubicBezTo>
                <a:cubicBezTo>
                  <a:pt x="82112" y="832255"/>
                  <a:pt x="68517" y="818661"/>
                  <a:pt x="68517" y="801891"/>
                </a:cubicBezTo>
                <a:cubicBezTo>
                  <a:pt x="68517" y="785122"/>
                  <a:pt x="82112" y="771528"/>
                  <a:pt x="98884" y="771528"/>
                </a:cubicBezTo>
                <a:close/>
                <a:moveTo>
                  <a:pt x="26329" y="771528"/>
                </a:moveTo>
                <a:cubicBezTo>
                  <a:pt x="43093" y="771528"/>
                  <a:pt x="56688" y="785122"/>
                  <a:pt x="56688" y="801891"/>
                </a:cubicBezTo>
                <a:cubicBezTo>
                  <a:pt x="56688" y="818661"/>
                  <a:pt x="43093" y="832255"/>
                  <a:pt x="26329" y="832255"/>
                </a:cubicBezTo>
                <a:cubicBezTo>
                  <a:pt x="17944" y="832255"/>
                  <a:pt x="10353" y="828857"/>
                  <a:pt x="4858" y="823362"/>
                </a:cubicBezTo>
                <a:lnTo>
                  <a:pt x="0" y="811633"/>
                </a:lnTo>
                <a:lnTo>
                  <a:pt x="0" y="792150"/>
                </a:lnTo>
                <a:lnTo>
                  <a:pt x="4858" y="780421"/>
                </a:lnTo>
                <a:cubicBezTo>
                  <a:pt x="10353" y="774927"/>
                  <a:pt x="17944" y="771528"/>
                  <a:pt x="26329" y="771528"/>
                </a:cubicBezTo>
                <a:close/>
                <a:moveTo>
                  <a:pt x="1622429" y="691076"/>
                </a:moveTo>
                <a:cubicBezTo>
                  <a:pt x="1630814" y="691076"/>
                  <a:pt x="1638404" y="694475"/>
                  <a:pt x="1643899" y="699969"/>
                </a:cubicBezTo>
                <a:lnTo>
                  <a:pt x="1647739" y="709237"/>
                </a:lnTo>
                <a:lnTo>
                  <a:pt x="1644828" y="728305"/>
                </a:lnTo>
                <a:lnTo>
                  <a:pt x="1640480" y="745215"/>
                </a:lnTo>
                <a:lnTo>
                  <a:pt x="1634248" y="749417"/>
                </a:lnTo>
                <a:cubicBezTo>
                  <a:pt x="1630615" y="750953"/>
                  <a:pt x="1626621" y="751803"/>
                  <a:pt x="1622429" y="751803"/>
                </a:cubicBezTo>
                <a:cubicBezTo>
                  <a:pt x="1605659" y="751803"/>
                  <a:pt x="1592066" y="738209"/>
                  <a:pt x="1592066" y="721440"/>
                </a:cubicBezTo>
                <a:cubicBezTo>
                  <a:pt x="1592066" y="704670"/>
                  <a:pt x="1605659" y="691076"/>
                  <a:pt x="1622429" y="691076"/>
                </a:cubicBezTo>
                <a:close/>
                <a:moveTo>
                  <a:pt x="1549874" y="691076"/>
                </a:moveTo>
                <a:cubicBezTo>
                  <a:pt x="1566644" y="691076"/>
                  <a:pt x="1580238" y="704670"/>
                  <a:pt x="1580238" y="721440"/>
                </a:cubicBezTo>
                <a:cubicBezTo>
                  <a:pt x="1580238" y="738209"/>
                  <a:pt x="1566644" y="751803"/>
                  <a:pt x="1549874" y="751803"/>
                </a:cubicBezTo>
                <a:cubicBezTo>
                  <a:pt x="1533105" y="751803"/>
                  <a:pt x="1519511" y="738209"/>
                  <a:pt x="1519511" y="721440"/>
                </a:cubicBezTo>
                <a:cubicBezTo>
                  <a:pt x="1519511" y="704670"/>
                  <a:pt x="1533105" y="691076"/>
                  <a:pt x="1549874" y="691076"/>
                </a:cubicBezTo>
                <a:close/>
                <a:moveTo>
                  <a:pt x="1477320" y="691076"/>
                </a:moveTo>
                <a:cubicBezTo>
                  <a:pt x="1494089" y="691076"/>
                  <a:pt x="1507683" y="704670"/>
                  <a:pt x="1507683" y="721440"/>
                </a:cubicBezTo>
                <a:cubicBezTo>
                  <a:pt x="1507683" y="738209"/>
                  <a:pt x="1494089" y="751803"/>
                  <a:pt x="1477320" y="751803"/>
                </a:cubicBezTo>
                <a:cubicBezTo>
                  <a:pt x="1460550" y="751803"/>
                  <a:pt x="1446956" y="738209"/>
                  <a:pt x="1446956" y="721440"/>
                </a:cubicBezTo>
                <a:cubicBezTo>
                  <a:pt x="1446956" y="704670"/>
                  <a:pt x="1460550" y="691076"/>
                  <a:pt x="1477320" y="691076"/>
                </a:cubicBezTo>
                <a:close/>
                <a:moveTo>
                  <a:pt x="1404765" y="691076"/>
                </a:moveTo>
                <a:cubicBezTo>
                  <a:pt x="1421535" y="691076"/>
                  <a:pt x="1435129" y="704670"/>
                  <a:pt x="1435129" y="721440"/>
                </a:cubicBezTo>
                <a:cubicBezTo>
                  <a:pt x="1435129" y="738209"/>
                  <a:pt x="1421535" y="751803"/>
                  <a:pt x="1404765" y="751803"/>
                </a:cubicBezTo>
                <a:cubicBezTo>
                  <a:pt x="1387996" y="751803"/>
                  <a:pt x="1374402" y="738209"/>
                  <a:pt x="1374402" y="721440"/>
                </a:cubicBezTo>
                <a:cubicBezTo>
                  <a:pt x="1374402" y="704670"/>
                  <a:pt x="1387996" y="691076"/>
                  <a:pt x="1404765" y="691076"/>
                </a:cubicBezTo>
                <a:close/>
                <a:moveTo>
                  <a:pt x="1332211" y="691076"/>
                </a:moveTo>
                <a:cubicBezTo>
                  <a:pt x="1348980" y="691076"/>
                  <a:pt x="1362574" y="704670"/>
                  <a:pt x="1362574" y="721440"/>
                </a:cubicBezTo>
                <a:cubicBezTo>
                  <a:pt x="1362574" y="738209"/>
                  <a:pt x="1348980" y="751803"/>
                  <a:pt x="1332211" y="751803"/>
                </a:cubicBezTo>
                <a:cubicBezTo>
                  <a:pt x="1315441" y="751803"/>
                  <a:pt x="1301847" y="738209"/>
                  <a:pt x="1301847" y="721440"/>
                </a:cubicBezTo>
                <a:cubicBezTo>
                  <a:pt x="1301847" y="704670"/>
                  <a:pt x="1315441" y="691076"/>
                  <a:pt x="1332211" y="691076"/>
                </a:cubicBezTo>
                <a:close/>
                <a:moveTo>
                  <a:pt x="1259656" y="691076"/>
                </a:moveTo>
                <a:cubicBezTo>
                  <a:pt x="1276426" y="691076"/>
                  <a:pt x="1290020" y="704670"/>
                  <a:pt x="1290020" y="721440"/>
                </a:cubicBezTo>
                <a:cubicBezTo>
                  <a:pt x="1290020" y="738209"/>
                  <a:pt x="1276426" y="751803"/>
                  <a:pt x="1259656" y="751803"/>
                </a:cubicBezTo>
                <a:cubicBezTo>
                  <a:pt x="1242887" y="751803"/>
                  <a:pt x="1229293" y="738209"/>
                  <a:pt x="1229293" y="721440"/>
                </a:cubicBezTo>
                <a:cubicBezTo>
                  <a:pt x="1229293" y="704670"/>
                  <a:pt x="1242887" y="691076"/>
                  <a:pt x="1259656" y="691076"/>
                </a:cubicBezTo>
                <a:close/>
                <a:moveTo>
                  <a:pt x="1187102" y="691076"/>
                </a:moveTo>
                <a:cubicBezTo>
                  <a:pt x="1203871" y="691076"/>
                  <a:pt x="1217465" y="704670"/>
                  <a:pt x="1217465" y="721440"/>
                </a:cubicBezTo>
                <a:cubicBezTo>
                  <a:pt x="1217465" y="738209"/>
                  <a:pt x="1203871" y="751803"/>
                  <a:pt x="1187102" y="751803"/>
                </a:cubicBezTo>
                <a:cubicBezTo>
                  <a:pt x="1170332" y="751803"/>
                  <a:pt x="1156738" y="738209"/>
                  <a:pt x="1156738" y="721440"/>
                </a:cubicBezTo>
                <a:cubicBezTo>
                  <a:pt x="1156738" y="704670"/>
                  <a:pt x="1170332" y="691076"/>
                  <a:pt x="1187102" y="691076"/>
                </a:cubicBezTo>
                <a:close/>
                <a:moveTo>
                  <a:pt x="1114547" y="691076"/>
                </a:moveTo>
                <a:cubicBezTo>
                  <a:pt x="1131317" y="691076"/>
                  <a:pt x="1144911" y="704670"/>
                  <a:pt x="1144911" y="721440"/>
                </a:cubicBezTo>
                <a:cubicBezTo>
                  <a:pt x="1144911" y="738209"/>
                  <a:pt x="1131317" y="751803"/>
                  <a:pt x="1114547" y="751803"/>
                </a:cubicBezTo>
                <a:cubicBezTo>
                  <a:pt x="1097778" y="751803"/>
                  <a:pt x="1084184" y="738209"/>
                  <a:pt x="1084184" y="721440"/>
                </a:cubicBezTo>
                <a:cubicBezTo>
                  <a:pt x="1084184" y="704670"/>
                  <a:pt x="1097778" y="691076"/>
                  <a:pt x="1114547" y="691076"/>
                </a:cubicBezTo>
                <a:close/>
                <a:moveTo>
                  <a:pt x="1041993" y="691076"/>
                </a:moveTo>
                <a:cubicBezTo>
                  <a:pt x="1058762" y="691076"/>
                  <a:pt x="1072356" y="704670"/>
                  <a:pt x="1072356" y="721440"/>
                </a:cubicBezTo>
                <a:cubicBezTo>
                  <a:pt x="1072356" y="738209"/>
                  <a:pt x="1058762" y="751803"/>
                  <a:pt x="1041993" y="751803"/>
                </a:cubicBezTo>
                <a:cubicBezTo>
                  <a:pt x="1025223" y="751803"/>
                  <a:pt x="1011629" y="738209"/>
                  <a:pt x="1011629" y="721440"/>
                </a:cubicBezTo>
                <a:cubicBezTo>
                  <a:pt x="1011629" y="704670"/>
                  <a:pt x="1025223" y="691076"/>
                  <a:pt x="1041993" y="691076"/>
                </a:cubicBezTo>
                <a:close/>
                <a:moveTo>
                  <a:pt x="969438" y="691076"/>
                </a:moveTo>
                <a:cubicBezTo>
                  <a:pt x="986208" y="691076"/>
                  <a:pt x="999801" y="704670"/>
                  <a:pt x="999801" y="721440"/>
                </a:cubicBezTo>
                <a:cubicBezTo>
                  <a:pt x="999801" y="738209"/>
                  <a:pt x="986208" y="751803"/>
                  <a:pt x="969438" y="751803"/>
                </a:cubicBezTo>
                <a:cubicBezTo>
                  <a:pt x="952669" y="751803"/>
                  <a:pt x="939075" y="738209"/>
                  <a:pt x="939075" y="721440"/>
                </a:cubicBezTo>
                <a:cubicBezTo>
                  <a:pt x="939075" y="704670"/>
                  <a:pt x="952669" y="691076"/>
                  <a:pt x="969438" y="691076"/>
                </a:cubicBezTo>
                <a:close/>
                <a:moveTo>
                  <a:pt x="896883" y="691076"/>
                </a:moveTo>
                <a:cubicBezTo>
                  <a:pt x="913653" y="691076"/>
                  <a:pt x="927247" y="704670"/>
                  <a:pt x="927247" y="721440"/>
                </a:cubicBezTo>
                <a:cubicBezTo>
                  <a:pt x="927247" y="738209"/>
                  <a:pt x="913653" y="751803"/>
                  <a:pt x="896883" y="751803"/>
                </a:cubicBezTo>
                <a:cubicBezTo>
                  <a:pt x="880114" y="751803"/>
                  <a:pt x="866520" y="738209"/>
                  <a:pt x="866520" y="721440"/>
                </a:cubicBezTo>
                <a:cubicBezTo>
                  <a:pt x="866520" y="704670"/>
                  <a:pt x="880114" y="691076"/>
                  <a:pt x="896883" y="691076"/>
                </a:cubicBezTo>
                <a:close/>
                <a:moveTo>
                  <a:pt x="824329" y="691076"/>
                </a:moveTo>
                <a:cubicBezTo>
                  <a:pt x="841098" y="691076"/>
                  <a:pt x="854692" y="704670"/>
                  <a:pt x="854692" y="721440"/>
                </a:cubicBezTo>
                <a:cubicBezTo>
                  <a:pt x="854692" y="738209"/>
                  <a:pt x="841098" y="751803"/>
                  <a:pt x="824329" y="751803"/>
                </a:cubicBezTo>
                <a:cubicBezTo>
                  <a:pt x="807559" y="751803"/>
                  <a:pt x="793965" y="738209"/>
                  <a:pt x="793965" y="721440"/>
                </a:cubicBezTo>
                <a:cubicBezTo>
                  <a:pt x="793965" y="704670"/>
                  <a:pt x="807559" y="691076"/>
                  <a:pt x="824329" y="691076"/>
                </a:cubicBezTo>
                <a:close/>
                <a:moveTo>
                  <a:pt x="751774" y="691076"/>
                </a:moveTo>
                <a:cubicBezTo>
                  <a:pt x="768544" y="691076"/>
                  <a:pt x="782138" y="704670"/>
                  <a:pt x="782138" y="721440"/>
                </a:cubicBezTo>
                <a:cubicBezTo>
                  <a:pt x="782138" y="738209"/>
                  <a:pt x="768544" y="751803"/>
                  <a:pt x="751774" y="751803"/>
                </a:cubicBezTo>
                <a:cubicBezTo>
                  <a:pt x="735005" y="751803"/>
                  <a:pt x="721411" y="738209"/>
                  <a:pt x="721411" y="721440"/>
                </a:cubicBezTo>
                <a:cubicBezTo>
                  <a:pt x="721411" y="704670"/>
                  <a:pt x="735005" y="691076"/>
                  <a:pt x="751774" y="691076"/>
                </a:cubicBezTo>
                <a:close/>
                <a:moveTo>
                  <a:pt x="679220" y="691076"/>
                </a:moveTo>
                <a:cubicBezTo>
                  <a:pt x="695989" y="691076"/>
                  <a:pt x="709583" y="704670"/>
                  <a:pt x="709583" y="721440"/>
                </a:cubicBezTo>
                <a:cubicBezTo>
                  <a:pt x="709583" y="738209"/>
                  <a:pt x="695989" y="751803"/>
                  <a:pt x="679220" y="751803"/>
                </a:cubicBezTo>
                <a:cubicBezTo>
                  <a:pt x="662450" y="751803"/>
                  <a:pt x="648856" y="738209"/>
                  <a:pt x="648856" y="721440"/>
                </a:cubicBezTo>
                <a:cubicBezTo>
                  <a:pt x="648856" y="704670"/>
                  <a:pt x="662450" y="691076"/>
                  <a:pt x="679220" y="691076"/>
                </a:cubicBezTo>
                <a:close/>
                <a:moveTo>
                  <a:pt x="606665" y="691076"/>
                </a:moveTo>
                <a:cubicBezTo>
                  <a:pt x="623435" y="691076"/>
                  <a:pt x="637029" y="704670"/>
                  <a:pt x="637029" y="721440"/>
                </a:cubicBezTo>
                <a:cubicBezTo>
                  <a:pt x="637029" y="738209"/>
                  <a:pt x="623435" y="751803"/>
                  <a:pt x="606665" y="751803"/>
                </a:cubicBezTo>
                <a:cubicBezTo>
                  <a:pt x="589896" y="751803"/>
                  <a:pt x="576302" y="738209"/>
                  <a:pt x="576302" y="721440"/>
                </a:cubicBezTo>
                <a:cubicBezTo>
                  <a:pt x="576302" y="704670"/>
                  <a:pt x="589896" y="691076"/>
                  <a:pt x="606665" y="691076"/>
                </a:cubicBezTo>
                <a:close/>
                <a:moveTo>
                  <a:pt x="534111" y="691076"/>
                </a:moveTo>
                <a:cubicBezTo>
                  <a:pt x="550880" y="691076"/>
                  <a:pt x="564474" y="704670"/>
                  <a:pt x="564474" y="721440"/>
                </a:cubicBezTo>
                <a:cubicBezTo>
                  <a:pt x="564474" y="738209"/>
                  <a:pt x="550880" y="751803"/>
                  <a:pt x="534111" y="751803"/>
                </a:cubicBezTo>
                <a:cubicBezTo>
                  <a:pt x="517341" y="751803"/>
                  <a:pt x="503747" y="738209"/>
                  <a:pt x="503747" y="721440"/>
                </a:cubicBezTo>
                <a:cubicBezTo>
                  <a:pt x="503747" y="704670"/>
                  <a:pt x="517341" y="691076"/>
                  <a:pt x="534111" y="691076"/>
                </a:cubicBezTo>
                <a:close/>
                <a:moveTo>
                  <a:pt x="461556" y="691076"/>
                </a:moveTo>
                <a:cubicBezTo>
                  <a:pt x="478326" y="691076"/>
                  <a:pt x="491920" y="704670"/>
                  <a:pt x="491920" y="721440"/>
                </a:cubicBezTo>
                <a:cubicBezTo>
                  <a:pt x="491920" y="738209"/>
                  <a:pt x="478326" y="751803"/>
                  <a:pt x="461556" y="751803"/>
                </a:cubicBezTo>
                <a:cubicBezTo>
                  <a:pt x="444787" y="751803"/>
                  <a:pt x="431192" y="738209"/>
                  <a:pt x="431192" y="721440"/>
                </a:cubicBezTo>
                <a:cubicBezTo>
                  <a:pt x="431192" y="704670"/>
                  <a:pt x="444787" y="691076"/>
                  <a:pt x="461556" y="691076"/>
                </a:cubicBezTo>
                <a:close/>
                <a:moveTo>
                  <a:pt x="389002" y="691076"/>
                </a:moveTo>
                <a:cubicBezTo>
                  <a:pt x="405771" y="691076"/>
                  <a:pt x="419365" y="704670"/>
                  <a:pt x="419365" y="721440"/>
                </a:cubicBezTo>
                <a:cubicBezTo>
                  <a:pt x="419365" y="738209"/>
                  <a:pt x="405771" y="751803"/>
                  <a:pt x="389002" y="751803"/>
                </a:cubicBezTo>
                <a:cubicBezTo>
                  <a:pt x="372232" y="751803"/>
                  <a:pt x="358638" y="738209"/>
                  <a:pt x="358638" y="721440"/>
                </a:cubicBezTo>
                <a:cubicBezTo>
                  <a:pt x="358638" y="704670"/>
                  <a:pt x="372232" y="691076"/>
                  <a:pt x="389002" y="691076"/>
                </a:cubicBezTo>
                <a:close/>
                <a:moveTo>
                  <a:pt x="316447" y="691076"/>
                </a:moveTo>
                <a:cubicBezTo>
                  <a:pt x="333216" y="691076"/>
                  <a:pt x="346810" y="704670"/>
                  <a:pt x="346810" y="721440"/>
                </a:cubicBezTo>
                <a:cubicBezTo>
                  <a:pt x="346810" y="738209"/>
                  <a:pt x="333216" y="751803"/>
                  <a:pt x="316447" y="751803"/>
                </a:cubicBezTo>
                <a:cubicBezTo>
                  <a:pt x="299677" y="751803"/>
                  <a:pt x="286084" y="738209"/>
                  <a:pt x="286084" y="721440"/>
                </a:cubicBezTo>
                <a:cubicBezTo>
                  <a:pt x="286084" y="704670"/>
                  <a:pt x="299677" y="691076"/>
                  <a:pt x="316447" y="691076"/>
                </a:cubicBezTo>
                <a:close/>
                <a:moveTo>
                  <a:pt x="243892" y="691076"/>
                </a:moveTo>
                <a:cubicBezTo>
                  <a:pt x="260662" y="691076"/>
                  <a:pt x="274256" y="704670"/>
                  <a:pt x="274256" y="721440"/>
                </a:cubicBezTo>
                <a:cubicBezTo>
                  <a:pt x="274256" y="738209"/>
                  <a:pt x="260662" y="751803"/>
                  <a:pt x="243892" y="751803"/>
                </a:cubicBezTo>
                <a:cubicBezTo>
                  <a:pt x="227123" y="751803"/>
                  <a:pt x="213529" y="738209"/>
                  <a:pt x="213529" y="721440"/>
                </a:cubicBezTo>
                <a:cubicBezTo>
                  <a:pt x="213529" y="704670"/>
                  <a:pt x="227123" y="691076"/>
                  <a:pt x="243892" y="691076"/>
                </a:cubicBezTo>
                <a:close/>
                <a:moveTo>
                  <a:pt x="171339" y="691076"/>
                </a:moveTo>
                <a:cubicBezTo>
                  <a:pt x="188107" y="691076"/>
                  <a:pt x="201701" y="704670"/>
                  <a:pt x="201701" y="721440"/>
                </a:cubicBezTo>
                <a:cubicBezTo>
                  <a:pt x="201701" y="738209"/>
                  <a:pt x="188107" y="751803"/>
                  <a:pt x="171339" y="751803"/>
                </a:cubicBezTo>
                <a:cubicBezTo>
                  <a:pt x="154662" y="751803"/>
                  <a:pt x="141067" y="738209"/>
                  <a:pt x="141067" y="721440"/>
                </a:cubicBezTo>
                <a:cubicBezTo>
                  <a:pt x="141067" y="704670"/>
                  <a:pt x="154662" y="691076"/>
                  <a:pt x="171339" y="691076"/>
                </a:cubicBezTo>
                <a:close/>
                <a:moveTo>
                  <a:pt x="98890" y="691076"/>
                </a:moveTo>
                <a:cubicBezTo>
                  <a:pt x="115653" y="691076"/>
                  <a:pt x="129246" y="704670"/>
                  <a:pt x="129246" y="721440"/>
                </a:cubicBezTo>
                <a:cubicBezTo>
                  <a:pt x="129246" y="738209"/>
                  <a:pt x="115653" y="751803"/>
                  <a:pt x="98890" y="751803"/>
                </a:cubicBezTo>
                <a:cubicBezTo>
                  <a:pt x="82117" y="751803"/>
                  <a:pt x="68523" y="738209"/>
                  <a:pt x="68523" y="721440"/>
                </a:cubicBezTo>
                <a:cubicBezTo>
                  <a:pt x="68523" y="704670"/>
                  <a:pt x="82117" y="691076"/>
                  <a:pt x="98890" y="691076"/>
                </a:cubicBezTo>
                <a:close/>
                <a:moveTo>
                  <a:pt x="26336" y="691076"/>
                </a:moveTo>
                <a:cubicBezTo>
                  <a:pt x="43099" y="691076"/>
                  <a:pt x="56694" y="704670"/>
                  <a:pt x="56694" y="721440"/>
                </a:cubicBezTo>
                <a:cubicBezTo>
                  <a:pt x="56694" y="738209"/>
                  <a:pt x="43099" y="751803"/>
                  <a:pt x="26336" y="751803"/>
                </a:cubicBezTo>
                <a:cubicBezTo>
                  <a:pt x="17950" y="751803"/>
                  <a:pt x="10359" y="748405"/>
                  <a:pt x="4864" y="742910"/>
                </a:cubicBezTo>
                <a:lnTo>
                  <a:pt x="0" y="731167"/>
                </a:lnTo>
                <a:lnTo>
                  <a:pt x="0" y="711713"/>
                </a:lnTo>
                <a:lnTo>
                  <a:pt x="4864" y="699969"/>
                </a:lnTo>
                <a:cubicBezTo>
                  <a:pt x="10359" y="694475"/>
                  <a:pt x="17950" y="691076"/>
                  <a:pt x="26336" y="691076"/>
                </a:cubicBezTo>
                <a:close/>
                <a:moveTo>
                  <a:pt x="1622429" y="610624"/>
                </a:moveTo>
                <a:cubicBezTo>
                  <a:pt x="1639199" y="610624"/>
                  <a:pt x="1652792" y="624218"/>
                  <a:pt x="1652792" y="640988"/>
                </a:cubicBezTo>
                <a:cubicBezTo>
                  <a:pt x="1652792" y="657757"/>
                  <a:pt x="1639199" y="671351"/>
                  <a:pt x="1622429" y="671351"/>
                </a:cubicBezTo>
                <a:cubicBezTo>
                  <a:pt x="1605659" y="671351"/>
                  <a:pt x="1592066" y="657757"/>
                  <a:pt x="1592066" y="640988"/>
                </a:cubicBezTo>
                <a:cubicBezTo>
                  <a:pt x="1592066" y="624218"/>
                  <a:pt x="1605659" y="610624"/>
                  <a:pt x="1622429" y="610624"/>
                </a:cubicBezTo>
                <a:close/>
                <a:moveTo>
                  <a:pt x="1549874" y="610624"/>
                </a:moveTo>
                <a:cubicBezTo>
                  <a:pt x="1566644" y="610624"/>
                  <a:pt x="1580238" y="624218"/>
                  <a:pt x="1580238" y="640988"/>
                </a:cubicBezTo>
                <a:cubicBezTo>
                  <a:pt x="1580238" y="657757"/>
                  <a:pt x="1566644" y="671351"/>
                  <a:pt x="1549874" y="671351"/>
                </a:cubicBezTo>
                <a:cubicBezTo>
                  <a:pt x="1533105" y="671351"/>
                  <a:pt x="1519511" y="657757"/>
                  <a:pt x="1519511" y="640988"/>
                </a:cubicBezTo>
                <a:cubicBezTo>
                  <a:pt x="1519511" y="624218"/>
                  <a:pt x="1533105" y="610624"/>
                  <a:pt x="1549874" y="610624"/>
                </a:cubicBezTo>
                <a:close/>
                <a:moveTo>
                  <a:pt x="1477320" y="610624"/>
                </a:moveTo>
                <a:cubicBezTo>
                  <a:pt x="1494089" y="610624"/>
                  <a:pt x="1507683" y="624218"/>
                  <a:pt x="1507683" y="640988"/>
                </a:cubicBezTo>
                <a:cubicBezTo>
                  <a:pt x="1507683" y="657757"/>
                  <a:pt x="1494089" y="671351"/>
                  <a:pt x="1477320" y="671351"/>
                </a:cubicBezTo>
                <a:cubicBezTo>
                  <a:pt x="1460550" y="671351"/>
                  <a:pt x="1446956" y="657757"/>
                  <a:pt x="1446956" y="640988"/>
                </a:cubicBezTo>
                <a:cubicBezTo>
                  <a:pt x="1446956" y="624218"/>
                  <a:pt x="1460550" y="610624"/>
                  <a:pt x="1477320" y="610624"/>
                </a:cubicBezTo>
                <a:close/>
                <a:moveTo>
                  <a:pt x="1404765" y="610624"/>
                </a:moveTo>
                <a:cubicBezTo>
                  <a:pt x="1421535" y="610624"/>
                  <a:pt x="1435129" y="624218"/>
                  <a:pt x="1435129" y="640988"/>
                </a:cubicBezTo>
                <a:cubicBezTo>
                  <a:pt x="1435129" y="657757"/>
                  <a:pt x="1421535" y="671351"/>
                  <a:pt x="1404765" y="671351"/>
                </a:cubicBezTo>
                <a:cubicBezTo>
                  <a:pt x="1387996" y="671351"/>
                  <a:pt x="1374402" y="657757"/>
                  <a:pt x="1374402" y="640988"/>
                </a:cubicBezTo>
                <a:cubicBezTo>
                  <a:pt x="1374402" y="624218"/>
                  <a:pt x="1387996" y="610624"/>
                  <a:pt x="1404765" y="610624"/>
                </a:cubicBezTo>
                <a:close/>
                <a:moveTo>
                  <a:pt x="1332211" y="610624"/>
                </a:moveTo>
                <a:cubicBezTo>
                  <a:pt x="1348980" y="610624"/>
                  <a:pt x="1362574" y="624218"/>
                  <a:pt x="1362574" y="640988"/>
                </a:cubicBezTo>
                <a:cubicBezTo>
                  <a:pt x="1362574" y="657757"/>
                  <a:pt x="1348980" y="671351"/>
                  <a:pt x="1332211" y="671351"/>
                </a:cubicBezTo>
                <a:cubicBezTo>
                  <a:pt x="1315441" y="671351"/>
                  <a:pt x="1301847" y="657757"/>
                  <a:pt x="1301847" y="640988"/>
                </a:cubicBezTo>
                <a:cubicBezTo>
                  <a:pt x="1301847" y="624218"/>
                  <a:pt x="1315441" y="610624"/>
                  <a:pt x="1332211" y="610624"/>
                </a:cubicBezTo>
                <a:close/>
                <a:moveTo>
                  <a:pt x="1259656" y="610624"/>
                </a:moveTo>
                <a:cubicBezTo>
                  <a:pt x="1276426" y="610624"/>
                  <a:pt x="1290020" y="624218"/>
                  <a:pt x="1290020" y="640988"/>
                </a:cubicBezTo>
                <a:cubicBezTo>
                  <a:pt x="1290020" y="657757"/>
                  <a:pt x="1276426" y="671351"/>
                  <a:pt x="1259656" y="671351"/>
                </a:cubicBezTo>
                <a:cubicBezTo>
                  <a:pt x="1242887" y="671351"/>
                  <a:pt x="1229293" y="657757"/>
                  <a:pt x="1229293" y="640988"/>
                </a:cubicBezTo>
                <a:cubicBezTo>
                  <a:pt x="1229293" y="624218"/>
                  <a:pt x="1242887" y="610624"/>
                  <a:pt x="1259656" y="610624"/>
                </a:cubicBezTo>
                <a:close/>
                <a:moveTo>
                  <a:pt x="1187102" y="610624"/>
                </a:moveTo>
                <a:cubicBezTo>
                  <a:pt x="1203871" y="610624"/>
                  <a:pt x="1217465" y="624218"/>
                  <a:pt x="1217465" y="640988"/>
                </a:cubicBezTo>
                <a:cubicBezTo>
                  <a:pt x="1217465" y="657757"/>
                  <a:pt x="1203871" y="671351"/>
                  <a:pt x="1187102" y="671351"/>
                </a:cubicBezTo>
                <a:cubicBezTo>
                  <a:pt x="1170332" y="671351"/>
                  <a:pt x="1156738" y="657757"/>
                  <a:pt x="1156738" y="640988"/>
                </a:cubicBezTo>
                <a:cubicBezTo>
                  <a:pt x="1156738" y="624218"/>
                  <a:pt x="1170332" y="610624"/>
                  <a:pt x="1187102" y="610624"/>
                </a:cubicBezTo>
                <a:close/>
                <a:moveTo>
                  <a:pt x="1114547" y="610624"/>
                </a:moveTo>
                <a:cubicBezTo>
                  <a:pt x="1131317" y="610624"/>
                  <a:pt x="1144911" y="624218"/>
                  <a:pt x="1144911" y="640988"/>
                </a:cubicBezTo>
                <a:cubicBezTo>
                  <a:pt x="1144911" y="657757"/>
                  <a:pt x="1131317" y="671351"/>
                  <a:pt x="1114547" y="671351"/>
                </a:cubicBezTo>
                <a:cubicBezTo>
                  <a:pt x="1097778" y="671351"/>
                  <a:pt x="1084184" y="657757"/>
                  <a:pt x="1084184" y="640988"/>
                </a:cubicBezTo>
                <a:cubicBezTo>
                  <a:pt x="1084184" y="624218"/>
                  <a:pt x="1097778" y="610624"/>
                  <a:pt x="1114547" y="610624"/>
                </a:cubicBezTo>
                <a:close/>
                <a:moveTo>
                  <a:pt x="1041993" y="610624"/>
                </a:moveTo>
                <a:cubicBezTo>
                  <a:pt x="1058762" y="610624"/>
                  <a:pt x="1072356" y="624218"/>
                  <a:pt x="1072356" y="640988"/>
                </a:cubicBezTo>
                <a:cubicBezTo>
                  <a:pt x="1072356" y="657757"/>
                  <a:pt x="1058762" y="671351"/>
                  <a:pt x="1041993" y="671351"/>
                </a:cubicBezTo>
                <a:cubicBezTo>
                  <a:pt x="1025223" y="671351"/>
                  <a:pt x="1011629" y="657757"/>
                  <a:pt x="1011629" y="640988"/>
                </a:cubicBezTo>
                <a:cubicBezTo>
                  <a:pt x="1011629" y="624218"/>
                  <a:pt x="1025223" y="610624"/>
                  <a:pt x="1041993" y="610624"/>
                </a:cubicBezTo>
                <a:close/>
                <a:moveTo>
                  <a:pt x="969438" y="610624"/>
                </a:moveTo>
                <a:cubicBezTo>
                  <a:pt x="986208" y="610624"/>
                  <a:pt x="999801" y="624218"/>
                  <a:pt x="999801" y="640988"/>
                </a:cubicBezTo>
                <a:cubicBezTo>
                  <a:pt x="999801" y="657757"/>
                  <a:pt x="986208" y="671351"/>
                  <a:pt x="969438" y="671351"/>
                </a:cubicBezTo>
                <a:cubicBezTo>
                  <a:pt x="952669" y="671351"/>
                  <a:pt x="939075" y="657757"/>
                  <a:pt x="939075" y="640988"/>
                </a:cubicBezTo>
                <a:cubicBezTo>
                  <a:pt x="939075" y="624218"/>
                  <a:pt x="952669" y="610624"/>
                  <a:pt x="969438" y="610624"/>
                </a:cubicBezTo>
                <a:close/>
                <a:moveTo>
                  <a:pt x="896883" y="610624"/>
                </a:moveTo>
                <a:cubicBezTo>
                  <a:pt x="913653" y="610624"/>
                  <a:pt x="927247" y="624218"/>
                  <a:pt x="927247" y="640988"/>
                </a:cubicBezTo>
                <a:cubicBezTo>
                  <a:pt x="927247" y="657757"/>
                  <a:pt x="913653" y="671351"/>
                  <a:pt x="896883" y="671351"/>
                </a:cubicBezTo>
                <a:cubicBezTo>
                  <a:pt x="880114" y="671351"/>
                  <a:pt x="866520" y="657757"/>
                  <a:pt x="866520" y="640988"/>
                </a:cubicBezTo>
                <a:cubicBezTo>
                  <a:pt x="866520" y="624218"/>
                  <a:pt x="880114" y="610624"/>
                  <a:pt x="896883" y="610624"/>
                </a:cubicBezTo>
                <a:close/>
                <a:moveTo>
                  <a:pt x="824329" y="610624"/>
                </a:moveTo>
                <a:cubicBezTo>
                  <a:pt x="841098" y="610624"/>
                  <a:pt x="854692" y="624218"/>
                  <a:pt x="854692" y="640988"/>
                </a:cubicBezTo>
                <a:cubicBezTo>
                  <a:pt x="854692" y="657757"/>
                  <a:pt x="841098" y="671351"/>
                  <a:pt x="824329" y="671351"/>
                </a:cubicBezTo>
                <a:cubicBezTo>
                  <a:pt x="807559" y="671351"/>
                  <a:pt x="793965" y="657757"/>
                  <a:pt x="793965" y="640988"/>
                </a:cubicBezTo>
                <a:cubicBezTo>
                  <a:pt x="793965" y="624218"/>
                  <a:pt x="807559" y="610624"/>
                  <a:pt x="824329" y="610624"/>
                </a:cubicBezTo>
                <a:close/>
                <a:moveTo>
                  <a:pt x="751774" y="610624"/>
                </a:moveTo>
                <a:cubicBezTo>
                  <a:pt x="768544" y="610624"/>
                  <a:pt x="782138" y="624218"/>
                  <a:pt x="782138" y="640988"/>
                </a:cubicBezTo>
                <a:cubicBezTo>
                  <a:pt x="782138" y="657757"/>
                  <a:pt x="768544" y="671351"/>
                  <a:pt x="751774" y="671351"/>
                </a:cubicBezTo>
                <a:cubicBezTo>
                  <a:pt x="735005" y="671351"/>
                  <a:pt x="721411" y="657757"/>
                  <a:pt x="721411" y="640988"/>
                </a:cubicBezTo>
                <a:cubicBezTo>
                  <a:pt x="721411" y="624218"/>
                  <a:pt x="735005" y="610624"/>
                  <a:pt x="751774" y="610624"/>
                </a:cubicBezTo>
                <a:close/>
                <a:moveTo>
                  <a:pt x="679220" y="610624"/>
                </a:moveTo>
                <a:cubicBezTo>
                  <a:pt x="695989" y="610624"/>
                  <a:pt x="709583" y="624218"/>
                  <a:pt x="709583" y="640988"/>
                </a:cubicBezTo>
                <a:cubicBezTo>
                  <a:pt x="709583" y="657757"/>
                  <a:pt x="695989" y="671351"/>
                  <a:pt x="679220" y="671351"/>
                </a:cubicBezTo>
                <a:cubicBezTo>
                  <a:pt x="662450" y="671351"/>
                  <a:pt x="648856" y="657757"/>
                  <a:pt x="648856" y="640988"/>
                </a:cubicBezTo>
                <a:cubicBezTo>
                  <a:pt x="648856" y="624218"/>
                  <a:pt x="662450" y="610624"/>
                  <a:pt x="679220" y="610624"/>
                </a:cubicBezTo>
                <a:close/>
                <a:moveTo>
                  <a:pt x="606665" y="610624"/>
                </a:moveTo>
                <a:cubicBezTo>
                  <a:pt x="623435" y="610624"/>
                  <a:pt x="637029" y="624218"/>
                  <a:pt x="637029" y="640988"/>
                </a:cubicBezTo>
                <a:cubicBezTo>
                  <a:pt x="637029" y="657757"/>
                  <a:pt x="623435" y="671351"/>
                  <a:pt x="606665" y="671351"/>
                </a:cubicBezTo>
                <a:cubicBezTo>
                  <a:pt x="589896" y="671351"/>
                  <a:pt x="576302" y="657757"/>
                  <a:pt x="576302" y="640988"/>
                </a:cubicBezTo>
                <a:cubicBezTo>
                  <a:pt x="576302" y="624218"/>
                  <a:pt x="589896" y="610624"/>
                  <a:pt x="606665" y="610624"/>
                </a:cubicBezTo>
                <a:close/>
                <a:moveTo>
                  <a:pt x="534111" y="610624"/>
                </a:moveTo>
                <a:cubicBezTo>
                  <a:pt x="550880" y="610624"/>
                  <a:pt x="564474" y="624218"/>
                  <a:pt x="564474" y="640988"/>
                </a:cubicBezTo>
                <a:cubicBezTo>
                  <a:pt x="564474" y="657757"/>
                  <a:pt x="550880" y="671351"/>
                  <a:pt x="534111" y="671351"/>
                </a:cubicBezTo>
                <a:cubicBezTo>
                  <a:pt x="517341" y="671351"/>
                  <a:pt x="503747" y="657757"/>
                  <a:pt x="503747" y="640988"/>
                </a:cubicBezTo>
                <a:cubicBezTo>
                  <a:pt x="503747" y="624218"/>
                  <a:pt x="517341" y="610624"/>
                  <a:pt x="534111" y="610624"/>
                </a:cubicBezTo>
                <a:close/>
                <a:moveTo>
                  <a:pt x="461556" y="610624"/>
                </a:moveTo>
                <a:cubicBezTo>
                  <a:pt x="478326" y="610624"/>
                  <a:pt x="491920" y="624218"/>
                  <a:pt x="491920" y="640988"/>
                </a:cubicBezTo>
                <a:cubicBezTo>
                  <a:pt x="491920" y="657757"/>
                  <a:pt x="478326" y="671351"/>
                  <a:pt x="461556" y="671351"/>
                </a:cubicBezTo>
                <a:cubicBezTo>
                  <a:pt x="444787" y="671351"/>
                  <a:pt x="431192" y="657757"/>
                  <a:pt x="431192" y="640988"/>
                </a:cubicBezTo>
                <a:cubicBezTo>
                  <a:pt x="431192" y="624218"/>
                  <a:pt x="444787" y="610624"/>
                  <a:pt x="461556" y="610624"/>
                </a:cubicBezTo>
                <a:close/>
                <a:moveTo>
                  <a:pt x="389002" y="610624"/>
                </a:moveTo>
                <a:cubicBezTo>
                  <a:pt x="405771" y="610624"/>
                  <a:pt x="419365" y="624218"/>
                  <a:pt x="419365" y="640988"/>
                </a:cubicBezTo>
                <a:cubicBezTo>
                  <a:pt x="419365" y="657757"/>
                  <a:pt x="405771" y="671351"/>
                  <a:pt x="389002" y="671351"/>
                </a:cubicBezTo>
                <a:cubicBezTo>
                  <a:pt x="372232" y="671351"/>
                  <a:pt x="358638" y="657757"/>
                  <a:pt x="358638" y="640988"/>
                </a:cubicBezTo>
                <a:cubicBezTo>
                  <a:pt x="358638" y="624218"/>
                  <a:pt x="372232" y="610624"/>
                  <a:pt x="389002" y="610624"/>
                </a:cubicBezTo>
                <a:close/>
                <a:moveTo>
                  <a:pt x="316447" y="610624"/>
                </a:moveTo>
                <a:cubicBezTo>
                  <a:pt x="333216" y="610624"/>
                  <a:pt x="346810" y="624218"/>
                  <a:pt x="346810" y="640988"/>
                </a:cubicBezTo>
                <a:cubicBezTo>
                  <a:pt x="346810" y="657757"/>
                  <a:pt x="333216" y="671351"/>
                  <a:pt x="316447" y="671351"/>
                </a:cubicBezTo>
                <a:cubicBezTo>
                  <a:pt x="299677" y="671351"/>
                  <a:pt x="286084" y="657757"/>
                  <a:pt x="286084" y="640988"/>
                </a:cubicBezTo>
                <a:cubicBezTo>
                  <a:pt x="286084" y="624218"/>
                  <a:pt x="299677" y="610624"/>
                  <a:pt x="316447" y="610624"/>
                </a:cubicBezTo>
                <a:close/>
                <a:moveTo>
                  <a:pt x="243892" y="610624"/>
                </a:moveTo>
                <a:cubicBezTo>
                  <a:pt x="260662" y="610624"/>
                  <a:pt x="274256" y="624218"/>
                  <a:pt x="274256" y="640988"/>
                </a:cubicBezTo>
                <a:cubicBezTo>
                  <a:pt x="274256" y="657757"/>
                  <a:pt x="260662" y="671351"/>
                  <a:pt x="243892" y="671351"/>
                </a:cubicBezTo>
                <a:cubicBezTo>
                  <a:pt x="227123" y="671351"/>
                  <a:pt x="213529" y="657757"/>
                  <a:pt x="213529" y="640988"/>
                </a:cubicBezTo>
                <a:cubicBezTo>
                  <a:pt x="213529" y="624218"/>
                  <a:pt x="227123" y="610624"/>
                  <a:pt x="243892" y="610624"/>
                </a:cubicBezTo>
                <a:close/>
                <a:moveTo>
                  <a:pt x="171339" y="610624"/>
                </a:moveTo>
                <a:cubicBezTo>
                  <a:pt x="188107" y="610624"/>
                  <a:pt x="201701" y="624218"/>
                  <a:pt x="201701" y="640988"/>
                </a:cubicBezTo>
                <a:cubicBezTo>
                  <a:pt x="201701" y="657757"/>
                  <a:pt x="188107" y="671351"/>
                  <a:pt x="171339" y="671351"/>
                </a:cubicBezTo>
                <a:cubicBezTo>
                  <a:pt x="154667" y="671351"/>
                  <a:pt x="141073" y="657757"/>
                  <a:pt x="141073" y="640988"/>
                </a:cubicBezTo>
                <a:cubicBezTo>
                  <a:pt x="141073" y="624218"/>
                  <a:pt x="154667" y="610624"/>
                  <a:pt x="171339" y="610624"/>
                </a:cubicBezTo>
                <a:close/>
                <a:moveTo>
                  <a:pt x="98897" y="610624"/>
                </a:moveTo>
                <a:cubicBezTo>
                  <a:pt x="115658" y="610624"/>
                  <a:pt x="129252" y="624218"/>
                  <a:pt x="129252" y="640988"/>
                </a:cubicBezTo>
                <a:cubicBezTo>
                  <a:pt x="129252" y="657757"/>
                  <a:pt x="115658" y="671351"/>
                  <a:pt x="98897" y="671351"/>
                </a:cubicBezTo>
                <a:cubicBezTo>
                  <a:pt x="82124" y="671351"/>
                  <a:pt x="68530" y="657757"/>
                  <a:pt x="68530" y="640988"/>
                </a:cubicBezTo>
                <a:cubicBezTo>
                  <a:pt x="68530" y="624218"/>
                  <a:pt x="82124" y="610624"/>
                  <a:pt x="98897" y="610624"/>
                </a:cubicBezTo>
                <a:close/>
                <a:moveTo>
                  <a:pt x="26342" y="610624"/>
                </a:moveTo>
                <a:cubicBezTo>
                  <a:pt x="43106" y="610624"/>
                  <a:pt x="56701" y="624218"/>
                  <a:pt x="56701" y="640988"/>
                </a:cubicBezTo>
                <a:cubicBezTo>
                  <a:pt x="56701" y="657757"/>
                  <a:pt x="43106" y="671351"/>
                  <a:pt x="26342" y="671351"/>
                </a:cubicBezTo>
                <a:cubicBezTo>
                  <a:pt x="17956" y="671351"/>
                  <a:pt x="10365" y="667953"/>
                  <a:pt x="4871" y="662458"/>
                </a:cubicBezTo>
                <a:lnTo>
                  <a:pt x="0" y="650698"/>
                </a:lnTo>
                <a:lnTo>
                  <a:pt x="0" y="631277"/>
                </a:lnTo>
                <a:lnTo>
                  <a:pt x="4871" y="619517"/>
                </a:lnTo>
                <a:cubicBezTo>
                  <a:pt x="10365" y="614023"/>
                  <a:pt x="17956" y="610624"/>
                  <a:pt x="26342" y="610624"/>
                </a:cubicBezTo>
                <a:close/>
                <a:moveTo>
                  <a:pt x="1669096" y="549730"/>
                </a:moveTo>
                <a:lnTo>
                  <a:pt x="1668124" y="568994"/>
                </a:lnTo>
                <a:lnTo>
                  <a:pt x="1664620" y="560536"/>
                </a:lnTo>
                <a:close/>
                <a:moveTo>
                  <a:pt x="1622429" y="530173"/>
                </a:moveTo>
                <a:cubicBezTo>
                  <a:pt x="1639199" y="530173"/>
                  <a:pt x="1652792" y="543767"/>
                  <a:pt x="1652792" y="560536"/>
                </a:cubicBezTo>
                <a:cubicBezTo>
                  <a:pt x="1652792" y="577306"/>
                  <a:pt x="1639199" y="590900"/>
                  <a:pt x="1622429" y="590900"/>
                </a:cubicBezTo>
                <a:cubicBezTo>
                  <a:pt x="1605659" y="590900"/>
                  <a:pt x="1592066" y="577306"/>
                  <a:pt x="1592066" y="560536"/>
                </a:cubicBezTo>
                <a:cubicBezTo>
                  <a:pt x="1592066" y="543767"/>
                  <a:pt x="1605659" y="530173"/>
                  <a:pt x="1622429" y="530173"/>
                </a:cubicBezTo>
                <a:close/>
                <a:moveTo>
                  <a:pt x="1549874" y="530173"/>
                </a:moveTo>
                <a:cubicBezTo>
                  <a:pt x="1566644" y="530173"/>
                  <a:pt x="1580238" y="543767"/>
                  <a:pt x="1580238" y="560536"/>
                </a:cubicBezTo>
                <a:cubicBezTo>
                  <a:pt x="1580238" y="577306"/>
                  <a:pt x="1566644" y="590900"/>
                  <a:pt x="1549874" y="590900"/>
                </a:cubicBezTo>
                <a:cubicBezTo>
                  <a:pt x="1533105" y="590900"/>
                  <a:pt x="1519511" y="577306"/>
                  <a:pt x="1519511" y="560536"/>
                </a:cubicBezTo>
                <a:cubicBezTo>
                  <a:pt x="1519511" y="543767"/>
                  <a:pt x="1533105" y="530173"/>
                  <a:pt x="1549874" y="530173"/>
                </a:cubicBezTo>
                <a:close/>
                <a:moveTo>
                  <a:pt x="1477320" y="530173"/>
                </a:moveTo>
                <a:cubicBezTo>
                  <a:pt x="1494089" y="530173"/>
                  <a:pt x="1507683" y="543767"/>
                  <a:pt x="1507683" y="560536"/>
                </a:cubicBezTo>
                <a:cubicBezTo>
                  <a:pt x="1507683" y="577306"/>
                  <a:pt x="1494089" y="590900"/>
                  <a:pt x="1477320" y="590900"/>
                </a:cubicBezTo>
                <a:cubicBezTo>
                  <a:pt x="1460550" y="590900"/>
                  <a:pt x="1446956" y="577306"/>
                  <a:pt x="1446956" y="560536"/>
                </a:cubicBezTo>
                <a:cubicBezTo>
                  <a:pt x="1446956" y="543767"/>
                  <a:pt x="1460550" y="530173"/>
                  <a:pt x="1477320" y="530173"/>
                </a:cubicBezTo>
                <a:close/>
                <a:moveTo>
                  <a:pt x="1404765" y="530173"/>
                </a:moveTo>
                <a:cubicBezTo>
                  <a:pt x="1421535" y="530173"/>
                  <a:pt x="1435129" y="543767"/>
                  <a:pt x="1435129" y="560536"/>
                </a:cubicBezTo>
                <a:cubicBezTo>
                  <a:pt x="1435129" y="577306"/>
                  <a:pt x="1421535" y="590900"/>
                  <a:pt x="1404765" y="590900"/>
                </a:cubicBezTo>
                <a:cubicBezTo>
                  <a:pt x="1387996" y="590900"/>
                  <a:pt x="1374402" y="577306"/>
                  <a:pt x="1374402" y="560536"/>
                </a:cubicBezTo>
                <a:cubicBezTo>
                  <a:pt x="1374402" y="543767"/>
                  <a:pt x="1387996" y="530173"/>
                  <a:pt x="1404765" y="530173"/>
                </a:cubicBezTo>
                <a:close/>
                <a:moveTo>
                  <a:pt x="1332211" y="530173"/>
                </a:moveTo>
                <a:cubicBezTo>
                  <a:pt x="1348980" y="530173"/>
                  <a:pt x="1362574" y="543767"/>
                  <a:pt x="1362574" y="560536"/>
                </a:cubicBezTo>
                <a:cubicBezTo>
                  <a:pt x="1362574" y="577306"/>
                  <a:pt x="1348980" y="590900"/>
                  <a:pt x="1332211" y="590900"/>
                </a:cubicBezTo>
                <a:cubicBezTo>
                  <a:pt x="1315441" y="590900"/>
                  <a:pt x="1301847" y="577306"/>
                  <a:pt x="1301847" y="560536"/>
                </a:cubicBezTo>
                <a:cubicBezTo>
                  <a:pt x="1301847" y="543767"/>
                  <a:pt x="1315441" y="530173"/>
                  <a:pt x="1332211" y="530173"/>
                </a:cubicBezTo>
                <a:close/>
                <a:moveTo>
                  <a:pt x="1259656" y="530173"/>
                </a:moveTo>
                <a:cubicBezTo>
                  <a:pt x="1276426" y="530173"/>
                  <a:pt x="1290020" y="543767"/>
                  <a:pt x="1290020" y="560536"/>
                </a:cubicBezTo>
                <a:cubicBezTo>
                  <a:pt x="1290020" y="577306"/>
                  <a:pt x="1276426" y="590900"/>
                  <a:pt x="1259656" y="590900"/>
                </a:cubicBezTo>
                <a:cubicBezTo>
                  <a:pt x="1242887" y="590900"/>
                  <a:pt x="1229293" y="577306"/>
                  <a:pt x="1229293" y="560536"/>
                </a:cubicBezTo>
                <a:cubicBezTo>
                  <a:pt x="1229293" y="543767"/>
                  <a:pt x="1242887" y="530173"/>
                  <a:pt x="1259656" y="530173"/>
                </a:cubicBezTo>
                <a:close/>
                <a:moveTo>
                  <a:pt x="1187102" y="530173"/>
                </a:moveTo>
                <a:cubicBezTo>
                  <a:pt x="1203871" y="530173"/>
                  <a:pt x="1217465" y="543767"/>
                  <a:pt x="1217465" y="560536"/>
                </a:cubicBezTo>
                <a:cubicBezTo>
                  <a:pt x="1217465" y="577306"/>
                  <a:pt x="1203871" y="590900"/>
                  <a:pt x="1187102" y="590900"/>
                </a:cubicBezTo>
                <a:cubicBezTo>
                  <a:pt x="1170332" y="590900"/>
                  <a:pt x="1156738" y="577306"/>
                  <a:pt x="1156738" y="560536"/>
                </a:cubicBezTo>
                <a:cubicBezTo>
                  <a:pt x="1156738" y="543767"/>
                  <a:pt x="1170332" y="530173"/>
                  <a:pt x="1187102" y="530173"/>
                </a:cubicBezTo>
                <a:close/>
                <a:moveTo>
                  <a:pt x="1114547" y="530173"/>
                </a:moveTo>
                <a:cubicBezTo>
                  <a:pt x="1131317" y="530173"/>
                  <a:pt x="1144911" y="543767"/>
                  <a:pt x="1144911" y="560536"/>
                </a:cubicBezTo>
                <a:cubicBezTo>
                  <a:pt x="1144911" y="577306"/>
                  <a:pt x="1131317" y="590900"/>
                  <a:pt x="1114547" y="590900"/>
                </a:cubicBezTo>
                <a:cubicBezTo>
                  <a:pt x="1097778" y="590900"/>
                  <a:pt x="1084184" y="577306"/>
                  <a:pt x="1084184" y="560536"/>
                </a:cubicBezTo>
                <a:cubicBezTo>
                  <a:pt x="1084184" y="543767"/>
                  <a:pt x="1097778" y="530173"/>
                  <a:pt x="1114547" y="530173"/>
                </a:cubicBezTo>
                <a:close/>
                <a:moveTo>
                  <a:pt x="1041993" y="530173"/>
                </a:moveTo>
                <a:cubicBezTo>
                  <a:pt x="1058762" y="530173"/>
                  <a:pt x="1072356" y="543767"/>
                  <a:pt x="1072356" y="560536"/>
                </a:cubicBezTo>
                <a:cubicBezTo>
                  <a:pt x="1072356" y="577306"/>
                  <a:pt x="1058762" y="590900"/>
                  <a:pt x="1041993" y="590900"/>
                </a:cubicBezTo>
                <a:cubicBezTo>
                  <a:pt x="1025223" y="590900"/>
                  <a:pt x="1011629" y="577306"/>
                  <a:pt x="1011629" y="560536"/>
                </a:cubicBezTo>
                <a:cubicBezTo>
                  <a:pt x="1011629" y="543767"/>
                  <a:pt x="1025223" y="530173"/>
                  <a:pt x="1041993" y="530173"/>
                </a:cubicBezTo>
                <a:close/>
                <a:moveTo>
                  <a:pt x="969438" y="530173"/>
                </a:moveTo>
                <a:cubicBezTo>
                  <a:pt x="986208" y="530173"/>
                  <a:pt x="999801" y="543767"/>
                  <a:pt x="999801" y="560536"/>
                </a:cubicBezTo>
                <a:cubicBezTo>
                  <a:pt x="999801" y="577306"/>
                  <a:pt x="986208" y="590900"/>
                  <a:pt x="969438" y="590900"/>
                </a:cubicBezTo>
                <a:cubicBezTo>
                  <a:pt x="952669" y="590900"/>
                  <a:pt x="939075" y="577306"/>
                  <a:pt x="939075" y="560536"/>
                </a:cubicBezTo>
                <a:cubicBezTo>
                  <a:pt x="939075" y="543767"/>
                  <a:pt x="952669" y="530173"/>
                  <a:pt x="969438" y="530173"/>
                </a:cubicBezTo>
                <a:close/>
                <a:moveTo>
                  <a:pt x="896883" y="530173"/>
                </a:moveTo>
                <a:cubicBezTo>
                  <a:pt x="913653" y="530173"/>
                  <a:pt x="927247" y="543767"/>
                  <a:pt x="927247" y="560536"/>
                </a:cubicBezTo>
                <a:cubicBezTo>
                  <a:pt x="927247" y="577306"/>
                  <a:pt x="913653" y="590900"/>
                  <a:pt x="896883" y="590900"/>
                </a:cubicBezTo>
                <a:cubicBezTo>
                  <a:pt x="880114" y="590900"/>
                  <a:pt x="866520" y="577306"/>
                  <a:pt x="866520" y="560536"/>
                </a:cubicBezTo>
                <a:cubicBezTo>
                  <a:pt x="866520" y="543767"/>
                  <a:pt x="880114" y="530173"/>
                  <a:pt x="896883" y="530173"/>
                </a:cubicBezTo>
                <a:close/>
                <a:moveTo>
                  <a:pt x="824329" y="530173"/>
                </a:moveTo>
                <a:cubicBezTo>
                  <a:pt x="841098" y="530173"/>
                  <a:pt x="854692" y="543767"/>
                  <a:pt x="854692" y="560536"/>
                </a:cubicBezTo>
                <a:cubicBezTo>
                  <a:pt x="854692" y="577306"/>
                  <a:pt x="841098" y="590900"/>
                  <a:pt x="824329" y="590900"/>
                </a:cubicBezTo>
                <a:cubicBezTo>
                  <a:pt x="807559" y="590900"/>
                  <a:pt x="793965" y="577306"/>
                  <a:pt x="793965" y="560536"/>
                </a:cubicBezTo>
                <a:cubicBezTo>
                  <a:pt x="793965" y="543767"/>
                  <a:pt x="807559" y="530173"/>
                  <a:pt x="824329" y="530173"/>
                </a:cubicBezTo>
                <a:close/>
                <a:moveTo>
                  <a:pt x="751774" y="530173"/>
                </a:moveTo>
                <a:cubicBezTo>
                  <a:pt x="768544" y="530173"/>
                  <a:pt x="782138" y="543767"/>
                  <a:pt x="782138" y="560536"/>
                </a:cubicBezTo>
                <a:cubicBezTo>
                  <a:pt x="782138" y="577306"/>
                  <a:pt x="768544" y="590900"/>
                  <a:pt x="751774" y="590900"/>
                </a:cubicBezTo>
                <a:cubicBezTo>
                  <a:pt x="735005" y="590900"/>
                  <a:pt x="721411" y="577306"/>
                  <a:pt x="721411" y="560536"/>
                </a:cubicBezTo>
                <a:cubicBezTo>
                  <a:pt x="721411" y="543767"/>
                  <a:pt x="735005" y="530173"/>
                  <a:pt x="751774" y="530173"/>
                </a:cubicBezTo>
                <a:close/>
                <a:moveTo>
                  <a:pt x="679220" y="530173"/>
                </a:moveTo>
                <a:cubicBezTo>
                  <a:pt x="695989" y="530173"/>
                  <a:pt x="709583" y="543767"/>
                  <a:pt x="709583" y="560536"/>
                </a:cubicBezTo>
                <a:cubicBezTo>
                  <a:pt x="709583" y="577306"/>
                  <a:pt x="695989" y="590900"/>
                  <a:pt x="679220" y="590900"/>
                </a:cubicBezTo>
                <a:cubicBezTo>
                  <a:pt x="662450" y="590900"/>
                  <a:pt x="648856" y="577306"/>
                  <a:pt x="648856" y="560536"/>
                </a:cubicBezTo>
                <a:cubicBezTo>
                  <a:pt x="648856" y="543767"/>
                  <a:pt x="662450" y="530173"/>
                  <a:pt x="679220" y="530173"/>
                </a:cubicBezTo>
                <a:close/>
                <a:moveTo>
                  <a:pt x="606665" y="530173"/>
                </a:moveTo>
                <a:cubicBezTo>
                  <a:pt x="623435" y="530173"/>
                  <a:pt x="637029" y="543767"/>
                  <a:pt x="637029" y="560536"/>
                </a:cubicBezTo>
                <a:cubicBezTo>
                  <a:pt x="637029" y="577306"/>
                  <a:pt x="623435" y="590900"/>
                  <a:pt x="606665" y="590900"/>
                </a:cubicBezTo>
                <a:cubicBezTo>
                  <a:pt x="589896" y="590900"/>
                  <a:pt x="576302" y="577306"/>
                  <a:pt x="576302" y="560536"/>
                </a:cubicBezTo>
                <a:cubicBezTo>
                  <a:pt x="576302" y="543767"/>
                  <a:pt x="589896" y="530173"/>
                  <a:pt x="606665" y="530173"/>
                </a:cubicBezTo>
                <a:close/>
                <a:moveTo>
                  <a:pt x="534111" y="530173"/>
                </a:moveTo>
                <a:cubicBezTo>
                  <a:pt x="550880" y="530173"/>
                  <a:pt x="564474" y="543767"/>
                  <a:pt x="564474" y="560536"/>
                </a:cubicBezTo>
                <a:cubicBezTo>
                  <a:pt x="564474" y="577306"/>
                  <a:pt x="550880" y="590900"/>
                  <a:pt x="534111" y="590900"/>
                </a:cubicBezTo>
                <a:cubicBezTo>
                  <a:pt x="517341" y="590900"/>
                  <a:pt x="503747" y="577306"/>
                  <a:pt x="503747" y="560536"/>
                </a:cubicBezTo>
                <a:cubicBezTo>
                  <a:pt x="503747" y="543767"/>
                  <a:pt x="517341" y="530173"/>
                  <a:pt x="534111" y="530173"/>
                </a:cubicBezTo>
                <a:close/>
                <a:moveTo>
                  <a:pt x="461556" y="530173"/>
                </a:moveTo>
                <a:cubicBezTo>
                  <a:pt x="478326" y="530173"/>
                  <a:pt x="491920" y="543767"/>
                  <a:pt x="491920" y="560536"/>
                </a:cubicBezTo>
                <a:cubicBezTo>
                  <a:pt x="491920" y="577306"/>
                  <a:pt x="478326" y="590900"/>
                  <a:pt x="461556" y="590900"/>
                </a:cubicBezTo>
                <a:cubicBezTo>
                  <a:pt x="444787" y="590900"/>
                  <a:pt x="431192" y="577306"/>
                  <a:pt x="431192" y="560536"/>
                </a:cubicBezTo>
                <a:cubicBezTo>
                  <a:pt x="431192" y="543767"/>
                  <a:pt x="444787" y="530173"/>
                  <a:pt x="461556" y="530173"/>
                </a:cubicBezTo>
                <a:close/>
                <a:moveTo>
                  <a:pt x="389002" y="530173"/>
                </a:moveTo>
                <a:cubicBezTo>
                  <a:pt x="405771" y="530173"/>
                  <a:pt x="419365" y="543767"/>
                  <a:pt x="419365" y="560536"/>
                </a:cubicBezTo>
                <a:cubicBezTo>
                  <a:pt x="419365" y="577306"/>
                  <a:pt x="405771" y="590900"/>
                  <a:pt x="389002" y="590900"/>
                </a:cubicBezTo>
                <a:cubicBezTo>
                  <a:pt x="372232" y="590900"/>
                  <a:pt x="358638" y="577306"/>
                  <a:pt x="358638" y="560536"/>
                </a:cubicBezTo>
                <a:cubicBezTo>
                  <a:pt x="358638" y="543767"/>
                  <a:pt x="372232" y="530173"/>
                  <a:pt x="389002" y="530173"/>
                </a:cubicBezTo>
                <a:close/>
                <a:moveTo>
                  <a:pt x="316447" y="530173"/>
                </a:moveTo>
                <a:cubicBezTo>
                  <a:pt x="333216" y="530173"/>
                  <a:pt x="346810" y="543767"/>
                  <a:pt x="346810" y="560536"/>
                </a:cubicBezTo>
                <a:cubicBezTo>
                  <a:pt x="346810" y="577306"/>
                  <a:pt x="333216" y="590900"/>
                  <a:pt x="316447" y="590900"/>
                </a:cubicBezTo>
                <a:cubicBezTo>
                  <a:pt x="299677" y="590900"/>
                  <a:pt x="286084" y="577306"/>
                  <a:pt x="286084" y="560536"/>
                </a:cubicBezTo>
                <a:cubicBezTo>
                  <a:pt x="286084" y="543767"/>
                  <a:pt x="299677" y="530173"/>
                  <a:pt x="316447" y="530173"/>
                </a:cubicBezTo>
                <a:close/>
                <a:moveTo>
                  <a:pt x="243892" y="530173"/>
                </a:moveTo>
                <a:cubicBezTo>
                  <a:pt x="260662" y="530173"/>
                  <a:pt x="274256" y="543767"/>
                  <a:pt x="274256" y="560536"/>
                </a:cubicBezTo>
                <a:cubicBezTo>
                  <a:pt x="274256" y="577306"/>
                  <a:pt x="260662" y="590900"/>
                  <a:pt x="243892" y="590900"/>
                </a:cubicBezTo>
                <a:cubicBezTo>
                  <a:pt x="227123" y="590900"/>
                  <a:pt x="213529" y="577306"/>
                  <a:pt x="213529" y="560536"/>
                </a:cubicBezTo>
                <a:cubicBezTo>
                  <a:pt x="213529" y="543767"/>
                  <a:pt x="227123" y="530173"/>
                  <a:pt x="243892" y="530173"/>
                </a:cubicBezTo>
                <a:close/>
                <a:moveTo>
                  <a:pt x="171339" y="530173"/>
                </a:moveTo>
                <a:cubicBezTo>
                  <a:pt x="188107" y="530173"/>
                  <a:pt x="201701" y="543767"/>
                  <a:pt x="201701" y="560536"/>
                </a:cubicBezTo>
                <a:cubicBezTo>
                  <a:pt x="201701" y="577306"/>
                  <a:pt x="188107" y="590900"/>
                  <a:pt x="171339" y="590900"/>
                </a:cubicBezTo>
                <a:cubicBezTo>
                  <a:pt x="154673" y="590900"/>
                  <a:pt x="141079" y="577306"/>
                  <a:pt x="141079" y="560536"/>
                </a:cubicBezTo>
                <a:cubicBezTo>
                  <a:pt x="141079" y="543767"/>
                  <a:pt x="154673" y="530173"/>
                  <a:pt x="171339" y="530173"/>
                </a:cubicBezTo>
                <a:close/>
                <a:moveTo>
                  <a:pt x="98904" y="530173"/>
                </a:moveTo>
                <a:cubicBezTo>
                  <a:pt x="115664" y="530173"/>
                  <a:pt x="129258" y="543767"/>
                  <a:pt x="129258" y="560536"/>
                </a:cubicBezTo>
                <a:cubicBezTo>
                  <a:pt x="129258" y="577306"/>
                  <a:pt x="115664" y="590900"/>
                  <a:pt x="98904" y="590900"/>
                </a:cubicBezTo>
                <a:cubicBezTo>
                  <a:pt x="82130" y="590900"/>
                  <a:pt x="68536" y="577306"/>
                  <a:pt x="68536" y="560536"/>
                </a:cubicBezTo>
                <a:cubicBezTo>
                  <a:pt x="68536" y="543767"/>
                  <a:pt x="82130" y="530173"/>
                  <a:pt x="98904" y="530173"/>
                </a:cubicBezTo>
                <a:close/>
                <a:moveTo>
                  <a:pt x="26349" y="530173"/>
                </a:moveTo>
                <a:cubicBezTo>
                  <a:pt x="43112" y="530173"/>
                  <a:pt x="56707" y="543767"/>
                  <a:pt x="56707" y="560536"/>
                </a:cubicBezTo>
                <a:cubicBezTo>
                  <a:pt x="56707" y="577306"/>
                  <a:pt x="43112" y="590900"/>
                  <a:pt x="26349" y="590900"/>
                </a:cubicBezTo>
                <a:cubicBezTo>
                  <a:pt x="17963" y="590900"/>
                  <a:pt x="10372" y="587502"/>
                  <a:pt x="4877" y="582007"/>
                </a:cubicBezTo>
                <a:lnTo>
                  <a:pt x="0" y="570232"/>
                </a:lnTo>
                <a:lnTo>
                  <a:pt x="0" y="550840"/>
                </a:lnTo>
                <a:lnTo>
                  <a:pt x="4877" y="539066"/>
                </a:lnTo>
                <a:cubicBezTo>
                  <a:pt x="10372" y="533572"/>
                  <a:pt x="17963" y="530173"/>
                  <a:pt x="26349" y="530173"/>
                </a:cubicBezTo>
                <a:close/>
                <a:moveTo>
                  <a:pt x="1673704" y="458486"/>
                </a:moveTo>
                <a:lnTo>
                  <a:pt x="1671744" y="497284"/>
                </a:lnTo>
                <a:lnTo>
                  <a:pt x="1664620" y="480084"/>
                </a:lnTo>
                <a:cubicBezTo>
                  <a:pt x="1664620" y="471700"/>
                  <a:pt x="1668019" y="464109"/>
                  <a:pt x="1673514" y="458614"/>
                </a:cubicBezTo>
                <a:close/>
                <a:moveTo>
                  <a:pt x="1622429" y="449721"/>
                </a:moveTo>
                <a:cubicBezTo>
                  <a:pt x="1639199" y="449721"/>
                  <a:pt x="1652792" y="463315"/>
                  <a:pt x="1652792" y="480084"/>
                </a:cubicBezTo>
                <a:cubicBezTo>
                  <a:pt x="1652792" y="496854"/>
                  <a:pt x="1639199" y="510448"/>
                  <a:pt x="1622429" y="510448"/>
                </a:cubicBezTo>
                <a:cubicBezTo>
                  <a:pt x="1605659" y="510448"/>
                  <a:pt x="1592066" y="496854"/>
                  <a:pt x="1592066" y="480084"/>
                </a:cubicBezTo>
                <a:cubicBezTo>
                  <a:pt x="1592066" y="463315"/>
                  <a:pt x="1605659" y="449721"/>
                  <a:pt x="1622429" y="449721"/>
                </a:cubicBezTo>
                <a:close/>
                <a:moveTo>
                  <a:pt x="1549874" y="449721"/>
                </a:moveTo>
                <a:cubicBezTo>
                  <a:pt x="1566644" y="449721"/>
                  <a:pt x="1580238" y="463315"/>
                  <a:pt x="1580238" y="480084"/>
                </a:cubicBezTo>
                <a:cubicBezTo>
                  <a:pt x="1580238" y="496854"/>
                  <a:pt x="1566644" y="510448"/>
                  <a:pt x="1549874" y="510448"/>
                </a:cubicBezTo>
                <a:cubicBezTo>
                  <a:pt x="1533105" y="510448"/>
                  <a:pt x="1519511" y="496854"/>
                  <a:pt x="1519511" y="480084"/>
                </a:cubicBezTo>
                <a:cubicBezTo>
                  <a:pt x="1519511" y="463315"/>
                  <a:pt x="1533105" y="449721"/>
                  <a:pt x="1549874" y="449721"/>
                </a:cubicBezTo>
                <a:close/>
                <a:moveTo>
                  <a:pt x="1477320" y="449721"/>
                </a:moveTo>
                <a:cubicBezTo>
                  <a:pt x="1494089" y="449721"/>
                  <a:pt x="1507683" y="463315"/>
                  <a:pt x="1507683" y="480084"/>
                </a:cubicBezTo>
                <a:cubicBezTo>
                  <a:pt x="1507683" y="496854"/>
                  <a:pt x="1494089" y="510448"/>
                  <a:pt x="1477320" y="510448"/>
                </a:cubicBezTo>
                <a:cubicBezTo>
                  <a:pt x="1460550" y="510448"/>
                  <a:pt x="1446956" y="496854"/>
                  <a:pt x="1446956" y="480084"/>
                </a:cubicBezTo>
                <a:cubicBezTo>
                  <a:pt x="1446956" y="463315"/>
                  <a:pt x="1460550" y="449721"/>
                  <a:pt x="1477320" y="449721"/>
                </a:cubicBezTo>
                <a:close/>
                <a:moveTo>
                  <a:pt x="1404765" y="449721"/>
                </a:moveTo>
                <a:cubicBezTo>
                  <a:pt x="1421535" y="449721"/>
                  <a:pt x="1435129" y="463315"/>
                  <a:pt x="1435129" y="480084"/>
                </a:cubicBezTo>
                <a:cubicBezTo>
                  <a:pt x="1435129" y="496854"/>
                  <a:pt x="1421535" y="510448"/>
                  <a:pt x="1404765" y="510448"/>
                </a:cubicBezTo>
                <a:cubicBezTo>
                  <a:pt x="1387996" y="510448"/>
                  <a:pt x="1374402" y="496854"/>
                  <a:pt x="1374402" y="480084"/>
                </a:cubicBezTo>
                <a:cubicBezTo>
                  <a:pt x="1374402" y="463315"/>
                  <a:pt x="1387996" y="449721"/>
                  <a:pt x="1404765" y="449721"/>
                </a:cubicBezTo>
                <a:close/>
                <a:moveTo>
                  <a:pt x="1332211" y="449721"/>
                </a:moveTo>
                <a:cubicBezTo>
                  <a:pt x="1348980" y="449721"/>
                  <a:pt x="1362574" y="463315"/>
                  <a:pt x="1362574" y="480084"/>
                </a:cubicBezTo>
                <a:cubicBezTo>
                  <a:pt x="1362574" y="496854"/>
                  <a:pt x="1348980" y="510448"/>
                  <a:pt x="1332211" y="510448"/>
                </a:cubicBezTo>
                <a:cubicBezTo>
                  <a:pt x="1315441" y="510448"/>
                  <a:pt x="1301847" y="496854"/>
                  <a:pt x="1301847" y="480084"/>
                </a:cubicBezTo>
                <a:cubicBezTo>
                  <a:pt x="1301847" y="463315"/>
                  <a:pt x="1315441" y="449721"/>
                  <a:pt x="1332211" y="449721"/>
                </a:cubicBezTo>
                <a:close/>
                <a:moveTo>
                  <a:pt x="1259656" y="449721"/>
                </a:moveTo>
                <a:cubicBezTo>
                  <a:pt x="1276426" y="449721"/>
                  <a:pt x="1290020" y="463315"/>
                  <a:pt x="1290020" y="480084"/>
                </a:cubicBezTo>
                <a:cubicBezTo>
                  <a:pt x="1290020" y="496854"/>
                  <a:pt x="1276426" y="510448"/>
                  <a:pt x="1259656" y="510448"/>
                </a:cubicBezTo>
                <a:cubicBezTo>
                  <a:pt x="1242887" y="510448"/>
                  <a:pt x="1229293" y="496854"/>
                  <a:pt x="1229293" y="480084"/>
                </a:cubicBezTo>
                <a:cubicBezTo>
                  <a:pt x="1229293" y="463315"/>
                  <a:pt x="1242887" y="449721"/>
                  <a:pt x="1259656" y="449721"/>
                </a:cubicBezTo>
                <a:close/>
                <a:moveTo>
                  <a:pt x="1187102" y="449721"/>
                </a:moveTo>
                <a:cubicBezTo>
                  <a:pt x="1203871" y="449721"/>
                  <a:pt x="1217465" y="463315"/>
                  <a:pt x="1217465" y="480084"/>
                </a:cubicBezTo>
                <a:cubicBezTo>
                  <a:pt x="1217465" y="496854"/>
                  <a:pt x="1203871" y="510448"/>
                  <a:pt x="1187102" y="510448"/>
                </a:cubicBezTo>
                <a:cubicBezTo>
                  <a:pt x="1170332" y="510448"/>
                  <a:pt x="1156738" y="496854"/>
                  <a:pt x="1156738" y="480084"/>
                </a:cubicBezTo>
                <a:cubicBezTo>
                  <a:pt x="1156738" y="463315"/>
                  <a:pt x="1170332" y="449721"/>
                  <a:pt x="1187102" y="449721"/>
                </a:cubicBezTo>
                <a:close/>
                <a:moveTo>
                  <a:pt x="1114547" y="449721"/>
                </a:moveTo>
                <a:cubicBezTo>
                  <a:pt x="1131317" y="449721"/>
                  <a:pt x="1144911" y="463315"/>
                  <a:pt x="1144911" y="480084"/>
                </a:cubicBezTo>
                <a:cubicBezTo>
                  <a:pt x="1144911" y="496854"/>
                  <a:pt x="1131317" y="510448"/>
                  <a:pt x="1114547" y="510448"/>
                </a:cubicBezTo>
                <a:cubicBezTo>
                  <a:pt x="1097778" y="510448"/>
                  <a:pt x="1084184" y="496854"/>
                  <a:pt x="1084184" y="480084"/>
                </a:cubicBezTo>
                <a:cubicBezTo>
                  <a:pt x="1084184" y="463315"/>
                  <a:pt x="1097778" y="449721"/>
                  <a:pt x="1114547" y="449721"/>
                </a:cubicBezTo>
                <a:close/>
                <a:moveTo>
                  <a:pt x="1041993" y="449721"/>
                </a:moveTo>
                <a:cubicBezTo>
                  <a:pt x="1058762" y="449721"/>
                  <a:pt x="1072356" y="463315"/>
                  <a:pt x="1072356" y="480084"/>
                </a:cubicBezTo>
                <a:cubicBezTo>
                  <a:pt x="1072356" y="496854"/>
                  <a:pt x="1058762" y="510448"/>
                  <a:pt x="1041993" y="510448"/>
                </a:cubicBezTo>
                <a:cubicBezTo>
                  <a:pt x="1025223" y="510448"/>
                  <a:pt x="1011629" y="496854"/>
                  <a:pt x="1011629" y="480084"/>
                </a:cubicBezTo>
                <a:cubicBezTo>
                  <a:pt x="1011629" y="463315"/>
                  <a:pt x="1025223" y="449721"/>
                  <a:pt x="1041993" y="449721"/>
                </a:cubicBezTo>
                <a:close/>
                <a:moveTo>
                  <a:pt x="969438" y="449721"/>
                </a:moveTo>
                <a:cubicBezTo>
                  <a:pt x="986208" y="449721"/>
                  <a:pt x="999801" y="463315"/>
                  <a:pt x="999801" y="480084"/>
                </a:cubicBezTo>
                <a:cubicBezTo>
                  <a:pt x="999801" y="496854"/>
                  <a:pt x="986208" y="510448"/>
                  <a:pt x="969438" y="510448"/>
                </a:cubicBezTo>
                <a:cubicBezTo>
                  <a:pt x="952669" y="510448"/>
                  <a:pt x="939075" y="496854"/>
                  <a:pt x="939075" y="480084"/>
                </a:cubicBezTo>
                <a:cubicBezTo>
                  <a:pt x="939075" y="463315"/>
                  <a:pt x="952669" y="449721"/>
                  <a:pt x="969438" y="449721"/>
                </a:cubicBezTo>
                <a:close/>
                <a:moveTo>
                  <a:pt x="896883" y="449721"/>
                </a:moveTo>
                <a:cubicBezTo>
                  <a:pt x="913653" y="449721"/>
                  <a:pt x="927247" y="463315"/>
                  <a:pt x="927247" y="480084"/>
                </a:cubicBezTo>
                <a:cubicBezTo>
                  <a:pt x="927247" y="496854"/>
                  <a:pt x="913653" y="510448"/>
                  <a:pt x="896883" y="510448"/>
                </a:cubicBezTo>
                <a:cubicBezTo>
                  <a:pt x="880114" y="510448"/>
                  <a:pt x="866520" y="496854"/>
                  <a:pt x="866520" y="480084"/>
                </a:cubicBezTo>
                <a:cubicBezTo>
                  <a:pt x="866520" y="463315"/>
                  <a:pt x="880114" y="449721"/>
                  <a:pt x="896883" y="449721"/>
                </a:cubicBezTo>
                <a:close/>
                <a:moveTo>
                  <a:pt x="824329" y="449721"/>
                </a:moveTo>
                <a:cubicBezTo>
                  <a:pt x="841098" y="449721"/>
                  <a:pt x="854692" y="463315"/>
                  <a:pt x="854692" y="480084"/>
                </a:cubicBezTo>
                <a:cubicBezTo>
                  <a:pt x="854692" y="496854"/>
                  <a:pt x="841098" y="510448"/>
                  <a:pt x="824329" y="510448"/>
                </a:cubicBezTo>
                <a:cubicBezTo>
                  <a:pt x="807559" y="510448"/>
                  <a:pt x="793965" y="496854"/>
                  <a:pt x="793965" y="480084"/>
                </a:cubicBezTo>
                <a:cubicBezTo>
                  <a:pt x="793965" y="463315"/>
                  <a:pt x="807559" y="449721"/>
                  <a:pt x="824329" y="449721"/>
                </a:cubicBezTo>
                <a:close/>
                <a:moveTo>
                  <a:pt x="751774" y="449721"/>
                </a:moveTo>
                <a:cubicBezTo>
                  <a:pt x="768544" y="449721"/>
                  <a:pt x="782138" y="463315"/>
                  <a:pt x="782138" y="480084"/>
                </a:cubicBezTo>
                <a:cubicBezTo>
                  <a:pt x="782138" y="496854"/>
                  <a:pt x="768544" y="510448"/>
                  <a:pt x="751774" y="510448"/>
                </a:cubicBezTo>
                <a:cubicBezTo>
                  <a:pt x="735005" y="510448"/>
                  <a:pt x="721411" y="496854"/>
                  <a:pt x="721411" y="480084"/>
                </a:cubicBezTo>
                <a:cubicBezTo>
                  <a:pt x="721411" y="463315"/>
                  <a:pt x="735005" y="449721"/>
                  <a:pt x="751774" y="449721"/>
                </a:cubicBezTo>
                <a:close/>
                <a:moveTo>
                  <a:pt x="679220" y="449721"/>
                </a:moveTo>
                <a:cubicBezTo>
                  <a:pt x="695989" y="449721"/>
                  <a:pt x="709583" y="463315"/>
                  <a:pt x="709583" y="480084"/>
                </a:cubicBezTo>
                <a:cubicBezTo>
                  <a:pt x="709583" y="496854"/>
                  <a:pt x="695989" y="510448"/>
                  <a:pt x="679220" y="510448"/>
                </a:cubicBezTo>
                <a:cubicBezTo>
                  <a:pt x="662450" y="510448"/>
                  <a:pt x="648856" y="496854"/>
                  <a:pt x="648856" y="480084"/>
                </a:cubicBezTo>
                <a:cubicBezTo>
                  <a:pt x="648856" y="463315"/>
                  <a:pt x="662450" y="449721"/>
                  <a:pt x="679220" y="449721"/>
                </a:cubicBezTo>
                <a:close/>
                <a:moveTo>
                  <a:pt x="606665" y="449721"/>
                </a:moveTo>
                <a:cubicBezTo>
                  <a:pt x="623435" y="449721"/>
                  <a:pt x="637029" y="463315"/>
                  <a:pt x="637029" y="480084"/>
                </a:cubicBezTo>
                <a:cubicBezTo>
                  <a:pt x="637029" y="496854"/>
                  <a:pt x="623435" y="510448"/>
                  <a:pt x="606665" y="510448"/>
                </a:cubicBezTo>
                <a:cubicBezTo>
                  <a:pt x="589896" y="510448"/>
                  <a:pt x="576302" y="496854"/>
                  <a:pt x="576302" y="480084"/>
                </a:cubicBezTo>
                <a:cubicBezTo>
                  <a:pt x="576302" y="463315"/>
                  <a:pt x="589896" y="449721"/>
                  <a:pt x="606665" y="449721"/>
                </a:cubicBezTo>
                <a:close/>
                <a:moveTo>
                  <a:pt x="534111" y="449721"/>
                </a:moveTo>
                <a:cubicBezTo>
                  <a:pt x="550880" y="449721"/>
                  <a:pt x="564474" y="463315"/>
                  <a:pt x="564474" y="480084"/>
                </a:cubicBezTo>
                <a:cubicBezTo>
                  <a:pt x="564474" y="496854"/>
                  <a:pt x="550880" y="510448"/>
                  <a:pt x="534111" y="510448"/>
                </a:cubicBezTo>
                <a:cubicBezTo>
                  <a:pt x="517341" y="510448"/>
                  <a:pt x="503747" y="496854"/>
                  <a:pt x="503747" y="480084"/>
                </a:cubicBezTo>
                <a:cubicBezTo>
                  <a:pt x="503747" y="463315"/>
                  <a:pt x="517341" y="449721"/>
                  <a:pt x="534111" y="449721"/>
                </a:cubicBezTo>
                <a:close/>
                <a:moveTo>
                  <a:pt x="461556" y="449721"/>
                </a:moveTo>
                <a:cubicBezTo>
                  <a:pt x="478326" y="449721"/>
                  <a:pt x="491920" y="463315"/>
                  <a:pt x="491920" y="480084"/>
                </a:cubicBezTo>
                <a:cubicBezTo>
                  <a:pt x="491920" y="496854"/>
                  <a:pt x="478326" y="510448"/>
                  <a:pt x="461556" y="510448"/>
                </a:cubicBezTo>
                <a:cubicBezTo>
                  <a:pt x="444787" y="510448"/>
                  <a:pt x="431192" y="496854"/>
                  <a:pt x="431192" y="480084"/>
                </a:cubicBezTo>
                <a:cubicBezTo>
                  <a:pt x="431192" y="463315"/>
                  <a:pt x="444787" y="449721"/>
                  <a:pt x="461556" y="449721"/>
                </a:cubicBezTo>
                <a:close/>
                <a:moveTo>
                  <a:pt x="389002" y="449721"/>
                </a:moveTo>
                <a:cubicBezTo>
                  <a:pt x="405771" y="449721"/>
                  <a:pt x="419365" y="463315"/>
                  <a:pt x="419365" y="480084"/>
                </a:cubicBezTo>
                <a:cubicBezTo>
                  <a:pt x="419365" y="496854"/>
                  <a:pt x="405771" y="510448"/>
                  <a:pt x="389002" y="510448"/>
                </a:cubicBezTo>
                <a:cubicBezTo>
                  <a:pt x="372232" y="510448"/>
                  <a:pt x="358638" y="496854"/>
                  <a:pt x="358638" y="480084"/>
                </a:cubicBezTo>
                <a:cubicBezTo>
                  <a:pt x="358638" y="463315"/>
                  <a:pt x="372232" y="449721"/>
                  <a:pt x="389002" y="449721"/>
                </a:cubicBezTo>
                <a:close/>
                <a:moveTo>
                  <a:pt x="316447" y="449721"/>
                </a:moveTo>
                <a:cubicBezTo>
                  <a:pt x="333216" y="449721"/>
                  <a:pt x="346810" y="463315"/>
                  <a:pt x="346810" y="480084"/>
                </a:cubicBezTo>
                <a:cubicBezTo>
                  <a:pt x="346810" y="496854"/>
                  <a:pt x="333216" y="510448"/>
                  <a:pt x="316447" y="510448"/>
                </a:cubicBezTo>
                <a:cubicBezTo>
                  <a:pt x="299677" y="510448"/>
                  <a:pt x="286084" y="496854"/>
                  <a:pt x="286084" y="480084"/>
                </a:cubicBezTo>
                <a:cubicBezTo>
                  <a:pt x="286084" y="463315"/>
                  <a:pt x="299677" y="449721"/>
                  <a:pt x="316447" y="449721"/>
                </a:cubicBezTo>
                <a:close/>
                <a:moveTo>
                  <a:pt x="243892" y="449721"/>
                </a:moveTo>
                <a:cubicBezTo>
                  <a:pt x="260662" y="449721"/>
                  <a:pt x="274256" y="463315"/>
                  <a:pt x="274256" y="480084"/>
                </a:cubicBezTo>
                <a:cubicBezTo>
                  <a:pt x="274256" y="496854"/>
                  <a:pt x="260662" y="510448"/>
                  <a:pt x="243892" y="510448"/>
                </a:cubicBezTo>
                <a:cubicBezTo>
                  <a:pt x="227123" y="510448"/>
                  <a:pt x="213529" y="496854"/>
                  <a:pt x="213529" y="480084"/>
                </a:cubicBezTo>
                <a:cubicBezTo>
                  <a:pt x="213529" y="463315"/>
                  <a:pt x="227123" y="449721"/>
                  <a:pt x="243892" y="449721"/>
                </a:cubicBezTo>
                <a:close/>
                <a:moveTo>
                  <a:pt x="171339" y="449721"/>
                </a:moveTo>
                <a:cubicBezTo>
                  <a:pt x="188107" y="449721"/>
                  <a:pt x="201701" y="463315"/>
                  <a:pt x="201701" y="480084"/>
                </a:cubicBezTo>
                <a:cubicBezTo>
                  <a:pt x="201701" y="496854"/>
                  <a:pt x="188107" y="510448"/>
                  <a:pt x="171339" y="510448"/>
                </a:cubicBezTo>
                <a:cubicBezTo>
                  <a:pt x="154679" y="510448"/>
                  <a:pt x="141085" y="496854"/>
                  <a:pt x="141085" y="480084"/>
                </a:cubicBezTo>
                <a:cubicBezTo>
                  <a:pt x="141085" y="463315"/>
                  <a:pt x="154679" y="449721"/>
                  <a:pt x="171339" y="449721"/>
                </a:cubicBezTo>
                <a:close/>
                <a:moveTo>
                  <a:pt x="98910" y="449721"/>
                </a:moveTo>
                <a:cubicBezTo>
                  <a:pt x="115670" y="449721"/>
                  <a:pt x="129264" y="463315"/>
                  <a:pt x="129264" y="480084"/>
                </a:cubicBezTo>
                <a:cubicBezTo>
                  <a:pt x="129264" y="496854"/>
                  <a:pt x="115670" y="510448"/>
                  <a:pt x="98910" y="510448"/>
                </a:cubicBezTo>
                <a:cubicBezTo>
                  <a:pt x="82136" y="510448"/>
                  <a:pt x="68542" y="496854"/>
                  <a:pt x="68542" y="480084"/>
                </a:cubicBezTo>
                <a:cubicBezTo>
                  <a:pt x="68542" y="463315"/>
                  <a:pt x="82136" y="449721"/>
                  <a:pt x="98910" y="449721"/>
                </a:cubicBezTo>
                <a:close/>
                <a:moveTo>
                  <a:pt x="26355" y="449721"/>
                </a:moveTo>
                <a:cubicBezTo>
                  <a:pt x="43118" y="449721"/>
                  <a:pt x="56713" y="463315"/>
                  <a:pt x="56713" y="480084"/>
                </a:cubicBezTo>
                <a:cubicBezTo>
                  <a:pt x="56713" y="496854"/>
                  <a:pt x="43118" y="510448"/>
                  <a:pt x="26355" y="510448"/>
                </a:cubicBezTo>
                <a:cubicBezTo>
                  <a:pt x="17970" y="510448"/>
                  <a:pt x="10379" y="507050"/>
                  <a:pt x="4884" y="501555"/>
                </a:cubicBezTo>
                <a:lnTo>
                  <a:pt x="0" y="489763"/>
                </a:lnTo>
                <a:lnTo>
                  <a:pt x="0" y="470405"/>
                </a:lnTo>
                <a:lnTo>
                  <a:pt x="4884" y="458614"/>
                </a:lnTo>
                <a:cubicBezTo>
                  <a:pt x="10379" y="453120"/>
                  <a:pt x="17970" y="449721"/>
                  <a:pt x="26355" y="449721"/>
                </a:cubicBezTo>
                <a:close/>
                <a:moveTo>
                  <a:pt x="1673066" y="379245"/>
                </a:moveTo>
                <a:lnTo>
                  <a:pt x="1675237" y="422266"/>
                </a:lnTo>
                <a:lnTo>
                  <a:pt x="1673514" y="421103"/>
                </a:lnTo>
                <a:cubicBezTo>
                  <a:pt x="1668019" y="415609"/>
                  <a:pt x="1664620" y="408017"/>
                  <a:pt x="1664620" y="399633"/>
                </a:cubicBezTo>
                <a:close/>
                <a:moveTo>
                  <a:pt x="1622429" y="369269"/>
                </a:moveTo>
                <a:cubicBezTo>
                  <a:pt x="1639199" y="369269"/>
                  <a:pt x="1652792" y="382864"/>
                  <a:pt x="1652792" y="399633"/>
                </a:cubicBezTo>
                <a:cubicBezTo>
                  <a:pt x="1652792" y="416402"/>
                  <a:pt x="1639199" y="429997"/>
                  <a:pt x="1622429" y="429997"/>
                </a:cubicBezTo>
                <a:cubicBezTo>
                  <a:pt x="1605659" y="429997"/>
                  <a:pt x="1592066" y="416402"/>
                  <a:pt x="1592066" y="399633"/>
                </a:cubicBezTo>
                <a:cubicBezTo>
                  <a:pt x="1592066" y="382864"/>
                  <a:pt x="1605659" y="369269"/>
                  <a:pt x="1622429" y="369269"/>
                </a:cubicBezTo>
                <a:close/>
                <a:moveTo>
                  <a:pt x="1549874" y="369269"/>
                </a:moveTo>
                <a:cubicBezTo>
                  <a:pt x="1566644" y="369269"/>
                  <a:pt x="1580238" y="382864"/>
                  <a:pt x="1580238" y="399633"/>
                </a:cubicBezTo>
                <a:cubicBezTo>
                  <a:pt x="1580238" y="416402"/>
                  <a:pt x="1566644" y="429997"/>
                  <a:pt x="1549874" y="429997"/>
                </a:cubicBezTo>
                <a:cubicBezTo>
                  <a:pt x="1533105" y="429997"/>
                  <a:pt x="1519511" y="416402"/>
                  <a:pt x="1519511" y="399633"/>
                </a:cubicBezTo>
                <a:cubicBezTo>
                  <a:pt x="1519511" y="382864"/>
                  <a:pt x="1533105" y="369269"/>
                  <a:pt x="1549874" y="369269"/>
                </a:cubicBezTo>
                <a:close/>
                <a:moveTo>
                  <a:pt x="1477320" y="369269"/>
                </a:moveTo>
                <a:cubicBezTo>
                  <a:pt x="1494089" y="369269"/>
                  <a:pt x="1507683" y="382864"/>
                  <a:pt x="1507683" y="399633"/>
                </a:cubicBezTo>
                <a:cubicBezTo>
                  <a:pt x="1507683" y="416402"/>
                  <a:pt x="1494089" y="429997"/>
                  <a:pt x="1477320" y="429997"/>
                </a:cubicBezTo>
                <a:cubicBezTo>
                  <a:pt x="1460550" y="429997"/>
                  <a:pt x="1446956" y="416402"/>
                  <a:pt x="1446956" y="399633"/>
                </a:cubicBezTo>
                <a:cubicBezTo>
                  <a:pt x="1446956" y="382864"/>
                  <a:pt x="1460550" y="369269"/>
                  <a:pt x="1477320" y="369269"/>
                </a:cubicBezTo>
                <a:close/>
                <a:moveTo>
                  <a:pt x="1404765" y="369269"/>
                </a:moveTo>
                <a:cubicBezTo>
                  <a:pt x="1421535" y="369269"/>
                  <a:pt x="1435129" y="382864"/>
                  <a:pt x="1435129" y="399633"/>
                </a:cubicBezTo>
                <a:cubicBezTo>
                  <a:pt x="1435129" y="416402"/>
                  <a:pt x="1421535" y="429997"/>
                  <a:pt x="1404765" y="429997"/>
                </a:cubicBezTo>
                <a:cubicBezTo>
                  <a:pt x="1387996" y="429997"/>
                  <a:pt x="1374402" y="416402"/>
                  <a:pt x="1374402" y="399633"/>
                </a:cubicBezTo>
                <a:cubicBezTo>
                  <a:pt x="1374402" y="382864"/>
                  <a:pt x="1387996" y="369269"/>
                  <a:pt x="1404765" y="369269"/>
                </a:cubicBezTo>
                <a:close/>
                <a:moveTo>
                  <a:pt x="1332211" y="369269"/>
                </a:moveTo>
                <a:cubicBezTo>
                  <a:pt x="1348980" y="369269"/>
                  <a:pt x="1362574" y="382864"/>
                  <a:pt x="1362574" y="399633"/>
                </a:cubicBezTo>
                <a:cubicBezTo>
                  <a:pt x="1362574" y="416402"/>
                  <a:pt x="1348980" y="429997"/>
                  <a:pt x="1332211" y="429997"/>
                </a:cubicBezTo>
                <a:cubicBezTo>
                  <a:pt x="1315441" y="429997"/>
                  <a:pt x="1301847" y="416402"/>
                  <a:pt x="1301847" y="399633"/>
                </a:cubicBezTo>
                <a:cubicBezTo>
                  <a:pt x="1301847" y="382864"/>
                  <a:pt x="1315441" y="369269"/>
                  <a:pt x="1332211" y="369269"/>
                </a:cubicBezTo>
                <a:close/>
                <a:moveTo>
                  <a:pt x="1259656" y="369269"/>
                </a:moveTo>
                <a:cubicBezTo>
                  <a:pt x="1276426" y="369269"/>
                  <a:pt x="1290020" y="382864"/>
                  <a:pt x="1290020" y="399633"/>
                </a:cubicBezTo>
                <a:cubicBezTo>
                  <a:pt x="1290020" y="416402"/>
                  <a:pt x="1276426" y="429997"/>
                  <a:pt x="1259656" y="429997"/>
                </a:cubicBezTo>
                <a:cubicBezTo>
                  <a:pt x="1242887" y="429997"/>
                  <a:pt x="1229293" y="416402"/>
                  <a:pt x="1229293" y="399633"/>
                </a:cubicBezTo>
                <a:cubicBezTo>
                  <a:pt x="1229293" y="382864"/>
                  <a:pt x="1242887" y="369269"/>
                  <a:pt x="1259656" y="369269"/>
                </a:cubicBezTo>
                <a:close/>
                <a:moveTo>
                  <a:pt x="1187102" y="369269"/>
                </a:moveTo>
                <a:cubicBezTo>
                  <a:pt x="1203871" y="369269"/>
                  <a:pt x="1217465" y="382864"/>
                  <a:pt x="1217465" y="399633"/>
                </a:cubicBezTo>
                <a:cubicBezTo>
                  <a:pt x="1217465" y="416402"/>
                  <a:pt x="1203871" y="429997"/>
                  <a:pt x="1187102" y="429997"/>
                </a:cubicBezTo>
                <a:cubicBezTo>
                  <a:pt x="1170332" y="429997"/>
                  <a:pt x="1156738" y="416402"/>
                  <a:pt x="1156738" y="399633"/>
                </a:cubicBezTo>
                <a:cubicBezTo>
                  <a:pt x="1156738" y="382864"/>
                  <a:pt x="1170332" y="369269"/>
                  <a:pt x="1187102" y="369269"/>
                </a:cubicBezTo>
                <a:close/>
                <a:moveTo>
                  <a:pt x="1114547" y="369269"/>
                </a:moveTo>
                <a:cubicBezTo>
                  <a:pt x="1131317" y="369269"/>
                  <a:pt x="1144911" y="382864"/>
                  <a:pt x="1144911" y="399633"/>
                </a:cubicBezTo>
                <a:cubicBezTo>
                  <a:pt x="1144911" y="416402"/>
                  <a:pt x="1131317" y="429997"/>
                  <a:pt x="1114547" y="429997"/>
                </a:cubicBezTo>
                <a:cubicBezTo>
                  <a:pt x="1097778" y="429997"/>
                  <a:pt x="1084184" y="416402"/>
                  <a:pt x="1084184" y="399633"/>
                </a:cubicBezTo>
                <a:cubicBezTo>
                  <a:pt x="1084184" y="382864"/>
                  <a:pt x="1097778" y="369269"/>
                  <a:pt x="1114547" y="369269"/>
                </a:cubicBezTo>
                <a:close/>
                <a:moveTo>
                  <a:pt x="1041993" y="369269"/>
                </a:moveTo>
                <a:cubicBezTo>
                  <a:pt x="1058762" y="369269"/>
                  <a:pt x="1072356" y="382864"/>
                  <a:pt x="1072356" y="399633"/>
                </a:cubicBezTo>
                <a:cubicBezTo>
                  <a:pt x="1072356" y="416402"/>
                  <a:pt x="1058762" y="429997"/>
                  <a:pt x="1041993" y="429997"/>
                </a:cubicBezTo>
                <a:cubicBezTo>
                  <a:pt x="1025223" y="429997"/>
                  <a:pt x="1011629" y="416402"/>
                  <a:pt x="1011629" y="399633"/>
                </a:cubicBezTo>
                <a:cubicBezTo>
                  <a:pt x="1011629" y="382864"/>
                  <a:pt x="1025223" y="369269"/>
                  <a:pt x="1041993" y="369269"/>
                </a:cubicBezTo>
                <a:close/>
                <a:moveTo>
                  <a:pt x="969438" y="369269"/>
                </a:moveTo>
                <a:cubicBezTo>
                  <a:pt x="986208" y="369269"/>
                  <a:pt x="999801" y="382864"/>
                  <a:pt x="999801" y="399633"/>
                </a:cubicBezTo>
                <a:cubicBezTo>
                  <a:pt x="999801" y="416402"/>
                  <a:pt x="986208" y="429997"/>
                  <a:pt x="969438" y="429997"/>
                </a:cubicBezTo>
                <a:cubicBezTo>
                  <a:pt x="952669" y="429997"/>
                  <a:pt x="939075" y="416402"/>
                  <a:pt x="939075" y="399633"/>
                </a:cubicBezTo>
                <a:cubicBezTo>
                  <a:pt x="939075" y="382864"/>
                  <a:pt x="952669" y="369269"/>
                  <a:pt x="969438" y="369269"/>
                </a:cubicBezTo>
                <a:close/>
                <a:moveTo>
                  <a:pt x="896883" y="369269"/>
                </a:moveTo>
                <a:cubicBezTo>
                  <a:pt x="913653" y="369269"/>
                  <a:pt x="927247" y="382864"/>
                  <a:pt x="927247" y="399633"/>
                </a:cubicBezTo>
                <a:cubicBezTo>
                  <a:pt x="927247" y="416402"/>
                  <a:pt x="913653" y="429997"/>
                  <a:pt x="896883" y="429997"/>
                </a:cubicBezTo>
                <a:cubicBezTo>
                  <a:pt x="880114" y="429997"/>
                  <a:pt x="866520" y="416402"/>
                  <a:pt x="866520" y="399633"/>
                </a:cubicBezTo>
                <a:cubicBezTo>
                  <a:pt x="866520" y="382864"/>
                  <a:pt x="880114" y="369269"/>
                  <a:pt x="896883" y="369269"/>
                </a:cubicBezTo>
                <a:close/>
                <a:moveTo>
                  <a:pt x="824329" y="369269"/>
                </a:moveTo>
                <a:cubicBezTo>
                  <a:pt x="841098" y="369269"/>
                  <a:pt x="854692" y="382864"/>
                  <a:pt x="854692" y="399633"/>
                </a:cubicBezTo>
                <a:cubicBezTo>
                  <a:pt x="854692" y="416402"/>
                  <a:pt x="841098" y="429997"/>
                  <a:pt x="824329" y="429997"/>
                </a:cubicBezTo>
                <a:cubicBezTo>
                  <a:pt x="807559" y="429997"/>
                  <a:pt x="793965" y="416402"/>
                  <a:pt x="793965" y="399633"/>
                </a:cubicBezTo>
                <a:cubicBezTo>
                  <a:pt x="793965" y="382864"/>
                  <a:pt x="807559" y="369269"/>
                  <a:pt x="824329" y="369269"/>
                </a:cubicBezTo>
                <a:close/>
                <a:moveTo>
                  <a:pt x="751774" y="369269"/>
                </a:moveTo>
                <a:cubicBezTo>
                  <a:pt x="768544" y="369269"/>
                  <a:pt x="782138" y="382864"/>
                  <a:pt x="782138" y="399633"/>
                </a:cubicBezTo>
                <a:cubicBezTo>
                  <a:pt x="782138" y="416402"/>
                  <a:pt x="768544" y="429997"/>
                  <a:pt x="751774" y="429997"/>
                </a:cubicBezTo>
                <a:cubicBezTo>
                  <a:pt x="735005" y="429997"/>
                  <a:pt x="721411" y="416402"/>
                  <a:pt x="721411" y="399633"/>
                </a:cubicBezTo>
                <a:cubicBezTo>
                  <a:pt x="721411" y="382864"/>
                  <a:pt x="735005" y="369269"/>
                  <a:pt x="751774" y="369269"/>
                </a:cubicBezTo>
                <a:close/>
                <a:moveTo>
                  <a:pt x="679220" y="369269"/>
                </a:moveTo>
                <a:cubicBezTo>
                  <a:pt x="695989" y="369269"/>
                  <a:pt x="709583" y="382864"/>
                  <a:pt x="709583" y="399633"/>
                </a:cubicBezTo>
                <a:cubicBezTo>
                  <a:pt x="709583" y="416402"/>
                  <a:pt x="695989" y="429997"/>
                  <a:pt x="679220" y="429997"/>
                </a:cubicBezTo>
                <a:cubicBezTo>
                  <a:pt x="662450" y="429997"/>
                  <a:pt x="648856" y="416402"/>
                  <a:pt x="648856" y="399633"/>
                </a:cubicBezTo>
                <a:cubicBezTo>
                  <a:pt x="648856" y="382864"/>
                  <a:pt x="662450" y="369269"/>
                  <a:pt x="679220" y="369269"/>
                </a:cubicBezTo>
                <a:close/>
                <a:moveTo>
                  <a:pt x="606665" y="369269"/>
                </a:moveTo>
                <a:cubicBezTo>
                  <a:pt x="623435" y="369269"/>
                  <a:pt x="637029" y="382864"/>
                  <a:pt x="637029" y="399633"/>
                </a:cubicBezTo>
                <a:cubicBezTo>
                  <a:pt x="637029" y="416402"/>
                  <a:pt x="623435" y="429997"/>
                  <a:pt x="606665" y="429997"/>
                </a:cubicBezTo>
                <a:cubicBezTo>
                  <a:pt x="589896" y="429997"/>
                  <a:pt x="576302" y="416402"/>
                  <a:pt x="576302" y="399633"/>
                </a:cubicBezTo>
                <a:cubicBezTo>
                  <a:pt x="576302" y="382864"/>
                  <a:pt x="589896" y="369269"/>
                  <a:pt x="606665" y="369269"/>
                </a:cubicBezTo>
                <a:close/>
                <a:moveTo>
                  <a:pt x="534111" y="369269"/>
                </a:moveTo>
                <a:cubicBezTo>
                  <a:pt x="550880" y="369269"/>
                  <a:pt x="564474" y="382864"/>
                  <a:pt x="564474" y="399633"/>
                </a:cubicBezTo>
                <a:cubicBezTo>
                  <a:pt x="564474" y="416402"/>
                  <a:pt x="550880" y="429997"/>
                  <a:pt x="534111" y="429997"/>
                </a:cubicBezTo>
                <a:cubicBezTo>
                  <a:pt x="517341" y="429997"/>
                  <a:pt x="503747" y="416402"/>
                  <a:pt x="503747" y="399633"/>
                </a:cubicBezTo>
                <a:cubicBezTo>
                  <a:pt x="503747" y="382864"/>
                  <a:pt x="517341" y="369269"/>
                  <a:pt x="534111" y="369269"/>
                </a:cubicBezTo>
                <a:close/>
                <a:moveTo>
                  <a:pt x="461556" y="369269"/>
                </a:moveTo>
                <a:cubicBezTo>
                  <a:pt x="478326" y="369269"/>
                  <a:pt x="491920" y="382864"/>
                  <a:pt x="491920" y="399633"/>
                </a:cubicBezTo>
                <a:cubicBezTo>
                  <a:pt x="491920" y="416402"/>
                  <a:pt x="478326" y="429997"/>
                  <a:pt x="461556" y="429997"/>
                </a:cubicBezTo>
                <a:cubicBezTo>
                  <a:pt x="444787" y="429997"/>
                  <a:pt x="431192" y="416402"/>
                  <a:pt x="431192" y="399633"/>
                </a:cubicBezTo>
                <a:cubicBezTo>
                  <a:pt x="431192" y="382864"/>
                  <a:pt x="444787" y="369269"/>
                  <a:pt x="461556" y="369269"/>
                </a:cubicBezTo>
                <a:close/>
                <a:moveTo>
                  <a:pt x="389002" y="369269"/>
                </a:moveTo>
                <a:cubicBezTo>
                  <a:pt x="405771" y="369269"/>
                  <a:pt x="419365" y="382864"/>
                  <a:pt x="419365" y="399633"/>
                </a:cubicBezTo>
                <a:cubicBezTo>
                  <a:pt x="419365" y="416402"/>
                  <a:pt x="405771" y="429997"/>
                  <a:pt x="389002" y="429997"/>
                </a:cubicBezTo>
                <a:cubicBezTo>
                  <a:pt x="372232" y="429997"/>
                  <a:pt x="358638" y="416402"/>
                  <a:pt x="358638" y="399633"/>
                </a:cubicBezTo>
                <a:cubicBezTo>
                  <a:pt x="358638" y="382864"/>
                  <a:pt x="372232" y="369269"/>
                  <a:pt x="389002" y="369269"/>
                </a:cubicBezTo>
                <a:close/>
                <a:moveTo>
                  <a:pt x="316447" y="369269"/>
                </a:moveTo>
                <a:cubicBezTo>
                  <a:pt x="333216" y="369269"/>
                  <a:pt x="346810" y="382864"/>
                  <a:pt x="346810" y="399633"/>
                </a:cubicBezTo>
                <a:cubicBezTo>
                  <a:pt x="346810" y="416402"/>
                  <a:pt x="333216" y="429997"/>
                  <a:pt x="316447" y="429997"/>
                </a:cubicBezTo>
                <a:cubicBezTo>
                  <a:pt x="299677" y="429997"/>
                  <a:pt x="286084" y="416402"/>
                  <a:pt x="286084" y="399633"/>
                </a:cubicBezTo>
                <a:cubicBezTo>
                  <a:pt x="286084" y="382864"/>
                  <a:pt x="299677" y="369269"/>
                  <a:pt x="316447" y="369269"/>
                </a:cubicBezTo>
                <a:close/>
                <a:moveTo>
                  <a:pt x="243892" y="369269"/>
                </a:moveTo>
                <a:cubicBezTo>
                  <a:pt x="260662" y="369269"/>
                  <a:pt x="274256" y="382864"/>
                  <a:pt x="274256" y="399633"/>
                </a:cubicBezTo>
                <a:cubicBezTo>
                  <a:pt x="274256" y="416402"/>
                  <a:pt x="260662" y="429997"/>
                  <a:pt x="243892" y="429997"/>
                </a:cubicBezTo>
                <a:cubicBezTo>
                  <a:pt x="227123" y="429997"/>
                  <a:pt x="213529" y="416402"/>
                  <a:pt x="213529" y="399633"/>
                </a:cubicBezTo>
                <a:cubicBezTo>
                  <a:pt x="213529" y="382864"/>
                  <a:pt x="227123" y="369269"/>
                  <a:pt x="243892" y="369269"/>
                </a:cubicBezTo>
                <a:close/>
                <a:moveTo>
                  <a:pt x="171339" y="369269"/>
                </a:moveTo>
                <a:cubicBezTo>
                  <a:pt x="188107" y="369269"/>
                  <a:pt x="201701" y="382864"/>
                  <a:pt x="201701" y="399633"/>
                </a:cubicBezTo>
                <a:cubicBezTo>
                  <a:pt x="201701" y="416402"/>
                  <a:pt x="188107" y="429997"/>
                  <a:pt x="171339" y="429997"/>
                </a:cubicBezTo>
                <a:cubicBezTo>
                  <a:pt x="154685" y="429997"/>
                  <a:pt x="141090" y="416402"/>
                  <a:pt x="141090" y="399633"/>
                </a:cubicBezTo>
                <a:cubicBezTo>
                  <a:pt x="141090" y="382864"/>
                  <a:pt x="154685" y="369269"/>
                  <a:pt x="171339" y="369269"/>
                </a:cubicBezTo>
                <a:close/>
                <a:moveTo>
                  <a:pt x="98917" y="369269"/>
                </a:moveTo>
                <a:cubicBezTo>
                  <a:pt x="115677" y="369269"/>
                  <a:pt x="129270" y="382864"/>
                  <a:pt x="129270" y="399633"/>
                </a:cubicBezTo>
                <a:cubicBezTo>
                  <a:pt x="129270" y="416402"/>
                  <a:pt x="115677" y="429997"/>
                  <a:pt x="98917" y="429997"/>
                </a:cubicBezTo>
                <a:cubicBezTo>
                  <a:pt x="82143" y="429997"/>
                  <a:pt x="68549" y="416402"/>
                  <a:pt x="68549" y="399633"/>
                </a:cubicBezTo>
                <a:cubicBezTo>
                  <a:pt x="68549" y="382864"/>
                  <a:pt x="82143" y="369269"/>
                  <a:pt x="98917" y="369269"/>
                </a:cubicBezTo>
                <a:close/>
                <a:moveTo>
                  <a:pt x="26362" y="369269"/>
                </a:moveTo>
                <a:cubicBezTo>
                  <a:pt x="43124" y="369269"/>
                  <a:pt x="56719" y="382864"/>
                  <a:pt x="56719" y="399633"/>
                </a:cubicBezTo>
                <a:cubicBezTo>
                  <a:pt x="56719" y="416402"/>
                  <a:pt x="43124" y="429997"/>
                  <a:pt x="26362" y="429997"/>
                </a:cubicBezTo>
                <a:cubicBezTo>
                  <a:pt x="17976" y="429997"/>
                  <a:pt x="10385" y="426598"/>
                  <a:pt x="4890" y="421103"/>
                </a:cubicBezTo>
                <a:lnTo>
                  <a:pt x="0" y="409299"/>
                </a:lnTo>
                <a:lnTo>
                  <a:pt x="0" y="389967"/>
                </a:lnTo>
                <a:lnTo>
                  <a:pt x="4890" y="378163"/>
                </a:lnTo>
                <a:cubicBezTo>
                  <a:pt x="10385" y="372668"/>
                  <a:pt x="17976" y="369269"/>
                  <a:pt x="26362" y="369269"/>
                </a:cubicBezTo>
                <a:close/>
                <a:moveTo>
                  <a:pt x="1669444" y="307535"/>
                </a:moveTo>
                <a:lnTo>
                  <a:pt x="1670784" y="334061"/>
                </a:lnTo>
                <a:lnTo>
                  <a:pt x="1664620" y="319181"/>
                </a:lnTo>
                <a:close/>
                <a:moveTo>
                  <a:pt x="1622429" y="288818"/>
                </a:moveTo>
                <a:cubicBezTo>
                  <a:pt x="1639199" y="288818"/>
                  <a:pt x="1652792" y="302412"/>
                  <a:pt x="1652792" y="319181"/>
                </a:cubicBezTo>
                <a:cubicBezTo>
                  <a:pt x="1652792" y="335950"/>
                  <a:pt x="1639199" y="349545"/>
                  <a:pt x="1622429" y="349545"/>
                </a:cubicBezTo>
                <a:cubicBezTo>
                  <a:pt x="1605659" y="349545"/>
                  <a:pt x="1592066" y="335950"/>
                  <a:pt x="1592066" y="319181"/>
                </a:cubicBezTo>
                <a:cubicBezTo>
                  <a:pt x="1592066" y="302412"/>
                  <a:pt x="1605659" y="288818"/>
                  <a:pt x="1622429" y="288818"/>
                </a:cubicBezTo>
                <a:close/>
                <a:moveTo>
                  <a:pt x="1549874" y="288818"/>
                </a:moveTo>
                <a:cubicBezTo>
                  <a:pt x="1566644" y="288818"/>
                  <a:pt x="1580238" y="302412"/>
                  <a:pt x="1580238" y="319181"/>
                </a:cubicBezTo>
                <a:cubicBezTo>
                  <a:pt x="1580238" y="335950"/>
                  <a:pt x="1566644" y="349545"/>
                  <a:pt x="1549874" y="349545"/>
                </a:cubicBezTo>
                <a:cubicBezTo>
                  <a:pt x="1533105" y="349545"/>
                  <a:pt x="1519511" y="335950"/>
                  <a:pt x="1519511" y="319181"/>
                </a:cubicBezTo>
                <a:cubicBezTo>
                  <a:pt x="1519511" y="302412"/>
                  <a:pt x="1533105" y="288818"/>
                  <a:pt x="1549874" y="288818"/>
                </a:cubicBezTo>
                <a:close/>
                <a:moveTo>
                  <a:pt x="1477320" y="288818"/>
                </a:moveTo>
                <a:cubicBezTo>
                  <a:pt x="1494089" y="288818"/>
                  <a:pt x="1507683" y="302412"/>
                  <a:pt x="1507683" y="319181"/>
                </a:cubicBezTo>
                <a:cubicBezTo>
                  <a:pt x="1507683" y="335950"/>
                  <a:pt x="1494089" y="349545"/>
                  <a:pt x="1477320" y="349545"/>
                </a:cubicBezTo>
                <a:cubicBezTo>
                  <a:pt x="1460550" y="349545"/>
                  <a:pt x="1446956" y="335950"/>
                  <a:pt x="1446956" y="319181"/>
                </a:cubicBezTo>
                <a:cubicBezTo>
                  <a:pt x="1446956" y="302412"/>
                  <a:pt x="1460550" y="288818"/>
                  <a:pt x="1477320" y="288818"/>
                </a:cubicBezTo>
                <a:close/>
                <a:moveTo>
                  <a:pt x="1404765" y="288818"/>
                </a:moveTo>
                <a:cubicBezTo>
                  <a:pt x="1421535" y="288818"/>
                  <a:pt x="1435129" y="302412"/>
                  <a:pt x="1435129" y="319181"/>
                </a:cubicBezTo>
                <a:cubicBezTo>
                  <a:pt x="1435129" y="335950"/>
                  <a:pt x="1421535" y="349545"/>
                  <a:pt x="1404765" y="349545"/>
                </a:cubicBezTo>
                <a:cubicBezTo>
                  <a:pt x="1387996" y="349545"/>
                  <a:pt x="1374402" y="335950"/>
                  <a:pt x="1374402" y="319181"/>
                </a:cubicBezTo>
                <a:cubicBezTo>
                  <a:pt x="1374402" y="302412"/>
                  <a:pt x="1387996" y="288818"/>
                  <a:pt x="1404765" y="288818"/>
                </a:cubicBezTo>
                <a:close/>
                <a:moveTo>
                  <a:pt x="1332211" y="288818"/>
                </a:moveTo>
                <a:cubicBezTo>
                  <a:pt x="1348980" y="288818"/>
                  <a:pt x="1362574" y="302412"/>
                  <a:pt x="1362574" y="319181"/>
                </a:cubicBezTo>
                <a:cubicBezTo>
                  <a:pt x="1362574" y="335950"/>
                  <a:pt x="1348980" y="349545"/>
                  <a:pt x="1332211" y="349545"/>
                </a:cubicBezTo>
                <a:cubicBezTo>
                  <a:pt x="1315441" y="349545"/>
                  <a:pt x="1301847" y="335950"/>
                  <a:pt x="1301847" y="319181"/>
                </a:cubicBezTo>
                <a:cubicBezTo>
                  <a:pt x="1301847" y="302412"/>
                  <a:pt x="1315441" y="288818"/>
                  <a:pt x="1332211" y="288818"/>
                </a:cubicBezTo>
                <a:close/>
                <a:moveTo>
                  <a:pt x="1259656" y="288818"/>
                </a:moveTo>
                <a:cubicBezTo>
                  <a:pt x="1276426" y="288818"/>
                  <a:pt x="1290020" y="302412"/>
                  <a:pt x="1290020" y="319181"/>
                </a:cubicBezTo>
                <a:cubicBezTo>
                  <a:pt x="1290020" y="335950"/>
                  <a:pt x="1276426" y="349545"/>
                  <a:pt x="1259656" y="349545"/>
                </a:cubicBezTo>
                <a:cubicBezTo>
                  <a:pt x="1242887" y="349545"/>
                  <a:pt x="1229293" y="335950"/>
                  <a:pt x="1229293" y="319181"/>
                </a:cubicBezTo>
                <a:cubicBezTo>
                  <a:pt x="1229293" y="302412"/>
                  <a:pt x="1242887" y="288818"/>
                  <a:pt x="1259656" y="288818"/>
                </a:cubicBezTo>
                <a:close/>
                <a:moveTo>
                  <a:pt x="1187102" y="288818"/>
                </a:moveTo>
                <a:cubicBezTo>
                  <a:pt x="1203871" y="288818"/>
                  <a:pt x="1217465" y="302412"/>
                  <a:pt x="1217465" y="319181"/>
                </a:cubicBezTo>
                <a:cubicBezTo>
                  <a:pt x="1217465" y="335950"/>
                  <a:pt x="1203871" y="349545"/>
                  <a:pt x="1187102" y="349545"/>
                </a:cubicBezTo>
                <a:cubicBezTo>
                  <a:pt x="1170332" y="349545"/>
                  <a:pt x="1156738" y="335950"/>
                  <a:pt x="1156738" y="319181"/>
                </a:cubicBezTo>
                <a:cubicBezTo>
                  <a:pt x="1156738" y="302412"/>
                  <a:pt x="1170332" y="288818"/>
                  <a:pt x="1187102" y="288818"/>
                </a:cubicBezTo>
                <a:close/>
                <a:moveTo>
                  <a:pt x="1114547" y="288818"/>
                </a:moveTo>
                <a:cubicBezTo>
                  <a:pt x="1131317" y="288818"/>
                  <a:pt x="1144911" y="302412"/>
                  <a:pt x="1144911" y="319181"/>
                </a:cubicBezTo>
                <a:cubicBezTo>
                  <a:pt x="1144911" y="335950"/>
                  <a:pt x="1131317" y="349545"/>
                  <a:pt x="1114547" y="349545"/>
                </a:cubicBezTo>
                <a:cubicBezTo>
                  <a:pt x="1097778" y="349545"/>
                  <a:pt x="1084184" y="335950"/>
                  <a:pt x="1084184" y="319181"/>
                </a:cubicBezTo>
                <a:cubicBezTo>
                  <a:pt x="1084184" y="302412"/>
                  <a:pt x="1097778" y="288818"/>
                  <a:pt x="1114547" y="288818"/>
                </a:cubicBezTo>
                <a:close/>
                <a:moveTo>
                  <a:pt x="1041993" y="288818"/>
                </a:moveTo>
                <a:cubicBezTo>
                  <a:pt x="1058762" y="288818"/>
                  <a:pt x="1072356" y="302412"/>
                  <a:pt x="1072356" y="319181"/>
                </a:cubicBezTo>
                <a:cubicBezTo>
                  <a:pt x="1072356" y="335950"/>
                  <a:pt x="1058762" y="349545"/>
                  <a:pt x="1041993" y="349545"/>
                </a:cubicBezTo>
                <a:cubicBezTo>
                  <a:pt x="1025223" y="349545"/>
                  <a:pt x="1011629" y="335950"/>
                  <a:pt x="1011629" y="319181"/>
                </a:cubicBezTo>
                <a:cubicBezTo>
                  <a:pt x="1011629" y="302412"/>
                  <a:pt x="1025223" y="288818"/>
                  <a:pt x="1041993" y="288818"/>
                </a:cubicBezTo>
                <a:close/>
                <a:moveTo>
                  <a:pt x="969438" y="288818"/>
                </a:moveTo>
                <a:cubicBezTo>
                  <a:pt x="986208" y="288818"/>
                  <a:pt x="999801" y="302412"/>
                  <a:pt x="999801" y="319181"/>
                </a:cubicBezTo>
                <a:cubicBezTo>
                  <a:pt x="999801" y="335950"/>
                  <a:pt x="986208" y="349545"/>
                  <a:pt x="969438" y="349545"/>
                </a:cubicBezTo>
                <a:cubicBezTo>
                  <a:pt x="952669" y="349545"/>
                  <a:pt x="939075" y="335950"/>
                  <a:pt x="939075" y="319181"/>
                </a:cubicBezTo>
                <a:cubicBezTo>
                  <a:pt x="939075" y="302412"/>
                  <a:pt x="952669" y="288818"/>
                  <a:pt x="969438" y="288818"/>
                </a:cubicBezTo>
                <a:close/>
                <a:moveTo>
                  <a:pt x="896883" y="288818"/>
                </a:moveTo>
                <a:cubicBezTo>
                  <a:pt x="913653" y="288818"/>
                  <a:pt x="927247" y="302412"/>
                  <a:pt x="927247" y="319181"/>
                </a:cubicBezTo>
                <a:cubicBezTo>
                  <a:pt x="927247" y="335950"/>
                  <a:pt x="913653" y="349545"/>
                  <a:pt x="896883" y="349545"/>
                </a:cubicBezTo>
                <a:cubicBezTo>
                  <a:pt x="880114" y="349545"/>
                  <a:pt x="866520" y="335950"/>
                  <a:pt x="866520" y="319181"/>
                </a:cubicBezTo>
                <a:cubicBezTo>
                  <a:pt x="866520" y="302412"/>
                  <a:pt x="880114" y="288818"/>
                  <a:pt x="896883" y="288818"/>
                </a:cubicBezTo>
                <a:close/>
                <a:moveTo>
                  <a:pt x="824329" y="288818"/>
                </a:moveTo>
                <a:cubicBezTo>
                  <a:pt x="841098" y="288818"/>
                  <a:pt x="854692" y="302412"/>
                  <a:pt x="854692" y="319181"/>
                </a:cubicBezTo>
                <a:cubicBezTo>
                  <a:pt x="854692" y="335950"/>
                  <a:pt x="841098" y="349545"/>
                  <a:pt x="824329" y="349545"/>
                </a:cubicBezTo>
                <a:cubicBezTo>
                  <a:pt x="807559" y="349545"/>
                  <a:pt x="793965" y="335950"/>
                  <a:pt x="793965" y="319181"/>
                </a:cubicBezTo>
                <a:cubicBezTo>
                  <a:pt x="793965" y="302412"/>
                  <a:pt x="807559" y="288818"/>
                  <a:pt x="824329" y="288818"/>
                </a:cubicBezTo>
                <a:close/>
                <a:moveTo>
                  <a:pt x="751774" y="288818"/>
                </a:moveTo>
                <a:cubicBezTo>
                  <a:pt x="768544" y="288818"/>
                  <a:pt x="782138" y="302412"/>
                  <a:pt x="782138" y="319181"/>
                </a:cubicBezTo>
                <a:cubicBezTo>
                  <a:pt x="782138" y="335950"/>
                  <a:pt x="768544" y="349545"/>
                  <a:pt x="751774" y="349545"/>
                </a:cubicBezTo>
                <a:cubicBezTo>
                  <a:pt x="735005" y="349545"/>
                  <a:pt x="721411" y="335950"/>
                  <a:pt x="721411" y="319181"/>
                </a:cubicBezTo>
                <a:cubicBezTo>
                  <a:pt x="721411" y="302412"/>
                  <a:pt x="735005" y="288818"/>
                  <a:pt x="751774" y="288818"/>
                </a:cubicBezTo>
                <a:close/>
                <a:moveTo>
                  <a:pt x="679220" y="288818"/>
                </a:moveTo>
                <a:cubicBezTo>
                  <a:pt x="695989" y="288818"/>
                  <a:pt x="709583" y="302412"/>
                  <a:pt x="709583" y="319181"/>
                </a:cubicBezTo>
                <a:cubicBezTo>
                  <a:pt x="709583" y="335950"/>
                  <a:pt x="695989" y="349545"/>
                  <a:pt x="679220" y="349545"/>
                </a:cubicBezTo>
                <a:cubicBezTo>
                  <a:pt x="662450" y="349545"/>
                  <a:pt x="648856" y="335950"/>
                  <a:pt x="648856" y="319181"/>
                </a:cubicBezTo>
                <a:cubicBezTo>
                  <a:pt x="648856" y="302412"/>
                  <a:pt x="662450" y="288818"/>
                  <a:pt x="679220" y="288818"/>
                </a:cubicBezTo>
                <a:close/>
                <a:moveTo>
                  <a:pt x="606665" y="288818"/>
                </a:moveTo>
                <a:cubicBezTo>
                  <a:pt x="623435" y="288818"/>
                  <a:pt x="637029" y="302412"/>
                  <a:pt x="637029" y="319181"/>
                </a:cubicBezTo>
                <a:cubicBezTo>
                  <a:pt x="637029" y="335950"/>
                  <a:pt x="623435" y="349545"/>
                  <a:pt x="606665" y="349545"/>
                </a:cubicBezTo>
                <a:cubicBezTo>
                  <a:pt x="589896" y="349545"/>
                  <a:pt x="576302" y="335950"/>
                  <a:pt x="576302" y="319181"/>
                </a:cubicBezTo>
                <a:cubicBezTo>
                  <a:pt x="576302" y="302412"/>
                  <a:pt x="589896" y="288818"/>
                  <a:pt x="606665" y="288818"/>
                </a:cubicBezTo>
                <a:close/>
                <a:moveTo>
                  <a:pt x="534111" y="288818"/>
                </a:moveTo>
                <a:cubicBezTo>
                  <a:pt x="550880" y="288818"/>
                  <a:pt x="564474" y="302412"/>
                  <a:pt x="564474" y="319181"/>
                </a:cubicBezTo>
                <a:cubicBezTo>
                  <a:pt x="564474" y="335950"/>
                  <a:pt x="550880" y="349545"/>
                  <a:pt x="534111" y="349545"/>
                </a:cubicBezTo>
                <a:cubicBezTo>
                  <a:pt x="517341" y="349545"/>
                  <a:pt x="503747" y="335950"/>
                  <a:pt x="503747" y="319181"/>
                </a:cubicBezTo>
                <a:cubicBezTo>
                  <a:pt x="503747" y="302412"/>
                  <a:pt x="517341" y="288818"/>
                  <a:pt x="534111" y="288818"/>
                </a:cubicBezTo>
                <a:close/>
                <a:moveTo>
                  <a:pt x="461556" y="288818"/>
                </a:moveTo>
                <a:cubicBezTo>
                  <a:pt x="478326" y="288818"/>
                  <a:pt x="491920" y="302412"/>
                  <a:pt x="491920" y="319181"/>
                </a:cubicBezTo>
                <a:cubicBezTo>
                  <a:pt x="491920" y="335950"/>
                  <a:pt x="478326" y="349545"/>
                  <a:pt x="461556" y="349545"/>
                </a:cubicBezTo>
                <a:cubicBezTo>
                  <a:pt x="444787" y="349545"/>
                  <a:pt x="431192" y="335950"/>
                  <a:pt x="431192" y="319181"/>
                </a:cubicBezTo>
                <a:cubicBezTo>
                  <a:pt x="431192" y="302412"/>
                  <a:pt x="444787" y="288818"/>
                  <a:pt x="461556" y="288818"/>
                </a:cubicBezTo>
                <a:close/>
                <a:moveTo>
                  <a:pt x="389002" y="288818"/>
                </a:moveTo>
                <a:cubicBezTo>
                  <a:pt x="405771" y="288818"/>
                  <a:pt x="419365" y="302412"/>
                  <a:pt x="419365" y="319181"/>
                </a:cubicBezTo>
                <a:cubicBezTo>
                  <a:pt x="419365" y="335950"/>
                  <a:pt x="405771" y="349545"/>
                  <a:pt x="389002" y="349545"/>
                </a:cubicBezTo>
                <a:cubicBezTo>
                  <a:pt x="372232" y="349545"/>
                  <a:pt x="358638" y="335950"/>
                  <a:pt x="358638" y="319181"/>
                </a:cubicBezTo>
                <a:cubicBezTo>
                  <a:pt x="358638" y="302412"/>
                  <a:pt x="372232" y="288818"/>
                  <a:pt x="389002" y="288818"/>
                </a:cubicBezTo>
                <a:close/>
                <a:moveTo>
                  <a:pt x="316447" y="288818"/>
                </a:moveTo>
                <a:cubicBezTo>
                  <a:pt x="333216" y="288818"/>
                  <a:pt x="346810" y="302412"/>
                  <a:pt x="346810" y="319181"/>
                </a:cubicBezTo>
                <a:cubicBezTo>
                  <a:pt x="346810" y="335950"/>
                  <a:pt x="333216" y="349545"/>
                  <a:pt x="316447" y="349545"/>
                </a:cubicBezTo>
                <a:cubicBezTo>
                  <a:pt x="299677" y="349545"/>
                  <a:pt x="286084" y="335950"/>
                  <a:pt x="286084" y="319181"/>
                </a:cubicBezTo>
                <a:cubicBezTo>
                  <a:pt x="286084" y="302412"/>
                  <a:pt x="299677" y="288818"/>
                  <a:pt x="316447" y="288818"/>
                </a:cubicBezTo>
                <a:close/>
                <a:moveTo>
                  <a:pt x="243892" y="288818"/>
                </a:moveTo>
                <a:cubicBezTo>
                  <a:pt x="260662" y="288818"/>
                  <a:pt x="274256" y="302412"/>
                  <a:pt x="274256" y="319181"/>
                </a:cubicBezTo>
                <a:cubicBezTo>
                  <a:pt x="274256" y="335950"/>
                  <a:pt x="260662" y="349545"/>
                  <a:pt x="243892" y="349545"/>
                </a:cubicBezTo>
                <a:cubicBezTo>
                  <a:pt x="227123" y="349545"/>
                  <a:pt x="213529" y="335950"/>
                  <a:pt x="213529" y="319181"/>
                </a:cubicBezTo>
                <a:cubicBezTo>
                  <a:pt x="213529" y="302412"/>
                  <a:pt x="227123" y="288818"/>
                  <a:pt x="243892" y="288818"/>
                </a:cubicBezTo>
                <a:close/>
                <a:moveTo>
                  <a:pt x="171339" y="288818"/>
                </a:moveTo>
                <a:cubicBezTo>
                  <a:pt x="188107" y="288818"/>
                  <a:pt x="201701" y="302412"/>
                  <a:pt x="201701" y="319181"/>
                </a:cubicBezTo>
                <a:cubicBezTo>
                  <a:pt x="201701" y="335950"/>
                  <a:pt x="188107" y="349545"/>
                  <a:pt x="171339" y="349545"/>
                </a:cubicBezTo>
                <a:cubicBezTo>
                  <a:pt x="154691" y="349545"/>
                  <a:pt x="141096" y="335950"/>
                  <a:pt x="141096" y="319181"/>
                </a:cubicBezTo>
                <a:cubicBezTo>
                  <a:pt x="141096" y="302412"/>
                  <a:pt x="154691" y="288818"/>
                  <a:pt x="171339" y="288818"/>
                </a:cubicBezTo>
                <a:close/>
                <a:moveTo>
                  <a:pt x="98923" y="288818"/>
                </a:moveTo>
                <a:cubicBezTo>
                  <a:pt x="115682" y="288818"/>
                  <a:pt x="129276" y="302412"/>
                  <a:pt x="129276" y="319181"/>
                </a:cubicBezTo>
                <a:cubicBezTo>
                  <a:pt x="129276" y="335950"/>
                  <a:pt x="115682" y="349545"/>
                  <a:pt x="98923" y="349545"/>
                </a:cubicBezTo>
                <a:cubicBezTo>
                  <a:pt x="82149" y="349545"/>
                  <a:pt x="68554" y="335950"/>
                  <a:pt x="68554" y="319181"/>
                </a:cubicBezTo>
                <a:cubicBezTo>
                  <a:pt x="68554" y="302412"/>
                  <a:pt x="82149" y="288818"/>
                  <a:pt x="98923" y="288818"/>
                </a:cubicBezTo>
                <a:close/>
                <a:moveTo>
                  <a:pt x="26368" y="288818"/>
                </a:moveTo>
                <a:cubicBezTo>
                  <a:pt x="43131" y="288818"/>
                  <a:pt x="56725" y="302412"/>
                  <a:pt x="56725" y="319181"/>
                </a:cubicBezTo>
                <a:cubicBezTo>
                  <a:pt x="56725" y="335950"/>
                  <a:pt x="43131" y="349545"/>
                  <a:pt x="26368" y="349545"/>
                </a:cubicBezTo>
                <a:cubicBezTo>
                  <a:pt x="17983" y="349545"/>
                  <a:pt x="10391" y="346146"/>
                  <a:pt x="4896" y="340651"/>
                </a:cubicBezTo>
                <a:lnTo>
                  <a:pt x="0" y="328831"/>
                </a:lnTo>
                <a:lnTo>
                  <a:pt x="0" y="309532"/>
                </a:lnTo>
                <a:lnTo>
                  <a:pt x="4896" y="297711"/>
                </a:lnTo>
                <a:cubicBezTo>
                  <a:pt x="10391" y="292217"/>
                  <a:pt x="17983" y="288818"/>
                  <a:pt x="26368" y="288818"/>
                </a:cubicBezTo>
                <a:close/>
                <a:moveTo>
                  <a:pt x="1622429" y="208366"/>
                </a:moveTo>
                <a:cubicBezTo>
                  <a:pt x="1639199" y="208366"/>
                  <a:pt x="1652792" y="221960"/>
                  <a:pt x="1652792" y="238729"/>
                </a:cubicBezTo>
                <a:cubicBezTo>
                  <a:pt x="1652792" y="255499"/>
                  <a:pt x="1639199" y="269093"/>
                  <a:pt x="1622429" y="269093"/>
                </a:cubicBezTo>
                <a:cubicBezTo>
                  <a:pt x="1605659" y="269093"/>
                  <a:pt x="1592066" y="255499"/>
                  <a:pt x="1592066" y="238729"/>
                </a:cubicBezTo>
                <a:cubicBezTo>
                  <a:pt x="1592066" y="221960"/>
                  <a:pt x="1605659" y="208366"/>
                  <a:pt x="1622429" y="208366"/>
                </a:cubicBezTo>
                <a:close/>
                <a:moveTo>
                  <a:pt x="1549874" y="208366"/>
                </a:moveTo>
                <a:cubicBezTo>
                  <a:pt x="1566644" y="208366"/>
                  <a:pt x="1580238" y="221960"/>
                  <a:pt x="1580238" y="238729"/>
                </a:cubicBezTo>
                <a:cubicBezTo>
                  <a:pt x="1580238" y="255499"/>
                  <a:pt x="1566644" y="269093"/>
                  <a:pt x="1549874" y="269093"/>
                </a:cubicBezTo>
                <a:cubicBezTo>
                  <a:pt x="1533105" y="269093"/>
                  <a:pt x="1519511" y="255499"/>
                  <a:pt x="1519511" y="238729"/>
                </a:cubicBezTo>
                <a:cubicBezTo>
                  <a:pt x="1519511" y="221960"/>
                  <a:pt x="1533105" y="208366"/>
                  <a:pt x="1549874" y="208366"/>
                </a:cubicBezTo>
                <a:close/>
                <a:moveTo>
                  <a:pt x="1477320" y="208366"/>
                </a:moveTo>
                <a:cubicBezTo>
                  <a:pt x="1494089" y="208366"/>
                  <a:pt x="1507683" y="221960"/>
                  <a:pt x="1507683" y="238729"/>
                </a:cubicBezTo>
                <a:cubicBezTo>
                  <a:pt x="1507683" y="255499"/>
                  <a:pt x="1494089" y="269093"/>
                  <a:pt x="1477320" y="269093"/>
                </a:cubicBezTo>
                <a:cubicBezTo>
                  <a:pt x="1460550" y="269093"/>
                  <a:pt x="1446956" y="255499"/>
                  <a:pt x="1446956" y="238729"/>
                </a:cubicBezTo>
                <a:cubicBezTo>
                  <a:pt x="1446956" y="221960"/>
                  <a:pt x="1460550" y="208366"/>
                  <a:pt x="1477320" y="208366"/>
                </a:cubicBezTo>
                <a:close/>
                <a:moveTo>
                  <a:pt x="1404765" y="208366"/>
                </a:moveTo>
                <a:cubicBezTo>
                  <a:pt x="1421535" y="208366"/>
                  <a:pt x="1435129" y="221960"/>
                  <a:pt x="1435129" y="238729"/>
                </a:cubicBezTo>
                <a:cubicBezTo>
                  <a:pt x="1435129" y="255499"/>
                  <a:pt x="1421535" y="269093"/>
                  <a:pt x="1404765" y="269093"/>
                </a:cubicBezTo>
                <a:cubicBezTo>
                  <a:pt x="1387996" y="269093"/>
                  <a:pt x="1374402" y="255499"/>
                  <a:pt x="1374402" y="238729"/>
                </a:cubicBezTo>
                <a:cubicBezTo>
                  <a:pt x="1374402" y="221960"/>
                  <a:pt x="1387996" y="208366"/>
                  <a:pt x="1404765" y="208366"/>
                </a:cubicBezTo>
                <a:close/>
                <a:moveTo>
                  <a:pt x="1332211" y="208366"/>
                </a:moveTo>
                <a:cubicBezTo>
                  <a:pt x="1348980" y="208366"/>
                  <a:pt x="1362574" y="221960"/>
                  <a:pt x="1362574" y="238729"/>
                </a:cubicBezTo>
                <a:cubicBezTo>
                  <a:pt x="1362574" y="255499"/>
                  <a:pt x="1348980" y="269093"/>
                  <a:pt x="1332211" y="269093"/>
                </a:cubicBezTo>
                <a:cubicBezTo>
                  <a:pt x="1315441" y="269093"/>
                  <a:pt x="1301847" y="255499"/>
                  <a:pt x="1301847" y="238729"/>
                </a:cubicBezTo>
                <a:cubicBezTo>
                  <a:pt x="1301847" y="221960"/>
                  <a:pt x="1315441" y="208366"/>
                  <a:pt x="1332211" y="208366"/>
                </a:cubicBezTo>
                <a:close/>
                <a:moveTo>
                  <a:pt x="1259656" y="208366"/>
                </a:moveTo>
                <a:cubicBezTo>
                  <a:pt x="1276426" y="208366"/>
                  <a:pt x="1290020" y="221960"/>
                  <a:pt x="1290020" y="238729"/>
                </a:cubicBezTo>
                <a:cubicBezTo>
                  <a:pt x="1290020" y="255499"/>
                  <a:pt x="1276426" y="269093"/>
                  <a:pt x="1259656" y="269093"/>
                </a:cubicBezTo>
                <a:cubicBezTo>
                  <a:pt x="1242887" y="269093"/>
                  <a:pt x="1229293" y="255499"/>
                  <a:pt x="1229293" y="238729"/>
                </a:cubicBezTo>
                <a:cubicBezTo>
                  <a:pt x="1229293" y="221960"/>
                  <a:pt x="1242887" y="208366"/>
                  <a:pt x="1259656" y="208366"/>
                </a:cubicBezTo>
                <a:close/>
                <a:moveTo>
                  <a:pt x="1187102" y="208366"/>
                </a:moveTo>
                <a:cubicBezTo>
                  <a:pt x="1203871" y="208366"/>
                  <a:pt x="1217465" y="221960"/>
                  <a:pt x="1217465" y="238729"/>
                </a:cubicBezTo>
                <a:cubicBezTo>
                  <a:pt x="1217465" y="255499"/>
                  <a:pt x="1203871" y="269093"/>
                  <a:pt x="1187102" y="269093"/>
                </a:cubicBezTo>
                <a:cubicBezTo>
                  <a:pt x="1170332" y="269093"/>
                  <a:pt x="1156738" y="255499"/>
                  <a:pt x="1156738" y="238729"/>
                </a:cubicBezTo>
                <a:cubicBezTo>
                  <a:pt x="1156738" y="221960"/>
                  <a:pt x="1170332" y="208366"/>
                  <a:pt x="1187102" y="208366"/>
                </a:cubicBezTo>
                <a:close/>
                <a:moveTo>
                  <a:pt x="1114547" y="208366"/>
                </a:moveTo>
                <a:cubicBezTo>
                  <a:pt x="1131317" y="208366"/>
                  <a:pt x="1144911" y="221960"/>
                  <a:pt x="1144911" y="238729"/>
                </a:cubicBezTo>
                <a:cubicBezTo>
                  <a:pt x="1144911" y="255499"/>
                  <a:pt x="1131317" y="269093"/>
                  <a:pt x="1114547" y="269093"/>
                </a:cubicBezTo>
                <a:cubicBezTo>
                  <a:pt x="1097778" y="269093"/>
                  <a:pt x="1084184" y="255499"/>
                  <a:pt x="1084184" y="238729"/>
                </a:cubicBezTo>
                <a:cubicBezTo>
                  <a:pt x="1084184" y="221960"/>
                  <a:pt x="1097778" y="208366"/>
                  <a:pt x="1114547" y="208366"/>
                </a:cubicBezTo>
                <a:close/>
                <a:moveTo>
                  <a:pt x="1041993" y="208366"/>
                </a:moveTo>
                <a:cubicBezTo>
                  <a:pt x="1058762" y="208366"/>
                  <a:pt x="1072356" y="221960"/>
                  <a:pt x="1072356" y="238729"/>
                </a:cubicBezTo>
                <a:cubicBezTo>
                  <a:pt x="1072356" y="255499"/>
                  <a:pt x="1058762" y="269093"/>
                  <a:pt x="1041993" y="269093"/>
                </a:cubicBezTo>
                <a:cubicBezTo>
                  <a:pt x="1025223" y="269093"/>
                  <a:pt x="1011629" y="255499"/>
                  <a:pt x="1011629" y="238729"/>
                </a:cubicBezTo>
                <a:cubicBezTo>
                  <a:pt x="1011629" y="221960"/>
                  <a:pt x="1025223" y="208366"/>
                  <a:pt x="1041993" y="208366"/>
                </a:cubicBezTo>
                <a:close/>
                <a:moveTo>
                  <a:pt x="969438" y="208366"/>
                </a:moveTo>
                <a:cubicBezTo>
                  <a:pt x="986208" y="208366"/>
                  <a:pt x="999801" y="221960"/>
                  <a:pt x="999801" y="238729"/>
                </a:cubicBezTo>
                <a:cubicBezTo>
                  <a:pt x="999801" y="255499"/>
                  <a:pt x="986208" y="269093"/>
                  <a:pt x="969438" y="269093"/>
                </a:cubicBezTo>
                <a:cubicBezTo>
                  <a:pt x="952669" y="269093"/>
                  <a:pt x="939075" y="255499"/>
                  <a:pt x="939075" y="238729"/>
                </a:cubicBezTo>
                <a:cubicBezTo>
                  <a:pt x="939075" y="221960"/>
                  <a:pt x="952669" y="208366"/>
                  <a:pt x="969438" y="208366"/>
                </a:cubicBezTo>
                <a:close/>
                <a:moveTo>
                  <a:pt x="896883" y="208366"/>
                </a:moveTo>
                <a:cubicBezTo>
                  <a:pt x="913653" y="208366"/>
                  <a:pt x="927247" y="221960"/>
                  <a:pt x="927247" y="238729"/>
                </a:cubicBezTo>
                <a:cubicBezTo>
                  <a:pt x="927247" y="255499"/>
                  <a:pt x="913653" y="269093"/>
                  <a:pt x="896883" y="269093"/>
                </a:cubicBezTo>
                <a:cubicBezTo>
                  <a:pt x="880114" y="269093"/>
                  <a:pt x="866520" y="255499"/>
                  <a:pt x="866520" y="238729"/>
                </a:cubicBezTo>
                <a:cubicBezTo>
                  <a:pt x="866520" y="221960"/>
                  <a:pt x="880114" y="208366"/>
                  <a:pt x="896883" y="208366"/>
                </a:cubicBezTo>
                <a:close/>
                <a:moveTo>
                  <a:pt x="824329" y="208366"/>
                </a:moveTo>
                <a:cubicBezTo>
                  <a:pt x="841098" y="208366"/>
                  <a:pt x="854692" y="221960"/>
                  <a:pt x="854692" y="238729"/>
                </a:cubicBezTo>
                <a:cubicBezTo>
                  <a:pt x="854692" y="255499"/>
                  <a:pt x="841098" y="269093"/>
                  <a:pt x="824329" y="269093"/>
                </a:cubicBezTo>
                <a:cubicBezTo>
                  <a:pt x="807559" y="269093"/>
                  <a:pt x="793965" y="255499"/>
                  <a:pt x="793965" y="238729"/>
                </a:cubicBezTo>
                <a:cubicBezTo>
                  <a:pt x="793965" y="221960"/>
                  <a:pt x="807559" y="208366"/>
                  <a:pt x="824329" y="208366"/>
                </a:cubicBezTo>
                <a:close/>
                <a:moveTo>
                  <a:pt x="751774" y="208366"/>
                </a:moveTo>
                <a:cubicBezTo>
                  <a:pt x="768544" y="208366"/>
                  <a:pt x="782138" y="221960"/>
                  <a:pt x="782138" y="238729"/>
                </a:cubicBezTo>
                <a:cubicBezTo>
                  <a:pt x="782138" y="255499"/>
                  <a:pt x="768544" y="269093"/>
                  <a:pt x="751774" y="269093"/>
                </a:cubicBezTo>
                <a:cubicBezTo>
                  <a:pt x="735005" y="269093"/>
                  <a:pt x="721411" y="255499"/>
                  <a:pt x="721411" y="238729"/>
                </a:cubicBezTo>
                <a:cubicBezTo>
                  <a:pt x="721411" y="221960"/>
                  <a:pt x="735005" y="208366"/>
                  <a:pt x="751774" y="208366"/>
                </a:cubicBezTo>
                <a:close/>
                <a:moveTo>
                  <a:pt x="679220" y="208366"/>
                </a:moveTo>
                <a:cubicBezTo>
                  <a:pt x="695989" y="208366"/>
                  <a:pt x="709583" y="221960"/>
                  <a:pt x="709583" y="238729"/>
                </a:cubicBezTo>
                <a:cubicBezTo>
                  <a:pt x="709583" y="255499"/>
                  <a:pt x="695989" y="269093"/>
                  <a:pt x="679220" y="269093"/>
                </a:cubicBezTo>
                <a:cubicBezTo>
                  <a:pt x="662450" y="269093"/>
                  <a:pt x="648856" y="255499"/>
                  <a:pt x="648856" y="238729"/>
                </a:cubicBezTo>
                <a:cubicBezTo>
                  <a:pt x="648856" y="221960"/>
                  <a:pt x="662450" y="208366"/>
                  <a:pt x="679220" y="208366"/>
                </a:cubicBezTo>
                <a:close/>
                <a:moveTo>
                  <a:pt x="606665" y="208366"/>
                </a:moveTo>
                <a:cubicBezTo>
                  <a:pt x="623435" y="208366"/>
                  <a:pt x="637029" y="221960"/>
                  <a:pt x="637029" y="238729"/>
                </a:cubicBezTo>
                <a:cubicBezTo>
                  <a:pt x="637029" y="255499"/>
                  <a:pt x="623435" y="269093"/>
                  <a:pt x="606665" y="269093"/>
                </a:cubicBezTo>
                <a:cubicBezTo>
                  <a:pt x="589896" y="269093"/>
                  <a:pt x="576302" y="255499"/>
                  <a:pt x="576302" y="238729"/>
                </a:cubicBezTo>
                <a:cubicBezTo>
                  <a:pt x="576302" y="221960"/>
                  <a:pt x="589896" y="208366"/>
                  <a:pt x="606665" y="208366"/>
                </a:cubicBezTo>
                <a:close/>
                <a:moveTo>
                  <a:pt x="534111" y="208366"/>
                </a:moveTo>
                <a:cubicBezTo>
                  <a:pt x="550880" y="208366"/>
                  <a:pt x="564474" y="221960"/>
                  <a:pt x="564474" y="238729"/>
                </a:cubicBezTo>
                <a:cubicBezTo>
                  <a:pt x="564474" y="255499"/>
                  <a:pt x="550880" y="269093"/>
                  <a:pt x="534111" y="269093"/>
                </a:cubicBezTo>
                <a:cubicBezTo>
                  <a:pt x="517341" y="269093"/>
                  <a:pt x="503747" y="255499"/>
                  <a:pt x="503747" y="238729"/>
                </a:cubicBezTo>
                <a:cubicBezTo>
                  <a:pt x="503747" y="221960"/>
                  <a:pt x="517341" y="208366"/>
                  <a:pt x="534111" y="208366"/>
                </a:cubicBezTo>
                <a:close/>
                <a:moveTo>
                  <a:pt x="461556" y="208366"/>
                </a:moveTo>
                <a:cubicBezTo>
                  <a:pt x="478326" y="208366"/>
                  <a:pt x="491920" y="221960"/>
                  <a:pt x="491920" y="238729"/>
                </a:cubicBezTo>
                <a:cubicBezTo>
                  <a:pt x="491920" y="255499"/>
                  <a:pt x="478326" y="269093"/>
                  <a:pt x="461556" y="269093"/>
                </a:cubicBezTo>
                <a:cubicBezTo>
                  <a:pt x="444787" y="269093"/>
                  <a:pt x="431192" y="255499"/>
                  <a:pt x="431192" y="238729"/>
                </a:cubicBezTo>
                <a:cubicBezTo>
                  <a:pt x="431192" y="221960"/>
                  <a:pt x="444787" y="208366"/>
                  <a:pt x="461556" y="208366"/>
                </a:cubicBezTo>
                <a:close/>
                <a:moveTo>
                  <a:pt x="389002" y="208366"/>
                </a:moveTo>
                <a:cubicBezTo>
                  <a:pt x="405771" y="208366"/>
                  <a:pt x="419365" y="221960"/>
                  <a:pt x="419365" y="238729"/>
                </a:cubicBezTo>
                <a:cubicBezTo>
                  <a:pt x="419365" y="255499"/>
                  <a:pt x="405771" y="269093"/>
                  <a:pt x="389002" y="269093"/>
                </a:cubicBezTo>
                <a:cubicBezTo>
                  <a:pt x="372232" y="269093"/>
                  <a:pt x="358638" y="255499"/>
                  <a:pt x="358638" y="238729"/>
                </a:cubicBezTo>
                <a:cubicBezTo>
                  <a:pt x="358638" y="221960"/>
                  <a:pt x="372232" y="208366"/>
                  <a:pt x="389002" y="208366"/>
                </a:cubicBezTo>
                <a:close/>
                <a:moveTo>
                  <a:pt x="316447" y="208366"/>
                </a:moveTo>
                <a:cubicBezTo>
                  <a:pt x="333216" y="208366"/>
                  <a:pt x="346810" y="221960"/>
                  <a:pt x="346810" y="238729"/>
                </a:cubicBezTo>
                <a:cubicBezTo>
                  <a:pt x="346810" y="255499"/>
                  <a:pt x="333216" y="269093"/>
                  <a:pt x="316447" y="269093"/>
                </a:cubicBezTo>
                <a:cubicBezTo>
                  <a:pt x="299677" y="269093"/>
                  <a:pt x="286084" y="255499"/>
                  <a:pt x="286084" y="238729"/>
                </a:cubicBezTo>
                <a:cubicBezTo>
                  <a:pt x="286084" y="221960"/>
                  <a:pt x="299677" y="208366"/>
                  <a:pt x="316447" y="208366"/>
                </a:cubicBezTo>
                <a:close/>
                <a:moveTo>
                  <a:pt x="243892" y="208366"/>
                </a:moveTo>
                <a:cubicBezTo>
                  <a:pt x="260662" y="208366"/>
                  <a:pt x="274256" y="221960"/>
                  <a:pt x="274256" y="238729"/>
                </a:cubicBezTo>
                <a:cubicBezTo>
                  <a:pt x="274256" y="255499"/>
                  <a:pt x="260662" y="269093"/>
                  <a:pt x="243892" y="269093"/>
                </a:cubicBezTo>
                <a:cubicBezTo>
                  <a:pt x="227123" y="269093"/>
                  <a:pt x="213529" y="255499"/>
                  <a:pt x="213529" y="238729"/>
                </a:cubicBezTo>
                <a:cubicBezTo>
                  <a:pt x="213529" y="221960"/>
                  <a:pt x="227123" y="208366"/>
                  <a:pt x="243892" y="208366"/>
                </a:cubicBezTo>
                <a:close/>
                <a:moveTo>
                  <a:pt x="171339" y="208366"/>
                </a:moveTo>
                <a:cubicBezTo>
                  <a:pt x="188107" y="208366"/>
                  <a:pt x="201701" y="221960"/>
                  <a:pt x="201701" y="238729"/>
                </a:cubicBezTo>
                <a:cubicBezTo>
                  <a:pt x="201701" y="255499"/>
                  <a:pt x="188107" y="269093"/>
                  <a:pt x="171339" y="269093"/>
                </a:cubicBezTo>
                <a:cubicBezTo>
                  <a:pt x="154697" y="269093"/>
                  <a:pt x="141102" y="255499"/>
                  <a:pt x="141102" y="238729"/>
                </a:cubicBezTo>
                <a:cubicBezTo>
                  <a:pt x="141102" y="221960"/>
                  <a:pt x="154697" y="208366"/>
                  <a:pt x="171339" y="208366"/>
                </a:cubicBezTo>
                <a:close/>
                <a:moveTo>
                  <a:pt x="98929" y="208366"/>
                </a:moveTo>
                <a:cubicBezTo>
                  <a:pt x="115688" y="208366"/>
                  <a:pt x="129282" y="221960"/>
                  <a:pt x="129282" y="238729"/>
                </a:cubicBezTo>
                <a:cubicBezTo>
                  <a:pt x="129282" y="255499"/>
                  <a:pt x="115688" y="269093"/>
                  <a:pt x="98929" y="269093"/>
                </a:cubicBezTo>
                <a:cubicBezTo>
                  <a:pt x="82155" y="269093"/>
                  <a:pt x="68561" y="255499"/>
                  <a:pt x="68561" y="238729"/>
                </a:cubicBezTo>
                <a:cubicBezTo>
                  <a:pt x="68561" y="221960"/>
                  <a:pt x="82155" y="208366"/>
                  <a:pt x="98929" y="208366"/>
                </a:cubicBezTo>
                <a:close/>
                <a:moveTo>
                  <a:pt x="26375" y="208366"/>
                </a:moveTo>
                <a:cubicBezTo>
                  <a:pt x="43137" y="208366"/>
                  <a:pt x="56732" y="221960"/>
                  <a:pt x="56732" y="238729"/>
                </a:cubicBezTo>
                <a:cubicBezTo>
                  <a:pt x="56732" y="255499"/>
                  <a:pt x="43137" y="269093"/>
                  <a:pt x="26375" y="269093"/>
                </a:cubicBezTo>
                <a:cubicBezTo>
                  <a:pt x="17989" y="269093"/>
                  <a:pt x="10398" y="265695"/>
                  <a:pt x="4903" y="260200"/>
                </a:cubicBezTo>
                <a:lnTo>
                  <a:pt x="0" y="248364"/>
                </a:lnTo>
                <a:lnTo>
                  <a:pt x="0" y="229094"/>
                </a:lnTo>
                <a:lnTo>
                  <a:pt x="4903" y="217259"/>
                </a:lnTo>
                <a:cubicBezTo>
                  <a:pt x="10398" y="211765"/>
                  <a:pt x="17989" y="208366"/>
                  <a:pt x="26375" y="208366"/>
                </a:cubicBezTo>
                <a:close/>
                <a:moveTo>
                  <a:pt x="1622429" y="127914"/>
                </a:moveTo>
                <a:cubicBezTo>
                  <a:pt x="1630814" y="127914"/>
                  <a:pt x="1638404" y="131313"/>
                  <a:pt x="1643899" y="136808"/>
                </a:cubicBezTo>
                <a:lnTo>
                  <a:pt x="1648931" y="148957"/>
                </a:lnTo>
                <a:lnTo>
                  <a:pt x="1651011" y="162579"/>
                </a:lnTo>
                <a:lnTo>
                  <a:pt x="1643899" y="179748"/>
                </a:lnTo>
                <a:cubicBezTo>
                  <a:pt x="1638404" y="185243"/>
                  <a:pt x="1630814" y="188641"/>
                  <a:pt x="1622429" y="188641"/>
                </a:cubicBezTo>
                <a:cubicBezTo>
                  <a:pt x="1605659" y="188641"/>
                  <a:pt x="1592066" y="175047"/>
                  <a:pt x="1592066" y="158278"/>
                </a:cubicBezTo>
                <a:cubicBezTo>
                  <a:pt x="1592066" y="141508"/>
                  <a:pt x="1605659" y="127914"/>
                  <a:pt x="1622429" y="127914"/>
                </a:cubicBezTo>
                <a:close/>
                <a:moveTo>
                  <a:pt x="1549874" y="127914"/>
                </a:moveTo>
                <a:cubicBezTo>
                  <a:pt x="1566644" y="127914"/>
                  <a:pt x="1580238" y="141508"/>
                  <a:pt x="1580238" y="158278"/>
                </a:cubicBezTo>
                <a:cubicBezTo>
                  <a:pt x="1580238" y="175047"/>
                  <a:pt x="1566644" y="188641"/>
                  <a:pt x="1549874" y="188641"/>
                </a:cubicBezTo>
                <a:cubicBezTo>
                  <a:pt x="1533105" y="188641"/>
                  <a:pt x="1519511" y="175047"/>
                  <a:pt x="1519511" y="158278"/>
                </a:cubicBezTo>
                <a:cubicBezTo>
                  <a:pt x="1519511" y="141508"/>
                  <a:pt x="1533105" y="127914"/>
                  <a:pt x="1549874" y="127914"/>
                </a:cubicBezTo>
                <a:close/>
                <a:moveTo>
                  <a:pt x="1477320" y="127914"/>
                </a:moveTo>
                <a:cubicBezTo>
                  <a:pt x="1494089" y="127914"/>
                  <a:pt x="1507683" y="141508"/>
                  <a:pt x="1507683" y="158278"/>
                </a:cubicBezTo>
                <a:cubicBezTo>
                  <a:pt x="1507683" y="175047"/>
                  <a:pt x="1494089" y="188641"/>
                  <a:pt x="1477320" y="188641"/>
                </a:cubicBezTo>
                <a:cubicBezTo>
                  <a:pt x="1460550" y="188641"/>
                  <a:pt x="1446956" y="175047"/>
                  <a:pt x="1446956" y="158278"/>
                </a:cubicBezTo>
                <a:cubicBezTo>
                  <a:pt x="1446956" y="141508"/>
                  <a:pt x="1460550" y="127914"/>
                  <a:pt x="1477320" y="127914"/>
                </a:cubicBezTo>
                <a:close/>
                <a:moveTo>
                  <a:pt x="1404765" y="127914"/>
                </a:moveTo>
                <a:cubicBezTo>
                  <a:pt x="1421535" y="127914"/>
                  <a:pt x="1435129" y="141508"/>
                  <a:pt x="1435129" y="158278"/>
                </a:cubicBezTo>
                <a:cubicBezTo>
                  <a:pt x="1435129" y="175047"/>
                  <a:pt x="1421535" y="188641"/>
                  <a:pt x="1404765" y="188641"/>
                </a:cubicBezTo>
                <a:cubicBezTo>
                  <a:pt x="1387996" y="188641"/>
                  <a:pt x="1374402" y="175047"/>
                  <a:pt x="1374402" y="158278"/>
                </a:cubicBezTo>
                <a:cubicBezTo>
                  <a:pt x="1374402" y="141508"/>
                  <a:pt x="1387996" y="127914"/>
                  <a:pt x="1404765" y="127914"/>
                </a:cubicBezTo>
                <a:close/>
                <a:moveTo>
                  <a:pt x="1332211" y="127914"/>
                </a:moveTo>
                <a:cubicBezTo>
                  <a:pt x="1348980" y="127914"/>
                  <a:pt x="1362574" y="141508"/>
                  <a:pt x="1362574" y="158278"/>
                </a:cubicBezTo>
                <a:cubicBezTo>
                  <a:pt x="1362574" y="175047"/>
                  <a:pt x="1348980" y="188641"/>
                  <a:pt x="1332211" y="188641"/>
                </a:cubicBezTo>
                <a:cubicBezTo>
                  <a:pt x="1315441" y="188641"/>
                  <a:pt x="1301847" y="175047"/>
                  <a:pt x="1301847" y="158278"/>
                </a:cubicBezTo>
                <a:cubicBezTo>
                  <a:pt x="1301847" y="141508"/>
                  <a:pt x="1315441" y="127914"/>
                  <a:pt x="1332211" y="127914"/>
                </a:cubicBezTo>
                <a:close/>
                <a:moveTo>
                  <a:pt x="1259656" y="127914"/>
                </a:moveTo>
                <a:cubicBezTo>
                  <a:pt x="1276426" y="127914"/>
                  <a:pt x="1290020" y="141508"/>
                  <a:pt x="1290020" y="158278"/>
                </a:cubicBezTo>
                <a:cubicBezTo>
                  <a:pt x="1290020" y="175047"/>
                  <a:pt x="1276426" y="188641"/>
                  <a:pt x="1259656" y="188641"/>
                </a:cubicBezTo>
                <a:cubicBezTo>
                  <a:pt x="1242887" y="188641"/>
                  <a:pt x="1229293" y="175047"/>
                  <a:pt x="1229293" y="158278"/>
                </a:cubicBezTo>
                <a:cubicBezTo>
                  <a:pt x="1229293" y="141508"/>
                  <a:pt x="1242887" y="127914"/>
                  <a:pt x="1259656" y="127914"/>
                </a:cubicBezTo>
                <a:close/>
                <a:moveTo>
                  <a:pt x="1187102" y="127914"/>
                </a:moveTo>
                <a:cubicBezTo>
                  <a:pt x="1203871" y="127914"/>
                  <a:pt x="1217465" y="141508"/>
                  <a:pt x="1217465" y="158278"/>
                </a:cubicBezTo>
                <a:cubicBezTo>
                  <a:pt x="1217465" y="175047"/>
                  <a:pt x="1203871" y="188641"/>
                  <a:pt x="1187102" y="188641"/>
                </a:cubicBezTo>
                <a:cubicBezTo>
                  <a:pt x="1170332" y="188641"/>
                  <a:pt x="1156738" y="175047"/>
                  <a:pt x="1156738" y="158278"/>
                </a:cubicBezTo>
                <a:cubicBezTo>
                  <a:pt x="1156738" y="141508"/>
                  <a:pt x="1170332" y="127914"/>
                  <a:pt x="1187102" y="127914"/>
                </a:cubicBezTo>
                <a:close/>
                <a:moveTo>
                  <a:pt x="1114547" y="127914"/>
                </a:moveTo>
                <a:cubicBezTo>
                  <a:pt x="1131317" y="127914"/>
                  <a:pt x="1144911" y="141508"/>
                  <a:pt x="1144911" y="158278"/>
                </a:cubicBezTo>
                <a:cubicBezTo>
                  <a:pt x="1144911" y="175047"/>
                  <a:pt x="1131317" y="188641"/>
                  <a:pt x="1114547" y="188641"/>
                </a:cubicBezTo>
                <a:cubicBezTo>
                  <a:pt x="1097778" y="188641"/>
                  <a:pt x="1084184" y="175047"/>
                  <a:pt x="1084184" y="158278"/>
                </a:cubicBezTo>
                <a:cubicBezTo>
                  <a:pt x="1084184" y="141508"/>
                  <a:pt x="1097778" y="127914"/>
                  <a:pt x="1114547" y="127914"/>
                </a:cubicBezTo>
                <a:close/>
                <a:moveTo>
                  <a:pt x="1041993" y="127914"/>
                </a:moveTo>
                <a:cubicBezTo>
                  <a:pt x="1058762" y="127914"/>
                  <a:pt x="1072356" y="141508"/>
                  <a:pt x="1072356" y="158278"/>
                </a:cubicBezTo>
                <a:cubicBezTo>
                  <a:pt x="1072356" y="175047"/>
                  <a:pt x="1058762" y="188641"/>
                  <a:pt x="1041993" y="188641"/>
                </a:cubicBezTo>
                <a:cubicBezTo>
                  <a:pt x="1025223" y="188641"/>
                  <a:pt x="1011629" y="175047"/>
                  <a:pt x="1011629" y="158278"/>
                </a:cubicBezTo>
                <a:cubicBezTo>
                  <a:pt x="1011629" y="141508"/>
                  <a:pt x="1025223" y="127914"/>
                  <a:pt x="1041993" y="127914"/>
                </a:cubicBezTo>
                <a:close/>
                <a:moveTo>
                  <a:pt x="969438" y="127914"/>
                </a:moveTo>
                <a:cubicBezTo>
                  <a:pt x="986208" y="127914"/>
                  <a:pt x="999801" y="141508"/>
                  <a:pt x="999801" y="158278"/>
                </a:cubicBezTo>
                <a:cubicBezTo>
                  <a:pt x="999801" y="175047"/>
                  <a:pt x="986208" y="188641"/>
                  <a:pt x="969438" y="188641"/>
                </a:cubicBezTo>
                <a:cubicBezTo>
                  <a:pt x="952669" y="188641"/>
                  <a:pt x="939075" y="175047"/>
                  <a:pt x="939075" y="158278"/>
                </a:cubicBezTo>
                <a:cubicBezTo>
                  <a:pt x="939075" y="141508"/>
                  <a:pt x="952669" y="127914"/>
                  <a:pt x="969438" y="127914"/>
                </a:cubicBezTo>
                <a:close/>
                <a:moveTo>
                  <a:pt x="896883" y="127914"/>
                </a:moveTo>
                <a:cubicBezTo>
                  <a:pt x="913653" y="127914"/>
                  <a:pt x="927247" y="141508"/>
                  <a:pt x="927247" y="158278"/>
                </a:cubicBezTo>
                <a:cubicBezTo>
                  <a:pt x="927247" y="175047"/>
                  <a:pt x="913653" y="188641"/>
                  <a:pt x="896883" y="188641"/>
                </a:cubicBezTo>
                <a:cubicBezTo>
                  <a:pt x="880114" y="188641"/>
                  <a:pt x="866520" y="175047"/>
                  <a:pt x="866520" y="158278"/>
                </a:cubicBezTo>
                <a:cubicBezTo>
                  <a:pt x="866520" y="141508"/>
                  <a:pt x="880114" y="127914"/>
                  <a:pt x="896883" y="127914"/>
                </a:cubicBezTo>
                <a:close/>
                <a:moveTo>
                  <a:pt x="824329" y="127914"/>
                </a:moveTo>
                <a:cubicBezTo>
                  <a:pt x="841098" y="127914"/>
                  <a:pt x="854692" y="141508"/>
                  <a:pt x="854692" y="158278"/>
                </a:cubicBezTo>
                <a:cubicBezTo>
                  <a:pt x="854692" y="175047"/>
                  <a:pt x="841098" y="188641"/>
                  <a:pt x="824329" y="188641"/>
                </a:cubicBezTo>
                <a:cubicBezTo>
                  <a:pt x="807559" y="188641"/>
                  <a:pt x="793965" y="175047"/>
                  <a:pt x="793965" y="158278"/>
                </a:cubicBezTo>
                <a:cubicBezTo>
                  <a:pt x="793965" y="141508"/>
                  <a:pt x="807559" y="127914"/>
                  <a:pt x="824329" y="127914"/>
                </a:cubicBezTo>
                <a:close/>
                <a:moveTo>
                  <a:pt x="751774" y="127914"/>
                </a:moveTo>
                <a:cubicBezTo>
                  <a:pt x="768544" y="127914"/>
                  <a:pt x="782138" y="141508"/>
                  <a:pt x="782138" y="158278"/>
                </a:cubicBezTo>
                <a:cubicBezTo>
                  <a:pt x="782138" y="175047"/>
                  <a:pt x="768544" y="188641"/>
                  <a:pt x="751774" y="188641"/>
                </a:cubicBezTo>
                <a:cubicBezTo>
                  <a:pt x="735005" y="188641"/>
                  <a:pt x="721411" y="175047"/>
                  <a:pt x="721411" y="158278"/>
                </a:cubicBezTo>
                <a:cubicBezTo>
                  <a:pt x="721411" y="141508"/>
                  <a:pt x="735005" y="127914"/>
                  <a:pt x="751774" y="127914"/>
                </a:cubicBezTo>
                <a:close/>
                <a:moveTo>
                  <a:pt x="679220" y="127914"/>
                </a:moveTo>
                <a:cubicBezTo>
                  <a:pt x="695989" y="127914"/>
                  <a:pt x="709583" y="141508"/>
                  <a:pt x="709583" y="158278"/>
                </a:cubicBezTo>
                <a:cubicBezTo>
                  <a:pt x="709583" y="175047"/>
                  <a:pt x="695989" y="188641"/>
                  <a:pt x="679220" y="188641"/>
                </a:cubicBezTo>
                <a:cubicBezTo>
                  <a:pt x="662450" y="188641"/>
                  <a:pt x="648856" y="175047"/>
                  <a:pt x="648856" y="158278"/>
                </a:cubicBezTo>
                <a:cubicBezTo>
                  <a:pt x="648856" y="141508"/>
                  <a:pt x="662450" y="127914"/>
                  <a:pt x="679220" y="127914"/>
                </a:cubicBezTo>
                <a:close/>
                <a:moveTo>
                  <a:pt x="606665" y="127914"/>
                </a:moveTo>
                <a:cubicBezTo>
                  <a:pt x="623435" y="127914"/>
                  <a:pt x="637029" y="141508"/>
                  <a:pt x="637029" y="158278"/>
                </a:cubicBezTo>
                <a:cubicBezTo>
                  <a:pt x="637029" y="175047"/>
                  <a:pt x="623435" y="188641"/>
                  <a:pt x="606665" y="188641"/>
                </a:cubicBezTo>
                <a:cubicBezTo>
                  <a:pt x="589896" y="188641"/>
                  <a:pt x="576302" y="175047"/>
                  <a:pt x="576302" y="158278"/>
                </a:cubicBezTo>
                <a:cubicBezTo>
                  <a:pt x="576302" y="141508"/>
                  <a:pt x="589896" y="127914"/>
                  <a:pt x="606665" y="127914"/>
                </a:cubicBezTo>
                <a:close/>
                <a:moveTo>
                  <a:pt x="534111" y="127914"/>
                </a:moveTo>
                <a:cubicBezTo>
                  <a:pt x="550880" y="127914"/>
                  <a:pt x="564474" y="141508"/>
                  <a:pt x="564474" y="158278"/>
                </a:cubicBezTo>
                <a:cubicBezTo>
                  <a:pt x="564474" y="175047"/>
                  <a:pt x="550880" y="188641"/>
                  <a:pt x="534111" y="188641"/>
                </a:cubicBezTo>
                <a:cubicBezTo>
                  <a:pt x="517341" y="188641"/>
                  <a:pt x="503747" y="175047"/>
                  <a:pt x="503747" y="158278"/>
                </a:cubicBezTo>
                <a:cubicBezTo>
                  <a:pt x="503747" y="141508"/>
                  <a:pt x="517341" y="127914"/>
                  <a:pt x="534111" y="127914"/>
                </a:cubicBezTo>
                <a:close/>
                <a:moveTo>
                  <a:pt x="461556" y="127914"/>
                </a:moveTo>
                <a:cubicBezTo>
                  <a:pt x="478326" y="127914"/>
                  <a:pt x="491920" y="141508"/>
                  <a:pt x="491920" y="158278"/>
                </a:cubicBezTo>
                <a:cubicBezTo>
                  <a:pt x="491920" y="175047"/>
                  <a:pt x="478326" y="188641"/>
                  <a:pt x="461556" y="188641"/>
                </a:cubicBezTo>
                <a:cubicBezTo>
                  <a:pt x="444787" y="188641"/>
                  <a:pt x="431192" y="175047"/>
                  <a:pt x="431192" y="158278"/>
                </a:cubicBezTo>
                <a:cubicBezTo>
                  <a:pt x="431192" y="141508"/>
                  <a:pt x="444787" y="127914"/>
                  <a:pt x="461556" y="127914"/>
                </a:cubicBezTo>
                <a:close/>
                <a:moveTo>
                  <a:pt x="389002" y="127914"/>
                </a:moveTo>
                <a:cubicBezTo>
                  <a:pt x="405771" y="127914"/>
                  <a:pt x="419365" y="141508"/>
                  <a:pt x="419365" y="158278"/>
                </a:cubicBezTo>
                <a:cubicBezTo>
                  <a:pt x="419365" y="175047"/>
                  <a:pt x="405771" y="188641"/>
                  <a:pt x="389002" y="188641"/>
                </a:cubicBezTo>
                <a:cubicBezTo>
                  <a:pt x="372232" y="188641"/>
                  <a:pt x="358638" y="175047"/>
                  <a:pt x="358638" y="158278"/>
                </a:cubicBezTo>
                <a:cubicBezTo>
                  <a:pt x="358638" y="141508"/>
                  <a:pt x="372232" y="127914"/>
                  <a:pt x="389002" y="127914"/>
                </a:cubicBezTo>
                <a:close/>
                <a:moveTo>
                  <a:pt x="316447" y="127914"/>
                </a:moveTo>
                <a:cubicBezTo>
                  <a:pt x="333216" y="127914"/>
                  <a:pt x="346810" y="141508"/>
                  <a:pt x="346810" y="158278"/>
                </a:cubicBezTo>
                <a:cubicBezTo>
                  <a:pt x="346810" y="175047"/>
                  <a:pt x="333216" y="188641"/>
                  <a:pt x="316447" y="188641"/>
                </a:cubicBezTo>
                <a:cubicBezTo>
                  <a:pt x="299677" y="188641"/>
                  <a:pt x="286084" y="175047"/>
                  <a:pt x="286084" y="158278"/>
                </a:cubicBezTo>
                <a:cubicBezTo>
                  <a:pt x="286084" y="141508"/>
                  <a:pt x="299677" y="127914"/>
                  <a:pt x="316447" y="127914"/>
                </a:cubicBezTo>
                <a:close/>
                <a:moveTo>
                  <a:pt x="243892" y="127914"/>
                </a:moveTo>
                <a:cubicBezTo>
                  <a:pt x="260662" y="127914"/>
                  <a:pt x="274256" y="141508"/>
                  <a:pt x="274256" y="158278"/>
                </a:cubicBezTo>
                <a:cubicBezTo>
                  <a:pt x="274256" y="175047"/>
                  <a:pt x="260662" y="188641"/>
                  <a:pt x="243892" y="188641"/>
                </a:cubicBezTo>
                <a:cubicBezTo>
                  <a:pt x="227123" y="188641"/>
                  <a:pt x="213529" y="175047"/>
                  <a:pt x="213529" y="158278"/>
                </a:cubicBezTo>
                <a:cubicBezTo>
                  <a:pt x="213529" y="141508"/>
                  <a:pt x="227123" y="127914"/>
                  <a:pt x="243892" y="127914"/>
                </a:cubicBezTo>
                <a:close/>
                <a:moveTo>
                  <a:pt x="171339" y="127914"/>
                </a:moveTo>
                <a:cubicBezTo>
                  <a:pt x="188107" y="127914"/>
                  <a:pt x="201701" y="141508"/>
                  <a:pt x="201701" y="158278"/>
                </a:cubicBezTo>
                <a:cubicBezTo>
                  <a:pt x="201701" y="175047"/>
                  <a:pt x="188107" y="188641"/>
                  <a:pt x="171339" y="188641"/>
                </a:cubicBezTo>
                <a:cubicBezTo>
                  <a:pt x="154702" y="188641"/>
                  <a:pt x="141108" y="175047"/>
                  <a:pt x="141108" y="158278"/>
                </a:cubicBezTo>
                <a:cubicBezTo>
                  <a:pt x="141108" y="141508"/>
                  <a:pt x="154702" y="127914"/>
                  <a:pt x="171339" y="127914"/>
                </a:cubicBezTo>
                <a:close/>
                <a:moveTo>
                  <a:pt x="98936" y="127914"/>
                </a:moveTo>
                <a:cubicBezTo>
                  <a:pt x="115695" y="127914"/>
                  <a:pt x="129288" y="141508"/>
                  <a:pt x="129288" y="158278"/>
                </a:cubicBezTo>
                <a:cubicBezTo>
                  <a:pt x="129288" y="175047"/>
                  <a:pt x="115695" y="188641"/>
                  <a:pt x="98936" y="188641"/>
                </a:cubicBezTo>
                <a:cubicBezTo>
                  <a:pt x="82162" y="188641"/>
                  <a:pt x="68567" y="175047"/>
                  <a:pt x="68567" y="158278"/>
                </a:cubicBezTo>
                <a:cubicBezTo>
                  <a:pt x="68567" y="141508"/>
                  <a:pt x="82162" y="127914"/>
                  <a:pt x="98936" y="127914"/>
                </a:cubicBezTo>
                <a:close/>
                <a:moveTo>
                  <a:pt x="26381" y="127914"/>
                </a:moveTo>
                <a:cubicBezTo>
                  <a:pt x="43143" y="127914"/>
                  <a:pt x="56738" y="141508"/>
                  <a:pt x="56738" y="158278"/>
                </a:cubicBezTo>
                <a:cubicBezTo>
                  <a:pt x="56738" y="175047"/>
                  <a:pt x="43143" y="188641"/>
                  <a:pt x="26381" y="188641"/>
                </a:cubicBezTo>
                <a:cubicBezTo>
                  <a:pt x="17995" y="188641"/>
                  <a:pt x="10404" y="185243"/>
                  <a:pt x="4909" y="179748"/>
                </a:cubicBezTo>
                <a:lnTo>
                  <a:pt x="0" y="167898"/>
                </a:lnTo>
                <a:lnTo>
                  <a:pt x="0" y="148658"/>
                </a:lnTo>
                <a:lnTo>
                  <a:pt x="4909" y="136807"/>
                </a:lnTo>
                <a:cubicBezTo>
                  <a:pt x="10404" y="131313"/>
                  <a:pt x="17995" y="127914"/>
                  <a:pt x="26381" y="127914"/>
                </a:cubicBezTo>
                <a:close/>
                <a:moveTo>
                  <a:pt x="1622429" y="47462"/>
                </a:moveTo>
                <a:lnTo>
                  <a:pt x="1625821" y="48147"/>
                </a:lnTo>
                <a:lnTo>
                  <a:pt x="1639701" y="102127"/>
                </a:lnTo>
                <a:lnTo>
                  <a:pt x="1634248" y="105804"/>
                </a:lnTo>
                <a:cubicBezTo>
                  <a:pt x="1630615" y="107340"/>
                  <a:pt x="1626621" y="108189"/>
                  <a:pt x="1622429" y="108189"/>
                </a:cubicBezTo>
                <a:cubicBezTo>
                  <a:pt x="1605659" y="108189"/>
                  <a:pt x="1592066" y="94595"/>
                  <a:pt x="1592066" y="77826"/>
                </a:cubicBezTo>
                <a:cubicBezTo>
                  <a:pt x="1592066" y="61056"/>
                  <a:pt x="1605659" y="47462"/>
                  <a:pt x="1622429" y="47462"/>
                </a:cubicBezTo>
                <a:close/>
                <a:moveTo>
                  <a:pt x="1549874" y="47462"/>
                </a:moveTo>
                <a:cubicBezTo>
                  <a:pt x="1566644" y="47462"/>
                  <a:pt x="1580238" y="61056"/>
                  <a:pt x="1580238" y="77826"/>
                </a:cubicBezTo>
                <a:cubicBezTo>
                  <a:pt x="1580238" y="94595"/>
                  <a:pt x="1566644" y="108189"/>
                  <a:pt x="1549874" y="108189"/>
                </a:cubicBezTo>
                <a:cubicBezTo>
                  <a:pt x="1533105" y="108189"/>
                  <a:pt x="1519511" y="94595"/>
                  <a:pt x="1519511" y="77826"/>
                </a:cubicBezTo>
                <a:cubicBezTo>
                  <a:pt x="1519511" y="61056"/>
                  <a:pt x="1533105" y="47462"/>
                  <a:pt x="1549874" y="47462"/>
                </a:cubicBezTo>
                <a:close/>
                <a:moveTo>
                  <a:pt x="1477320" y="47462"/>
                </a:moveTo>
                <a:cubicBezTo>
                  <a:pt x="1494089" y="47462"/>
                  <a:pt x="1507683" y="61056"/>
                  <a:pt x="1507683" y="77826"/>
                </a:cubicBezTo>
                <a:cubicBezTo>
                  <a:pt x="1507683" y="94595"/>
                  <a:pt x="1494089" y="108189"/>
                  <a:pt x="1477320" y="108189"/>
                </a:cubicBezTo>
                <a:cubicBezTo>
                  <a:pt x="1460550" y="108189"/>
                  <a:pt x="1446956" y="94595"/>
                  <a:pt x="1446956" y="77826"/>
                </a:cubicBezTo>
                <a:cubicBezTo>
                  <a:pt x="1446956" y="61056"/>
                  <a:pt x="1460550" y="47462"/>
                  <a:pt x="1477320" y="47462"/>
                </a:cubicBezTo>
                <a:close/>
                <a:moveTo>
                  <a:pt x="1404765" y="47462"/>
                </a:moveTo>
                <a:cubicBezTo>
                  <a:pt x="1421535" y="47462"/>
                  <a:pt x="1435129" y="61056"/>
                  <a:pt x="1435129" y="77826"/>
                </a:cubicBezTo>
                <a:cubicBezTo>
                  <a:pt x="1435129" y="94595"/>
                  <a:pt x="1421535" y="108189"/>
                  <a:pt x="1404765" y="108189"/>
                </a:cubicBezTo>
                <a:cubicBezTo>
                  <a:pt x="1387996" y="108189"/>
                  <a:pt x="1374402" y="94595"/>
                  <a:pt x="1374402" y="77826"/>
                </a:cubicBezTo>
                <a:cubicBezTo>
                  <a:pt x="1374402" y="61056"/>
                  <a:pt x="1387996" y="47462"/>
                  <a:pt x="1404765" y="47462"/>
                </a:cubicBezTo>
                <a:close/>
                <a:moveTo>
                  <a:pt x="1332211" y="47462"/>
                </a:moveTo>
                <a:cubicBezTo>
                  <a:pt x="1348980" y="47462"/>
                  <a:pt x="1362574" y="61056"/>
                  <a:pt x="1362574" y="77826"/>
                </a:cubicBezTo>
                <a:cubicBezTo>
                  <a:pt x="1362574" y="94595"/>
                  <a:pt x="1348980" y="108189"/>
                  <a:pt x="1332211" y="108189"/>
                </a:cubicBezTo>
                <a:cubicBezTo>
                  <a:pt x="1315441" y="108189"/>
                  <a:pt x="1301847" y="94595"/>
                  <a:pt x="1301847" y="77826"/>
                </a:cubicBezTo>
                <a:cubicBezTo>
                  <a:pt x="1301847" y="61056"/>
                  <a:pt x="1315441" y="47462"/>
                  <a:pt x="1332211" y="47462"/>
                </a:cubicBezTo>
                <a:close/>
                <a:moveTo>
                  <a:pt x="1259656" y="47462"/>
                </a:moveTo>
                <a:cubicBezTo>
                  <a:pt x="1276426" y="47462"/>
                  <a:pt x="1290020" y="61056"/>
                  <a:pt x="1290020" y="77826"/>
                </a:cubicBezTo>
                <a:cubicBezTo>
                  <a:pt x="1290020" y="94595"/>
                  <a:pt x="1276426" y="108189"/>
                  <a:pt x="1259656" y="108189"/>
                </a:cubicBezTo>
                <a:cubicBezTo>
                  <a:pt x="1242887" y="108189"/>
                  <a:pt x="1229293" y="94595"/>
                  <a:pt x="1229293" y="77826"/>
                </a:cubicBezTo>
                <a:cubicBezTo>
                  <a:pt x="1229293" y="61056"/>
                  <a:pt x="1242887" y="47462"/>
                  <a:pt x="1259656" y="47462"/>
                </a:cubicBezTo>
                <a:close/>
                <a:moveTo>
                  <a:pt x="1187102" y="47462"/>
                </a:moveTo>
                <a:cubicBezTo>
                  <a:pt x="1203871" y="47462"/>
                  <a:pt x="1217465" y="61056"/>
                  <a:pt x="1217465" y="77826"/>
                </a:cubicBezTo>
                <a:cubicBezTo>
                  <a:pt x="1217465" y="94595"/>
                  <a:pt x="1203871" y="108189"/>
                  <a:pt x="1187102" y="108189"/>
                </a:cubicBezTo>
                <a:cubicBezTo>
                  <a:pt x="1170332" y="108189"/>
                  <a:pt x="1156738" y="94595"/>
                  <a:pt x="1156738" y="77826"/>
                </a:cubicBezTo>
                <a:cubicBezTo>
                  <a:pt x="1156738" y="61056"/>
                  <a:pt x="1170332" y="47462"/>
                  <a:pt x="1187102" y="47462"/>
                </a:cubicBezTo>
                <a:close/>
                <a:moveTo>
                  <a:pt x="1114547" y="47462"/>
                </a:moveTo>
                <a:cubicBezTo>
                  <a:pt x="1131317" y="47462"/>
                  <a:pt x="1144911" y="61056"/>
                  <a:pt x="1144911" y="77826"/>
                </a:cubicBezTo>
                <a:cubicBezTo>
                  <a:pt x="1144911" y="94595"/>
                  <a:pt x="1131317" y="108189"/>
                  <a:pt x="1114547" y="108189"/>
                </a:cubicBezTo>
                <a:cubicBezTo>
                  <a:pt x="1097778" y="108189"/>
                  <a:pt x="1084184" y="94595"/>
                  <a:pt x="1084184" y="77826"/>
                </a:cubicBezTo>
                <a:cubicBezTo>
                  <a:pt x="1084184" y="61056"/>
                  <a:pt x="1097778" y="47462"/>
                  <a:pt x="1114547" y="47462"/>
                </a:cubicBezTo>
                <a:close/>
                <a:moveTo>
                  <a:pt x="1041993" y="47462"/>
                </a:moveTo>
                <a:cubicBezTo>
                  <a:pt x="1058762" y="47462"/>
                  <a:pt x="1072356" y="61056"/>
                  <a:pt x="1072356" y="77826"/>
                </a:cubicBezTo>
                <a:cubicBezTo>
                  <a:pt x="1072356" y="94595"/>
                  <a:pt x="1058762" y="108189"/>
                  <a:pt x="1041993" y="108189"/>
                </a:cubicBezTo>
                <a:cubicBezTo>
                  <a:pt x="1025223" y="108189"/>
                  <a:pt x="1011629" y="94595"/>
                  <a:pt x="1011629" y="77826"/>
                </a:cubicBezTo>
                <a:cubicBezTo>
                  <a:pt x="1011629" y="61056"/>
                  <a:pt x="1025223" y="47462"/>
                  <a:pt x="1041993" y="47462"/>
                </a:cubicBezTo>
                <a:close/>
                <a:moveTo>
                  <a:pt x="969438" y="47462"/>
                </a:moveTo>
                <a:cubicBezTo>
                  <a:pt x="986208" y="47462"/>
                  <a:pt x="999801" y="61056"/>
                  <a:pt x="999801" y="77826"/>
                </a:cubicBezTo>
                <a:cubicBezTo>
                  <a:pt x="999801" y="94595"/>
                  <a:pt x="986208" y="108189"/>
                  <a:pt x="969438" y="108189"/>
                </a:cubicBezTo>
                <a:cubicBezTo>
                  <a:pt x="952669" y="108189"/>
                  <a:pt x="939075" y="94595"/>
                  <a:pt x="939075" y="77826"/>
                </a:cubicBezTo>
                <a:cubicBezTo>
                  <a:pt x="939075" y="61056"/>
                  <a:pt x="952669" y="47462"/>
                  <a:pt x="969438" y="47462"/>
                </a:cubicBezTo>
                <a:close/>
                <a:moveTo>
                  <a:pt x="896883" y="47462"/>
                </a:moveTo>
                <a:cubicBezTo>
                  <a:pt x="913653" y="47462"/>
                  <a:pt x="927247" y="61056"/>
                  <a:pt x="927247" y="77826"/>
                </a:cubicBezTo>
                <a:cubicBezTo>
                  <a:pt x="927247" y="94595"/>
                  <a:pt x="913653" y="108189"/>
                  <a:pt x="896883" y="108189"/>
                </a:cubicBezTo>
                <a:cubicBezTo>
                  <a:pt x="880114" y="108189"/>
                  <a:pt x="866520" y="94595"/>
                  <a:pt x="866520" y="77826"/>
                </a:cubicBezTo>
                <a:cubicBezTo>
                  <a:pt x="866520" y="61056"/>
                  <a:pt x="880114" y="47462"/>
                  <a:pt x="896883" y="47462"/>
                </a:cubicBezTo>
                <a:close/>
                <a:moveTo>
                  <a:pt x="824329" y="47462"/>
                </a:moveTo>
                <a:cubicBezTo>
                  <a:pt x="841098" y="47462"/>
                  <a:pt x="854692" y="61056"/>
                  <a:pt x="854692" y="77826"/>
                </a:cubicBezTo>
                <a:cubicBezTo>
                  <a:pt x="854692" y="94595"/>
                  <a:pt x="841098" y="108189"/>
                  <a:pt x="824329" y="108189"/>
                </a:cubicBezTo>
                <a:cubicBezTo>
                  <a:pt x="807559" y="108189"/>
                  <a:pt x="793965" y="94595"/>
                  <a:pt x="793965" y="77826"/>
                </a:cubicBezTo>
                <a:cubicBezTo>
                  <a:pt x="793965" y="61056"/>
                  <a:pt x="807559" y="47462"/>
                  <a:pt x="824329" y="47462"/>
                </a:cubicBezTo>
                <a:close/>
                <a:moveTo>
                  <a:pt x="751774" y="47462"/>
                </a:moveTo>
                <a:cubicBezTo>
                  <a:pt x="768544" y="47462"/>
                  <a:pt x="782138" y="61056"/>
                  <a:pt x="782138" y="77826"/>
                </a:cubicBezTo>
                <a:cubicBezTo>
                  <a:pt x="782138" y="94595"/>
                  <a:pt x="768544" y="108189"/>
                  <a:pt x="751774" y="108189"/>
                </a:cubicBezTo>
                <a:cubicBezTo>
                  <a:pt x="735005" y="108189"/>
                  <a:pt x="721411" y="94595"/>
                  <a:pt x="721411" y="77826"/>
                </a:cubicBezTo>
                <a:cubicBezTo>
                  <a:pt x="721411" y="61056"/>
                  <a:pt x="735005" y="47462"/>
                  <a:pt x="751774" y="47462"/>
                </a:cubicBezTo>
                <a:close/>
                <a:moveTo>
                  <a:pt x="679220" y="47462"/>
                </a:moveTo>
                <a:cubicBezTo>
                  <a:pt x="695989" y="47462"/>
                  <a:pt x="709583" y="61056"/>
                  <a:pt x="709583" y="77826"/>
                </a:cubicBezTo>
                <a:cubicBezTo>
                  <a:pt x="709583" y="94595"/>
                  <a:pt x="695989" y="108189"/>
                  <a:pt x="679220" y="108189"/>
                </a:cubicBezTo>
                <a:cubicBezTo>
                  <a:pt x="662450" y="108189"/>
                  <a:pt x="648856" y="94595"/>
                  <a:pt x="648856" y="77826"/>
                </a:cubicBezTo>
                <a:cubicBezTo>
                  <a:pt x="648856" y="61056"/>
                  <a:pt x="662450" y="47462"/>
                  <a:pt x="679220" y="47462"/>
                </a:cubicBezTo>
                <a:close/>
                <a:moveTo>
                  <a:pt x="606665" y="47462"/>
                </a:moveTo>
                <a:cubicBezTo>
                  <a:pt x="623435" y="47462"/>
                  <a:pt x="637029" y="61056"/>
                  <a:pt x="637029" y="77826"/>
                </a:cubicBezTo>
                <a:cubicBezTo>
                  <a:pt x="637029" y="94595"/>
                  <a:pt x="623435" y="108189"/>
                  <a:pt x="606665" y="108189"/>
                </a:cubicBezTo>
                <a:cubicBezTo>
                  <a:pt x="589896" y="108189"/>
                  <a:pt x="576302" y="94595"/>
                  <a:pt x="576302" y="77826"/>
                </a:cubicBezTo>
                <a:cubicBezTo>
                  <a:pt x="576302" y="61056"/>
                  <a:pt x="589896" y="47462"/>
                  <a:pt x="606665" y="47462"/>
                </a:cubicBezTo>
                <a:close/>
                <a:moveTo>
                  <a:pt x="534111" y="47462"/>
                </a:moveTo>
                <a:cubicBezTo>
                  <a:pt x="550880" y="47462"/>
                  <a:pt x="564474" y="61056"/>
                  <a:pt x="564474" y="77826"/>
                </a:cubicBezTo>
                <a:cubicBezTo>
                  <a:pt x="564474" y="94595"/>
                  <a:pt x="550880" y="108189"/>
                  <a:pt x="534111" y="108189"/>
                </a:cubicBezTo>
                <a:cubicBezTo>
                  <a:pt x="517341" y="108189"/>
                  <a:pt x="503747" y="94595"/>
                  <a:pt x="503747" y="77826"/>
                </a:cubicBezTo>
                <a:cubicBezTo>
                  <a:pt x="503747" y="61056"/>
                  <a:pt x="517341" y="47462"/>
                  <a:pt x="534111" y="47462"/>
                </a:cubicBezTo>
                <a:close/>
                <a:moveTo>
                  <a:pt x="461556" y="47462"/>
                </a:moveTo>
                <a:cubicBezTo>
                  <a:pt x="478326" y="47462"/>
                  <a:pt x="491920" y="61056"/>
                  <a:pt x="491920" y="77826"/>
                </a:cubicBezTo>
                <a:cubicBezTo>
                  <a:pt x="491920" y="94595"/>
                  <a:pt x="478326" y="108189"/>
                  <a:pt x="461556" y="108189"/>
                </a:cubicBezTo>
                <a:cubicBezTo>
                  <a:pt x="444787" y="108189"/>
                  <a:pt x="431192" y="94595"/>
                  <a:pt x="431192" y="77826"/>
                </a:cubicBezTo>
                <a:cubicBezTo>
                  <a:pt x="431192" y="61056"/>
                  <a:pt x="444787" y="47462"/>
                  <a:pt x="461556" y="47462"/>
                </a:cubicBezTo>
                <a:close/>
                <a:moveTo>
                  <a:pt x="389002" y="47462"/>
                </a:moveTo>
                <a:cubicBezTo>
                  <a:pt x="405771" y="47462"/>
                  <a:pt x="419365" y="61056"/>
                  <a:pt x="419365" y="77826"/>
                </a:cubicBezTo>
                <a:cubicBezTo>
                  <a:pt x="419365" y="94595"/>
                  <a:pt x="405771" y="108189"/>
                  <a:pt x="389002" y="108189"/>
                </a:cubicBezTo>
                <a:cubicBezTo>
                  <a:pt x="372232" y="108189"/>
                  <a:pt x="358638" y="94595"/>
                  <a:pt x="358638" y="77826"/>
                </a:cubicBezTo>
                <a:cubicBezTo>
                  <a:pt x="358638" y="61056"/>
                  <a:pt x="372232" y="47462"/>
                  <a:pt x="389002" y="47462"/>
                </a:cubicBezTo>
                <a:close/>
                <a:moveTo>
                  <a:pt x="316447" y="47462"/>
                </a:moveTo>
                <a:cubicBezTo>
                  <a:pt x="333216" y="47462"/>
                  <a:pt x="346810" y="61056"/>
                  <a:pt x="346810" y="77826"/>
                </a:cubicBezTo>
                <a:cubicBezTo>
                  <a:pt x="346810" y="94595"/>
                  <a:pt x="333216" y="108189"/>
                  <a:pt x="316447" y="108189"/>
                </a:cubicBezTo>
                <a:cubicBezTo>
                  <a:pt x="299677" y="108189"/>
                  <a:pt x="286084" y="94595"/>
                  <a:pt x="286084" y="77826"/>
                </a:cubicBezTo>
                <a:cubicBezTo>
                  <a:pt x="286084" y="61056"/>
                  <a:pt x="299677" y="47462"/>
                  <a:pt x="316447" y="47462"/>
                </a:cubicBezTo>
                <a:close/>
                <a:moveTo>
                  <a:pt x="243892" y="47462"/>
                </a:moveTo>
                <a:cubicBezTo>
                  <a:pt x="260662" y="47462"/>
                  <a:pt x="274256" y="61056"/>
                  <a:pt x="274256" y="77826"/>
                </a:cubicBezTo>
                <a:cubicBezTo>
                  <a:pt x="274256" y="94595"/>
                  <a:pt x="260662" y="108189"/>
                  <a:pt x="243892" y="108189"/>
                </a:cubicBezTo>
                <a:cubicBezTo>
                  <a:pt x="227123" y="108189"/>
                  <a:pt x="213529" y="94595"/>
                  <a:pt x="213529" y="77826"/>
                </a:cubicBezTo>
                <a:cubicBezTo>
                  <a:pt x="213529" y="61056"/>
                  <a:pt x="227123" y="47462"/>
                  <a:pt x="243892" y="47462"/>
                </a:cubicBezTo>
                <a:close/>
                <a:moveTo>
                  <a:pt x="171339" y="47462"/>
                </a:moveTo>
                <a:cubicBezTo>
                  <a:pt x="188107" y="47462"/>
                  <a:pt x="201701" y="61056"/>
                  <a:pt x="201701" y="77826"/>
                </a:cubicBezTo>
                <a:cubicBezTo>
                  <a:pt x="201701" y="94595"/>
                  <a:pt x="188107" y="108189"/>
                  <a:pt x="171339" y="108189"/>
                </a:cubicBezTo>
                <a:cubicBezTo>
                  <a:pt x="154708" y="108189"/>
                  <a:pt x="141113" y="94595"/>
                  <a:pt x="141113" y="77826"/>
                </a:cubicBezTo>
                <a:cubicBezTo>
                  <a:pt x="141113" y="61056"/>
                  <a:pt x="154708" y="47462"/>
                  <a:pt x="171339" y="47462"/>
                </a:cubicBezTo>
                <a:close/>
                <a:moveTo>
                  <a:pt x="98942" y="47462"/>
                </a:moveTo>
                <a:cubicBezTo>
                  <a:pt x="115700" y="47462"/>
                  <a:pt x="129294" y="61056"/>
                  <a:pt x="129294" y="77826"/>
                </a:cubicBezTo>
                <a:cubicBezTo>
                  <a:pt x="129294" y="94595"/>
                  <a:pt x="115700" y="108189"/>
                  <a:pt x="98942" y="108189"/>
                </a:cubicBezTo>
                <a:cubicBezTo>
                  <a:pt x="82168" y="108189"/>
                  <a:pt x="68573" y="94595"/>
                  <a:pt x="68573" y="77826"/>
                </a:cubicBezTo>
                <a:cubicBezTo>
                  <a:pt x="68573" y="61056"/>
                  <a:pt x="82168" y="47462"/>
                  <a:pt x="98942" y="47462"/>
                </a:cubicBezTo>
                <a:close/>
                <a:moveTo>
                  <a:pt x="26388" y="47462"/>
                </a:moveTo>
                <a:cubicBezTo>
                  <a:pt x="43149" y="47462"/>
                  <a:pt x="56744" y="61056"/>
                  <a:pt x="56744" y="77826"/>
                </a:cubicBezTo>
                <a:cubicBezTo>
                  <a:pt x="56744" y="94595"/>
                  <a:pt x="43149" y="108189"/>
                  <a:pt x="26388" y="108189"/>
                </a:cubicBezTo>
                <a:cubicBezTo>
                  <a:pt x="18002" y="108189"/>
                  <a:pt x="10410" y="104791"/>
                  <a:pt x="4916" y="99296"/>
                </a:cubicBezTo>
                <a:lnTo>
                  <a:pt x="0" y="87429"/>
                </a:lnTo>
                <a:lnTo>
                  <a:pt x="0" y="68222"/>
                </a:lnTo>
                <a:lnTo>
                  <a:pt x="4916" y="56355"/>
                </a:lnTo>
                <a:cubicBezTo>
                  <a:pt x="10410" y="50861"/>
                  <a:pt x="18002" y="47462"/>
                  <a:pt x="26388" y="47462"/>
                </a:cubicBezTo>
                <a:close/>
                <a:moveTo>
                  <a:pt x="1592868" y="0"/>
                </a:moveTo>
                <a:lnTo>
                  <a:pt x="1613441" y="0"/>
                </a:lnTo>
                <a:lnTo>
                  <a:pt x="1620472" y="27343"/>
                </a:lnTo>
                <a:lnTo>
                  <a:pt x="1610610" y="25352"/>
                </a:lnTo>
                <a:cubicBezTo>
                  <a:pt x="1605161" y="23047"/>
                  <a:pt x="1600525" y="19197"/>
                  <a:pt x="1597251" y="14351"/>
                </a:cubicBezTo>
                <a:close/>
                <a:moveTo>
                  <a:pt x="1520598" y="0"/>
                </a:moveTo>
                <a:lnTo>
                  <a:pt x="1579150" y="0"/>
                </a:lnTo>
                <a:lnTo>
                  <a:pt x="1571345" y="18844"/>
                </a:lnTo>
                <a:cubicBezTo>
                  <a:pt x="1565850" y="24339"/>
                  <a:pt x="1558259" y="27738"/>
                  <a:pt x="1549874" y="27738"/>
                </a:cubicBezTo>
                <a:cubicBezTo>
                  <a:pt x="1541490" y="27738"/>
                  <a:pt x="1533899" y="24339"/>
                  <a:pt x="1528404" y="18844"/>
                </a:cubicBezTo>
                <a:close/>
                <a:moveTo>
                  <a:pt x="1448044" y="0"/>
                </a:moveTo>
                <a:lnTo>
                  <a:pt x="1506596" y="0"/>
                </a:lnTo>
                <a:lnTo>
                  <a:pt x="1498790" y="18844"/>
                </a:lnTo>
                <a:cubicBezTo>
                  <a:pt x="1493295" y="24339"/>
                  <a:pt x="1485705" y="27738"/>
                  <a:pt x="1477320" y="27738"/>
                </a:cubicBezTo>
                <a:cubicBezTo>
                  <a:pt x="1468935" y="27738"/>
                  <a:pt x="1461344" y="24339"/>
                  <a:pt x="1455850" y="18844"/>
                </a:cubicBezTo>
                <a:close/>
                <a:moveTo>
                  <a:pt x="1375489" y="0"/>
                </a:moveTo>
                <a:lnTo>
                  <a:pt x="1434041" y="0"/>
                </a:lnTo>
                <a:lnTo>
                  <a:pt x="1426236" y="18844"/>
                </a:lnTo>
                <a:cubicBezTo>
                  <a:pt x="1420741" y="24339"/>
                  <a:pt x="1413150" y="27738"/>
                  <a:pt x="1404765" y="27738"/>
                </a:cubicBezTo>
                <a:cubicBezTo>
                  <a:pt x="1396381" y="27738"/>
                  <a:pt x="1388790" y="24339"/>
                  <a:pt x="1383295" y="18844"/>
                </a:cubicBezTo>
                <a:close/>
                <a:moveTo>
                  <a:pt x="1302935" y="0"/>
                </a:moveTo>
                <a:lnTo>
                  <a:pt x="1361486" y="0"/>
                </a:lnTo>
                <a:lnTo>
                  <a:pt x="1353681" y="18844"/>
                </a:lnTo>
                <a:cubicBezTo>
                  <a:pt x="1348186" y="24339"/>
                  <a:pt x="1340596" y="27738"/>
                  <a:pt x="1332211" y="27738"/>
                </a:cubicBezTo>
                <a:cubicBezTo>
                  <a:pt x="1323826" y="27738"/>
                  <a:pt x="1316235" y="24339"/>
                  <a:pt x="1310740" y="18844"/>
                </a:cubicBezTo>
                <a:close/>
                <a:moveTo>
                  <a:pt x="1230380" y="0"/>
                </a:moveTo>
                <a:lnTo>
                  <a:pt x="1288932" y="0"/>
                </a:lnTo>
                <a:lnTo>
                  <a:pt x="1281126" y="18844"/>
                </a:lnTo>
                <a:cubicBezTo>
                  <a:pt x="1275632" y="24339"/>
                  <a:pt x="1268041" y="27738"/>
                  <a:pt x="1259656" y="27738"/>
                </a:cubicBezTo>
                <a:cubicBezTo>
                  <a:pt x="1251271" y="27738"/>
                  <a:pt x="1243680" y="24339"/>
                  <a:pt x="1238186" y="18844"/>
                </a:cubicBezTo>
                <a:close/>
                <a:moveTo>
                  <a:pt x="1157826" y="0"/>
                </a:moveTo>
                <a:lnTo>
                  <a:pt x="1216377" y="0"/>
                </a:lnTo>
                <a:lnTo>
                  <a:pt x="1208572" y="18844"/>
                </a:lnTo>
                <a:cubicBezTo>
                  <a:pt x="1203077" y="24339"/>
                  <a:pt x="1195486" y="27738"/>
                  <a:pt x="1187102" y="27738"/>
                </a:cubicBezTo>
                <a:cubicBezTo>
                  <a:pt x="1178717" y="27738"/>
                  <a:pt x="1171126" y="24339"/>
                  <a:pt x="1165631" y="18844"/>
                </a:cubicBezTo>
                <a:close/>
                <a:moveTo>
                  <a:pt x="1085271" y="0"/>
                </a:moveTo>
                <a:lnTo>
                  <a:pt x="1143823" y="0"/>
                </a:lnTo>
                <a:lnTo>
                  <a:pt x="1136017" y="18844"/>
                </a:lnTo>
                <a:cubicBezTo>
                  <a:pt x="1130523" y="24339"/>
                  <a:pt x="1122932" y="27738"/>
                  <a:pt x="1114547" y="27738"/>
                </a:cubicBezTo>
                <a:cubicBezTo>
                  <a:pt x="1106162" y="27738"/>
                  <a:pt x="1098571" y="24339"/>
                  <a:pt x="1093077" y="18844"/>
                </a:cubicBezTo>
                <a:close/>
                <a:moveTo>
                  <a:pt x="1012717" y="0"/>
                </a:moveTo>
                <a:lnTo>
                  <a:pt x="1071268" y="0"/>
                </a:lnTo>
                <a:lnTo>
                  <a:pt x="1063463" y="18844"/>
                </a:lnTo>
                <a:cubicBezTo>
                  <a:pt x="1057968" y="24339"/>
                  <a:pt x="1050377" y="27738"/>
                  <a:pt x="1041993" y="27738"/>
                </a:cubicBezTo>
                <a:cubicBezTo>
                  <a:pt x="1033608" y="27738"/>
                  <a:pt x="1026017" y="24339"/>
                  <a:pt x="1020522" y="18844"/>
                </a:cubicBezTo>
                <a:close/>
                <a:moveTo>
                  <a:pt x="940162" y="0"/>
                </a:moveTo>
                <a:lnTo>
                  <a:pt x="998714" y="0"/>
                </a:lnTo>
                <a:lnTo>
                  <a:pt x="990908" y="18844"/>
                </a:lnTo>
                <a:cubicBezTo>
                  <a:pt x="985414" y="24339"/>
                  <a:pt x="977823" y="27738"/>
                  <a:pt x="969438" y="27738"/>
                </a:cubicBezTo>
                <a:cubicBezTo>
                  <a:pt x="961053" y="27738"/>
                  <a:pt x="953462" y="24339"/>
                  <a:pt x="947968" y="18844"/>
                </a:cubicBezTo>
                <a:close/>
                <a:moveTo>
                  <a:pt x="867607" y="0"/>
                </a:moveTo>
                <a:lnTo>
                  <a:pt x="926159" y="0"/>
                </a:lnTo>
                <a:lnTo>
                  <a:pt x="918354" y="18844"/>
                </a:lnTo>
                <a:cubicBezTo>
                  <a:pt x="912859" y="24339"/>
                  <a:pt x="905268" y="27738"/>
                  <a:pt x="896883" y="27738"/>
                </a:cubicBezTo>
                <a:cubicBezTo>
                  <a:pt x="888499" y="27738"/>
                  <a:pt x="880908" y="24339"/>
                  <a:pt x="875413" y="18844"/>
                </a:cubicBezTo>
                <a:close/>
                <a:moveTo>
                  <a:pt x="795053" y="0"/>
                </a:moveTo>
                <a:lnTo>
                  <a:pt x="853605" y="0"/>
                </a:lnTo>
                <a:lnTo>
                  <a:pt x="845799" y="18844"/>
                </a:lnTo>
                <a:cubicBezTo>
                  <a:pt x="840304" y="24339"/>
                  <a:pt x="832714" y="27738"/>
                  <a:pt x="824329" y="27738"/>
                </a:cubicBezTo>
                <a:cubicBezTo>
                  <a:pt x="815944" y="27738"/>
                  <a:pt x="808353" y="24339"/>
                  <a:pt x="802858" y="18844"/>
                </a:cubicBezTo>
                <a:close/>
                <a:moveTo>
                  <a:pt x="722498" y="0"/>
                </a:moveTo>
                <a:lnTo>
                  <a:pt x="781050" y="0"/>
                </a:lnTo>
                <a:lnTo>
                  <a:pt x="773245" y="18844"/>
                </a:lnTo>
                <a:cubicBezTo>
                  <a:pt x="767750" y="24339"/>
                  <a:pt x="760159" y="27738"/>
                  <a:pt x="751774" y="27738"/>
                </a:cubicBezTo>
                <a:cubicBezTo>
                  <a:pt x="743390" y="27738"/>
                  <a:pt x="735799" y="24339"/>
                  <a:pt x="730304" y="18844"/>
                </a:cubicBezTo>
                <a:close/>
                <a:moveTo>
                  <a:pt x="649944" y="0"/>
                </a:moveTo>
                <a:lnTo>
                  <a:pt x="708496" y="0"/>
                </a:lnTo>
                <a:lnTo>
                  <a:pt x="700690" y="18844"/>
                </a:lnTo>
                <a:cubicBezTo>
                  <a:pt x="695195" y="24339"/>
                  <a:pt x="687604" y="27738"/>
                  <a:pt x="679220" y="27738"/>
                </a:cubicBezTo>
                <a:cubicBezTo>
                  <a:pt x="670835" y="27738"/>
                  <a:pt x="663244" y="24339"/>
                  <a:pt x="657749" y="18844"/>
                </a:cubicBezTo>
                <a:close/>
                <a:moveTo>
                  <a:pt x="577389" y="0"/>
                </a:moveTo>
                <a:lnTo>
                  <a:pt x="635941" y="0"/>
                </a:lnTo>
                <a:lnTo>
                  <a:pt x="628135" y="18844"/>
                </a:lnTo>
                <a:cubicBezTo>
                  <a:pt x="622641" y="24339"/>
                  <a:pt x="615050" y="27738"/>
                  <a:pt x="606665" y="27738"/>
                </a:cubicBezTo>
                <a:cubicBezTo>
                  <a:pt x="598280" y="27738"/>
                  <a:pt x="590690" y="24339"/>
                  <a:pt x="585195" y="18844"/>
                </a:cubicBezTo>
                <a:close/>
                <a:moveTo>
                  <a:pt x="504835" y="0"/>
                </a:moveTo>
                <a:lnTo>
                  <a:pt x="563386" y="0"/>
                </a:lnTo>
                <a:lnTo>
                  <a:pt x="555581" y="18844"/>
                </a:lnTo>
                <a:cubicBezTo>
                  <a:pt x="550086" y="24339"/>
                  <a:pt x="542495" y="27738"/>
                  <a:pt x="534111" y="27738"/>
                </a:cubicBezTo>
                <a:cubicBezTo>
                  <a:pt x="525726" y="27738"/>
                  <a:pt x="518135" y="24339"/>
                  <a:pt x="512640" y="18844"/>
                </a:cubicBezTo>
                <a:close/>
                <a:moveTo>
                  <a:pt x="432280" y="0"/>
                </a:moveTo>
                <a:lnTo>
                  <a:pt x="490832" y="0"/>
                </a:lnTo>
                <a:lnTo>
                  <a:pt x="483026" y="18844"/>
                </a:lnTo>
                <a:cubicBezTo>
                  <a:pt x="477532" y="24339"/>
                  <a:pt x="469941" y="27738"/>
                  <a:pt x="461556" y="27738"/>
                </a:cubicBezTo>
                <a:cubicBezTo>
                  <a:pt x="453171" y="27738"/>
                  <a:pt x="445580" y="24339"/>
                  <a:pt x="440086" y="18844"/>
                </a:cubicBezTo>
                <a:close/>
                <a:moveTo>
                  <a:pt x="359726" y="0"/>
                </a:moveTo>
                <a:lnTo>
                  <a:pt x="418277" y="0"/>
                </a:lnTo>
                <a:lnTo>
                  <a:pt x="410472" y="18844"/>
                </a:lnTo>
                <a:cubicBezTo>
                  <a:pt x="404977" y="24339"/>
                  <a:pt x="397386" y="27738"/>
                  <a:pt x="389002" y="27738"/>
                </a:cubicBezTo>
                <a:cubicBezTo>
                  <a:pt x="380617" y="27738"/>
                  <a:pt x="373026" y="24339"/>
                  <a:pt x="367531" y="18844"/>
                </a:cubicBezTo>
                <a:close/>
                <a:moveTo>
                  <a:pt x="287171" y="0"/>
                </a:moveTo>
                <a:lnTo>
                  <a:pt x="345723" y="0"/>
                </a:lnTo>
                <a:lnTo>
                  <a:pt x="337917" y="18844"/>
                </a:lnTo>
                <a:cubicBezTo>
                  <a:pt x="332423" y="24339"/>
                  <a:pt x="324832" y="27738"/>
                  <a:pt x="316447" y="27738"/>
                </a:cubicBezTo>
                <a:cubicBezTo>
                  <a:pt x="308062" y="27738"/>
                  <a:pt x="300471" y="24339"/>
                  <a:pt x="294977" y="18844"/>
                </a:cubicBezTo>
                <a:close/>
                <a:moveTo>
                  <a:pt x="214617" y="0"/>
                </a:moveTo>
                <a:lnTo>
                  <a:pt x="273168" y="0"/>
                </a:lnTo>
                <a:lnTo>
                  <a:pt x="265363" y="18844"/>
                </a:lnTo>
                <a:cubicBezTo>
                  <a:pt x="259868" y="24339"/>
                  <a:pt x="252277" y="27738"/>
                  <a:pt x="243892" y="27738"/>
                </a:cubicBezTo>
                <a:cubicBezTo>
                  <a:pt x="235508" y="27738"/>
                  <a:pt x="227917" y="24339"/>
                  <a:pt x="222422" y="18844"/>
                </a:cubicBezTo>
                <a:close/>
                <a:moveTo>
                  <a:pt x="142204" y="0"/>
                </a:moveTo>
                <a:lnTo>
                  <a:pt x="200614" y="0"/>
                </a:lnTo>
                <a:lnTo>
                  <a:pt x="192808" y="18844"/>
                </a:lnTo>
                <a:cubicBezTo>
                  <a:pt x="187314" y="24339"/>
                  <a:pt x="179723" y="27738"/>
                  <a:pt x="171339" y="27738"/>
                </a:cubicBezTo>
                <a:cubicBezTo>
                  <a:pt x="163026" y="27738"/>
                  <a:pt x="155471" y="24339"/>
                  <a:pt x="149994" y="18844"/>
                </a:cubicBezTo>
                <a:close/>
                <a:moveTo>
                  <a:pt x="69668" y="0"/>
                </a:moveTo>
                <a:lnTo>
                  <a:pt x="128212" y="0"/>
                </a:lnTo>
                <a:lnTo>
                  <a:pt x="120408" y="18844"/>
                </a:lnTo>
                <a:cubicBezTo>
                  <a:pt x="114915" y="24339"/>
                  <a:pt x="107328" y="27738"/>
                  <a:pt x="98949" y="27738"/>
                </a:cubicBezTo>
                <a:cubicBezTo>
                  <a:pt x="90562" y="27738"/>
                  <a:pt x="82969" y="24339"/>
                  <a:pt x="77474" y="18844"/>
                </a:cubicBezTo>
                <a:close/>
                <a:moveTo>
                  <a:pt x="0" y="0"/>
                </a:moveTo>
                <a:lnTo>
                  <a:pt x="55662" y="0"/>
                </a:lnTo>
                <a:lnTo>
                  <a:pt x="47858" y="18844"/>
                </a:lnTo>
                <a:cubicBezTo>
                  <a:pt x="42364" y="24339"/>
                  <a:pt x="34775" y="27738"/>
                  <a:pt x="26394" y="27738"/>
                </a:cubicBezTo>
                <a:cubicBezTo>
                  <a:pt x="18009" y="27738"/>
                  <a:pt x="10417" y="24339"/>
                  <a:pt x="4922" y="18844"/>
                </a:cubicBezTo>
                <a:lnTo>
                  <a:pt x="0" y="6962"/>
                </a:ln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7"/>
          <p:cNvSpPr/>
          <p:nvPr/>
        </p:nvSpPr>
        <p:spPr>
          <a:xfrm>
            <a:off x="1" y="1"/>
            <a:ext cx="302530" cy="372598"/>
          </a:xfrm>
          <a:custGeom>
            <a:rect b="b" l="l" r="r" t="t"/>
            <a:pathLst>
              <a:path extrusionOk="0" h="496797" w="403373">
                <a:moveTo>
                  <a:pt x="229368" y="0"/>
                </a:moveTo>
                <a:lnTo>
                  <a:pt x="384512" y="0"/>
                </a:lnTo>
                <a:lnTo>
                  <a:pt x="403373" y="93424"/>
                </a:lnTo>
                <a:cubicBezTo>
                  <a:pt x="403373" y="316201"/>
                  <a:pt x="222777" y="496797"/>
                  <a:pt x="0" y="496797"/>
                </a:cubicBezTo>
                <a:lnTo>
                  <a:pt x="0" y="341654"/>
                </a:lnTo>
                <a:cubicBezTo>
                  <a:pt x="137093" y="341654"/>
                  <a:pt x="248230" y="230517"/>
                  <a:pt x="248230" y="93424"/>
                </a:cubicBezTo>
                <a:close/>
              </a:path>
            </a:pathLst>
          </a:custGeom>
          <a:gradFill>
            <a:gsLst>
              <a:gs pos="0">
                <a:srgbClr val="FF4E02"/>
              </a:gs>
              <a:gs pos="48000">
                <a:srgbClr val="F69323"/>
              </a:gs>
              <a:gs pos="100000">
                <a:srgbClr val="FABC75"/>
              </a:gs>
            </a:gsLst>
            <a:lin ang="16200038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7"/>
          <p:cNvSpPr txBox="1"/>
          <p:nvPr>
            <p:ph type="title"/>
          </p:nvPr>
        </p:nvSpPr>
        <p:spPr>
          <a:xfrm>
            <a:off x="415625" y="1707750"/>
            <a:ext cx="3663300" cy="17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sz="2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1" type="subTitle"/>
          </p:nvPr>
        </p:nvSpPr>
        <p:spPr>
          <a:xfrm>
            <a:off x="4987875" y="1707750"/>
            <a:ext cx="3744600" cy="172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108251"/>
            <a:ext cx="9144000" cy="3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59">
          <p15:clr>
            <a:srgbClr val="FA7B17"/>
          </p15:clr>
        </p15:guide>
        <p15:guide id="2" pos="5501">
          <p15:clr>
            <a:srgbClr val="FA7B17"/>
          </p15:clr>
        </p15:guide>
        <p15:guide id="3" orient="horz" pos="3068">
          <p15:clr>
            <a:srgbClr val="FA7B17"/>
          </p15:clr>
        </p15:guide>
        <p15:guide id="4" orient="horz" pos="235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75" y="170050"/>
            <a:ext cx="83127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oppins Medium"/>
              <a:buNone/>
              <a:defRPr b="0" i="0" sz="21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 Medium"/>
              <a:buNone/>
              <a:defRPr b="0" i="0" sz="1400" u="none" cap="none" strike="noStrik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50" y="1282925"/>
            <a:ext cx="8312700" cy="3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●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○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lt1"/>
              </a:buClr>
              <a:buSzPts val="1400"/>
              <a:buFont typeface="Calibri"/>
              <a:buChar char="■"/>
              <a:def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8"/>
          <p:cNvSpPr txBox="1"/>
          <p:nvPr>
            <p:ph type="title"/>
          </p:nvPr>
        </p:nvSpPr>
        <p:spPr>
          <a:xfrm>
            <a:off x="415649" y="1557350"/>
            <a:ext cx="6552418" cy="10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AI Agents Hackathon - TPO</a:t>
            </a:r>
            <a:endParaRPr/>
          </a:p>
        </p:txBody>
      </p:sp>
      <p:sp>
        <p:nvSpPr>
          <p:cNvPr id="647" name="Google Shape;647;p28"/>
          <p:cNvSpPr txBox="1"/>
          <p:nvPr>
            <p:ph idx="4" type="subTitle"/>
          </p:nvPr>
        </p:nvSpPr>
        <p:spPr>
          <a:xfrm>
            <a:off x="3927616" y="4874750"/>
            <a:ext cx="642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0"/>
              <a:buNone/>
            </a:pPr>
            <a:r>
              <a:rPr lang="en-US"/>
              <a:t>01-10-2025</a:t>
            </a:r>
            <a:endParaRPr/>
          </a:p>
        </p:txBody>
      </p:sp>
      <p:sp>
        <p:nvSpPr>
          <p:cNvPr id="648" name="Google Shape;648;p28"/>
          <p:cNvSpPr txBox="1"/>
          <p:nvPr>
            <p:ph idx="5" type="subTitle"/>
          </p:nvPr>
        </p:nvSpPr>
        <p:spPr>
          <a:xfrm>
            <a:off x="5237692" y="4874750"/>
            <a:ext cx="558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0"/>
              <a:buNone/>
            </a:pPr>
            <a:r>
              <a:rPr lang="en-US"/>
              <a:t>Biru Dash</a:t>
            </a:r>
            <a:endParaRPr/>
          </a:p>
        </p:txBody>
      </p:sp>
      <p:sp>
        <p:nvSpPr>
          <p:cNvPr id="649" name="Google Shape;649;p28"/>
          <p:cNvSpPr txBox="1"/>
          <p:nvPr>
            <p:ph idx="3" type="subTitle"/>
          </p:nvPr>
        </p:nvSpPr>
        <p:spPr>
          <a:xfrm>
            <a:off x="2308944" y="4874750"/>
            <a:ext cx="10326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SzPts val="600"/>
              <a:buNone/>
            </a:pPr>
            <a:r>
              <a:rPr lang="en-US"/>
              <a:t>Confidential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29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Context, Objective, and Outcomes</a:t>
            </a:r>
            <a:endParaRPr/>
          </a:p>
        </p:txBody>
      </p:sp>
      <p:sp>
        <p:nvSpPr>
          <p:cNvPr id="655" name="Google Shape;655;p29"/>
          <p:cNvSpPr txBox="1"/>
          <p:nvPr/>
        </p:nvSpPr>
        <p:spPr>
          <a:xfrm>
            <a:off x="415548" y="1386252"/>
            <a:ext cx="8312700" cy="660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Trade promotions represent one of the largest discretionary investments for CPG brands, directly impacting volume, margin, and retailer relationships. Yet promotion planning is still largely manual, backward-looking, and fragmented across functions, making it slow to adapt to changing consumer demand, competitive intensity, and macroeconomic conditions. As a result, brands often over-invest, mis-time promotions, or fail to respond coherently to market signals—leading to suboptimal ROI and inconsistent execution. </a:t>
            </a:r>
            <a:endParaRPr/>
          </a:p>
        </p:txBody>
      </p:sp>
      <p:sp>
        <p:nvSpPr>
          <p:cNvPr id="656" name="Google Shape;656;p29"/>
          <p:cNvSpPr txBox="1"/>
          <p:nvPr/>
        </p:nvSpPr>
        <p:spPr>
          <a:xfrm>
            <a:off x="294079" y="2844467"/>
            <a:ext cx="4159329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Automate Strategy: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Move from manual, repetitive planning to autonomous, intelligent schedule generation.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Optimize Trade-Offs: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Dynamically balance conflicting business goals (e.g., Volume vs. Profit) without human bias</a:t>
            </a: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Guarantee Feasibility: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Ensure every proposed plan is operationally executable and financially compliant by design.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Trust: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Provide clear, human-readable reasoning for every automated decision to eliminate the "Black Box."</a:t>
            </a:r>
            <a:endParaRPr/>
          </a:p>
        </p:txBody>
      </p:sp>
      <p:sp>
        <p:nvSpPr>
          <p:cNvPr id="657" name="Google Shape;657;p29"/>
          <p:cNvSpPr/>
          <p:nvPr/>
        </p:nvSpPr>
        <p:spPr>
          <a:xfrm>
            <a:off x="415548" y="943493"/>
            <a:ext cx="1958196" cy="30612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Business Context</a:t>
            </a:r>
            <a:endParaRPr/>
          </a:p>
        </p:txBody>
      </p:sp>
      <p:sp>
        <p:nvSpPr>
          <p:cNvPr id="658" name="Google Shape;658;p29"/>
          <p:cNvSpPr/>
          <p:nvPr/>
        </p:nvSpPr>
        <p:spPr>
          <a:xfrm>
            <a:off x="415548" y="2371646"/>
            <a:ext cx="1958196" cy="30612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  <p:sp>
        <p:nvSpPr>
          <p:cNvPr id="659" name="Google Shape;659;p29"/>
          <p:cNvSpPr txBox="1"/>
          <p:nvPr/>
        </p:nvSpPr>
        <p:spPr>
          <a:xfrm>
            <a:off x="4984672" y="2789963"/>
            <a:ext cx="338870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52-week execution-ready calendar optimized for the chosen objective.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"Reasoning Log" proving the agents negotiated the trade-offs between strategy and constraints.</a:t>
            </a:r>
            <a:endParaRPr/>
          </a:p>
          <a:p>
            <a:pPr indent="-171450" lvl="0" marL="1714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Financial Validation report quantifying the impact against the baseline.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9"/>
          <p:cNvSpPr/>
          <p:nvPr/>
        </p:nvSpPr>
        <p:spPr>
          <a:xfrm>
            <a:off x="4984672" y="2371646"/>
            <a:ext cx="1958196" cy="306124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30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Six-agent system collaborates to generate the full promotion strategy and calendar</a:t>
            </a:r>
            <a:endParaRPr/>
          </a:p>
        </p:txBody>
      </p:sp>
      <p:graphicFrame>
        <p:nvGraphicFramePr>
          <p:cNvPr id="666" name="Google Shape;666;p30"/>
          <p:cNvGraphicFramePr/>
          <p:nvPr/>
        </p:nvGraphicFramePr>
        <p:xfrm>
          <a:off x="0" y="906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{E232941B-3BB0-4D81-BAED-DDBC86BF2121}</a:tableStyleId>
              </a:tblPr>
              <a:tblGrid>
                <a:gridCol w="1056800"/>
                <a:gridCol w="2924100"/>
                <a:gridCol w="1778650"/>
                <a:gridCol w="3384450"/>
              </a:tblGrid>
              <a:tr h="180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</a:rPr>
                        <a:t>Agent</a:t>
                      </a:r>
                      <a:endParaRPr sz="9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</a:rPr>
                        <a:t>Inputs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</a:rPr>
                        <a:t>Outputs</a:t>
                      </a:r>
                      <a:endParaRPr/>
                    </a:p>
                  </a:txBody>
                  <a:tcPr marT="45725" marB="45725" marR="91450" marL="91450">
                    <a:noFill/>
                  </a:tcPr>
                </a:tc>
              </a:tr>
              <a:tr h="1081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A: The Analyst (Causal Inference Engine)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"Scientist." It measures history to create the "Physics" of the model (Lift &amp; Baseline). Decompose historical sales into Baseline (Seasonality/Trend) and Incremental (Lift) volume. Calculate Price Elasticity Coefficients for different discount depths (e.g., 15%, 20%, 30%). Quantify the impact of Display mechanics (Lift Multipliers).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sales_history.csv, promotion_history.csv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Causal Parameters</a:t>
                      </a: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Ex:</a:t>
                      </a:r>
                      <a:b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"baseline_velocity_avg": 150,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"elasticity_model":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"base_price_elasticity": -2.1,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"discount_lift_factors":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"depth_15_pct": 1.8,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"depth_20_pct": 2.5,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"depth_30_pct": 3.8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"display</a:t>
                      </a: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_lift_multiplier": 1.4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}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1364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Agent B: The Strategist (Optimizer)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 acts as the creative intelligence. It ingests the "Physics" from Agent A and hallucinates/constructs a future calendar that meets the specific business objective (Volume/Profit) defined in the prompt.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causal_parameters.json, total_budget_limit, display_config.csv, Objective_Prompt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draft_calendar_candidate.json</a:t>
                      </a: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ex</a:t>
                      </a:r>
                      <a:b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en-US" sz="7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</a:t>
                      </a:r>
                      <a:endParaRPr sz="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"objective": "Maximize Unit Volume (Market Share)",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"total_projected_spend": 1150000,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"calendar_events": [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"week": 12,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"sku": "SKU_123",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"discount_depth": 0.30,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"display_active": true,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"reasoning": "Selected 30% depth to maximize unit velocity during Q1 peak.",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"projected_outcome": "Lift of 3.8x baseline."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]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Auditor (Compliance &amp; Finance Guardrail)</a:t>
                      </a:r>
                      <a:endParaRPr sz="9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"Controller." Deterministic and strict. </a:t>
                      </a:r>
                      <a:r>
                        <a:rPr lang="en-US" sz="9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calculate</a:t>
                      </a: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Aggregate Spend (Sum of all weeks). Check if Aggregate Spend &lt;= Total Budget. Check Gap Rules, Frequency, and Slotting. Reject invalid plans.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draft_calendar_candidate.json, retailer_constraints.json, product_financials.csv.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audit_report.json</a:t>
                      </a: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Ex: {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"status": "REJECTED",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"violations": [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 </a:t>
                      </a:r>
                      <a:endParaRPr b="0" i="0" sz="600" u="none" cap="none" strike="noStrik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"type": "Total Budget Exceeded",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  "details": "Total Annual Spend $1.15M exceeds Budget Limit $1.0M by $150k."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},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{ "type": "Gap Rule", "details": "Week 12 and 14 violate 4-week gap." }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],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"feedback": "Reduce overall frequency or depth to bring Total Spend under $1.0M."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n-US" sz="6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}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1"/>
          <p:cNvSpPr/>
          <p:nvPr/>
        </p:nvSpPr>
        <p:spPr>
          <a:xfrm>
            <a:off x="2968985" y="510335"/>
            <a:ext cx="2024205" cy="831259"/>
          </a:xfrm>
          <a:prstGeom prst="rect">
            <a:avLst/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1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Solution flow</a:t>
            </a:r>
            <a:endParaRPr/>
          </a:p>
        </p:txBody>
      </p:sp>
      <p:sp>
        <p:nvSpPr>
          <p:cNvPr id="673" name="Google Shape;673;p31"/>
          <p:cNvSpPr/>
          <p:nvPr/>
        </p:nvSpPr>
        <p:spPr>
          <a:xfrm>
            <a:off x="3193369" y="654802"/>
            <a:ext cx="326884" cy="310199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31"/>
          <p:cNvSpPr/>
          <p:nvPr/>
        </p:nvSpPr>
        <p:spPr>
          <a:xfrm>
            <a:off x="4132802" y="644528"/>
            <a:ext cx="326884" cy="310199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31"/>
          <p:cNvSpPr/>
          <p:nvPr/>
        </p:nvSpPr>
        <p:spPr>
          <a:xfrm>
            <a:off x="607601" y="3119429"/>
            <a:ext cx="326884" cy="310199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31"/>
          <p:cNvSpPr/>
          <p:nvPr/>
        </p:nvSpPr>
        <p:spPr>
          <a:xfrm>
            <a:off x="549038" y="2315114"/>
            <a:ext cx="326884" cy="310199"/>
          </a:xfrm>
          <a:prstGeom prst="can">
            <a:avLst>
              <a:gd fmla="val 25000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1"/>
          <p:cNvSpPr/>
          <p:nvPr/>
        </p:nvSpPr>
        <p:spPr>
          <a:xfrm>
            <a:off x="3057602" y="1633543"/>
            <a:ext cx="1864225" cy="310199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 A: The Analyst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(Causal Inference Engine) </a:t>
            </a:r>
            <a:endParaRPr/>
          </a:p>
        </p:txBody>
      </p:sp>
      <p:sp>
        <p:nvSpPr>
          <p:cNvPr id="678" name="Google Shape;678;p31"/>
          <p:cNvSpPr/>
          <p:nvPr/>
        </p:nvSpPr>
        <p:spPr>
          <a:xfrm>
            <a:off x="3048976" y="2439899"/>
            <a:ext cx="1864225" cy="310199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 B: The Strategist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 Calendar</a:t>
            </a: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endParaRPr/>
          </a:p>
        </p:txBody>
      </p:sp>
      <p:sp>
        <p:nvSpPr>
          <p:cNvPr id="679" name="Google Shape;679;p31"/>
          <p:cNvSpPr/>
          <p:nvPr/>
        </p:nvSpPr>
        <p:spPr>
          <a:xfrm>
            <a:off x="3057602" y="3274529"/>
            <a:ext cx="1864225" cy="310199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Agent C: The Auditor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Compliance &amp; Finance)</a:t>
            </a:r>
            <a:endParaRPr b="0" i="1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1"/>
          <p:cNvSpPr/>
          <p:nvPr/>
        </p:nvSpPr>
        <p:spPr>
          <a:xfrm>
            <a:off x="2255805" y="4427000"/>
            <a:ext cx="3450566" cy="488516"/>
          </a:xfrm>
          <a:prstGeom prst="rect">
            <a:avLst/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optimized_calendar.csv, financial_impact_report.csv, baseline_validation.csv</a:t>
            </a:r>
            <a:endParaRPr/>
          </a:p>
        </p:txBody>
      </p:sp>
      <p:cxnSp>
        <p:nvCxnSpPr>
          <p:cNvPr id="681" name="Google Shape;681;p31"/>
          <p:cNvCxnSpPr>
            <a:stCxn id="679" idx="2"/>
            <a:endCxn id="682" idx="0"/>
          </p:cNvCxnSpPr>
          <p:nvPr/>
        </p:nvCxnSpPr>
        <p:spPr>
          <a:xfrm>
            <a:off x="3989715" y="3584728"/>
            <a:ext cx="0" cy="266100"/>
          </a:xfrm>
          <a:prstGeom prst="straightConnector1">
            <a:avLst/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3" name="Google Shape;683;p31"/>
          <p:cNvCxnSpPr>
            <a:stCxn id="677" idx="2"/>
            <a:endCxn id="678" idx="0"/>
          </p:cNvCxnSpPr>
          <p:nvPr/>
        </p:nvCxnSpPr>
        <p:spPr>
          <a:xfrm flipH="1">
            <a:off x="3981015" y="1943742"/>
            <a:ext cx="8700" cy="496200"/>
          </a:xfrm>
          <a:prstGeom prst="straightConnector1">
            <a:avLst/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4" name="Google Shape;684;p31"/>
          <p:cNvCxnSpPr>
            <a:stCxn id="678" idx="2"/>
            <a:endCxn id="679" idx="0"/>
          </p:cNvCxnSpPr>
          <p:nvPr/>
        </p:nvCxnSpPr>
        <p:spPr>
          <a:xfrm>
            <a:off x="3981089" y="2750098"/>
            <a:ext cx="8700" cy="524400"/>
          </a:xfrm>
          <a:prstGeom prst="straightConnector1">
            <a:avLst/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5" name="Google Shape;685;p31"/>
          <p:cNvCxnSpPr>
            <a:stCxn id="682" idx="3"/>
            <a:endCxn id="678" idx="3"/>
          </p:cNvCxnSpPr>
          <p:nvPr/>
        </p:nvCxnSpPr>
        <p:spPr>
          <a:xfrm flipH="1" rot="10800000">
            <a:off x="4324614" y="2594964"/>
            <a:ext cx="588600" cy="1410900"/>
          </a:xfrm>
          <a:prstGeom prst="bentConnector3">
            <a:avLst>
              <a:gd fmla="val 284119" name="adj1"/>
            </a:avLst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6" name="Google Shape;686;p31"/>
          <p:cNvSpPr txBox="1"/>
          <p:nvPr/>
        </p:nvSpPr>
        <p:spPr>
          <a:xfrm>
            <a:off x="1965509" y="3570591"/>
            <a:ext cx="221441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Check: Budget, Gap Rules, Frequency</a:t>
            </a:r>
            <a:endParaRPr b="0" i="1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"/>
          <p:cNvSpPr txBox="1"/>
          <p:nvPr/>
        </p:nvSpPr>
        <p:spPr>
          <a:xfrm>
            <a:off x="2007534" y="2882700"/>
            <a:ext cx="20242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Output: Draft Calendar + Reasoning</a:t>
            </a:r>
            <a:endParaRPr/>
          </a:p>
        </p:txBody>
      </p:sp>
      <p:sp>
        <p:nvSpPr>
          <p:cNvPr id="688" name="Google Shape;688;p31"/>
          <p:cNvSpPr txBox="1"/>
          <p:nvPr/>
        </p:nvSpPr>
        <p:spPr>
          <a:xfrm>
            <a:off x="1956883" y="2068710"/>
            <a:ext cx="20242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Baseline &amp; Elasticity Parameters</a:t>
            </a:r>
            <a:endParaRPr/>
          </a:p>
        </p:txBody>
      </p:sp>
      <p:sp>
        <p:nvSpPr>
          <p:cNvPr id="689" name="Google Shape;689;p31"/>
          <p:cNvSpPr txBox="1"/>
          <p:nvPr/>
        </p:nvSpPr>
        <p:spPr>
          <a:xfrm>
            <a:off x="6005294" y="3128921"/>
            <a:ext cx="103326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Rejection Loop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3654813" y="3850764"/>
            <a:ext cx="669801" cy="310199"/>
          </a:xfrm>
          <a:prstGeom prst="flowChartDecision">
            <a:avLst/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0" name="Google Shape;690;p31"/>
          <p:cNvCxnSpPr>
            <a:stCxn id="682" idx="2"/>
            <a:endCxn id="680" idx="0"/>
          </p:cNvCxnSpPr>
          <p:nvPr/>
        </p:nvCxnSpPr>
        <p:spPr>
          <a:xfrm flipH="1">
            <a:off x="3981014" y="4160963"/>
            <a:ext cx="8700" cy="266100"/>
          </a:xfrm>
          <a:prstGeom prst="straightConnector1">
            <a:avLst/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1" name="Google Shape;691;p31"/>
          <p:cNvSpPr txBox="1"/>
          <p:nvPr/>
        </p:nvSpPr>
        <p:spPr>
          <a:xfrm>
            <a:off x="3057602" y="1019342"/>
            <a:ext cx="59841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endParaRPr/>
          </a:p>
        </p:txBody>
      </p:sp>
      <p:sp>
        <p:nvSpPr>
          <p:cNvPr id="692" name="Google Shape;692;p31"/>
          <p:cNvSpPr txBox="1"/>
          <p:nvPr/>
        </p:nvSpPr>
        <p:spPr>
          <a:xfrm>
            <a:off x="3922709" y="1004924"/>
            <a:ext cx="803809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Promotion</a:t>
            </a:r>
            <a:endParaRPr/>
          </a:p>
        </p:txBody>
      </p:sp>
      <p:sp>
        <p:nvSpPr>
          <p:cNvPr id="693" name="Google Shape;693;p31"/>
          <p:cNvSpPr txBox="1"/>
          <p:nvPr/>
        </p:nvSpPr>
        <p:spPr>
          <a:xfrm>
            <a:off x="413271" y="2688767"/>
            <a:ext cx="59841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/>
          </a:p>
        </p:txBody>
      </p:sp>
      <p:sp>
        <p:nvSpPr>
          <p:cNvPr id="694" name="Google Shape;694;p31"/>
          <p:cNvSpPr txBox="1"/>
          <p:nvPr/>
        </p:nvSpPr>
        <p:spPr>
          <a:xfrm>
            <a:off x="286065" y="3462618"/>
            <a:ext cx="96995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Constraints &amp; Config</a:t>
            </a:r>
            <a:endParaRPr/>
          </a:p>
        </p:txBody>
      </p:sp>
      <p:cxnSp>
        <p:nvCxnSpPr>
          <p:cNvPr id="695" name="Google Shape;695;p31"/>
          <p:cNvCxnSpPr>
            <a:stCxn id="671" idx="2"/>
            <a:endCxn id="677" idx="0"/>
          </p:cNvCxnSpPr>
          <p:nvPr/>
        </p:nvCxnSpPr>
        <p:spPr>
          <a:xfrm>
            <a:off x="3981088" y="1341594"/>
            <a:ext cx="8700" cy="291900"/>
          </a:xfrm>
          <a:prstGeom prst="straightConnector1">
            <a:avLst/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6" name="Google Shape;696;p31"/>
          <p:cNvSpPr/>
          <p:nvPr/>
        </p:nvSpPr>
        <p:spPr>
          <a:xfrm>
            <a:off x="1337733" y="2688767"/>
            <a:ext cx="292877" cy="310199"/>
          </a:xfrm>
          <a:prstGeom prst="flowChartConnector">
            <a:avLst/>
          </a:prstGeom>
          <a:noFill/>
          <a:ln cap="flat" cmpd="sng" w="25400">
            <a:solidFill>
              <a:srgbClr val="683C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p31"/>
          <p:cNvCxnSpPr>
            <a:stCxn id="676" idx="4"/>
            <a:endCxn id="696" idx="2"/>
          </p:cNvCxnSpPr>
          <p:nvPr/>
        </p:nvCxnSpPr>
        <p:spPr>
          <a:xfrm>
            <a:off x="875922" y="2470214"/>
            <a:ext cx="461700" cy="373800"/>
          </a:xfrm>
          <a:prstGeom prst="bentConnector3">
            <a:avLst>
              <a:gd fmla="val 55513" name="adj1"/>
            </a:avLst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8" name="Google Shape;698;p31"/>
          <p:cNvCxnSpPr>
            <a:stCxn id="675" idx="4"/>
            <a:endCxn id="696" idx="2"/>
          </p:cNvCxnSpPr>
          <p:nvPr/>
        </p:nvCxnSpPr>
        <p:spPr>
          <a:xfrm flipH="1" rot="10800000">
            <a:off x="934485" y="2843729"/>
            <a:ext cx="403200" cy="430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99" name="Google Shape;699;p31"/>
          <p:cNvCxnSpPr>
            <a:stCxn id="696" idx="6"/>
            <a:endCxn id="678" idx="1"/>
          </p:cNvCxnSpPr>
          <p:nvPr/>
        </p:nvCxnSpPr>
        <p:spPr>
          <a:xfrm flipH="1" rot="10800000">
            <a:off x="1630610" y="2594867"/>
            <a:ext cx="1418400" cy="249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0" name="Google Shape;700;p31"/>
          <p:cNvCxnSpPr>
            <a:stCxn id="696" idx="6"/>
            <a:endCxn id="679" idx="1"/>
          </p:cNvCxnSpPr>
          <p:nvPr/>
        </p:nvCxnSpPr>
        <p:spPr>
          <a:xfrm>
            <a:off x="1630610" y="2843867"/>
            <a:ext cx="1427100" cy="585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F68C1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2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Complete Dataset to Enable All Agents</a:t>
            </a:r>
            <a:endParaRPr/>
          </a:p>
        </p:txBody>
      </p:sp>
      <p:graphicFrame>
        <p:nvGraphicFramePr>
          <p:cNvPr id="706" name="Google Shape;706;p32"/>
          <p:cNvGraphicFramePr/>
          <p:nvPr/>
        </p:nvGraphicFramePr>
        <p:xfrm>
          <a:off x="415625" y="11305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{E232941B-3BB0-4D81-BAED-DDBC86BF2121}</a:tableStyleId>
              </a:tblPr>
              <a:tblGrid>
                <a:gridCol w="1644525"/>
                <a:gridCol w="3178250"/>
                <a:gridCol w="3329875"/>
              </a:tblGrid>
              <a:tr h="298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Dataset Component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File Name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41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Sales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source of truth for historical performance and baseline calculation.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Sales.xlsx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41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Promotion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Defines the available promotion tactics and their costs/mechanics at PPG level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Promotiondata.xlsx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41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Internal financials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Unit economics for calculating profitability.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Finance.xlsx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41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Promo Config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Fixed fee for the display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Promo_config.csv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</a:tr>
              <a:tr h="41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Constraints</a:t>
                      </a:r>
                      <a:endParaRPr/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The rulebook for Agent C.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</a:rPr>
                        <a:t>Constraints.json</a:t>
                      </a:r>
                      <a:endParaRPr sz="1100" u="none" cap="none" strike="noStrike">
                        <a:solidFill>
                          <a:schemeClr val="lt1"/>
                        </a:solidFill>
                      </a:endParaRPr>
                    </a:p>
                  </a:txBody>
                  <a:tcPr marT="45725" marB="45725" marR="91450" marL="9145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3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Deliverables &amp; Outcomes</a:t>
            </a:r>
            <a:endParaRPr/>
          </a:p>
        </p:txBody>
      </p:sp>
      <p:graphicFrame>
        <p:nvGraphicFramePr>
          <p:cNvPr id="712" name="Google Shape;712;p33"/>
          <p:cNvGraphicFramePr/>
          <p:nvPr/>
        </p:nvGraphicFramePr>
        <p:xfrm>
          <a:off x="415625" y="94136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{684AFB6A-4322-4BE0-9FA7-0846B64EEDE3}</a:tableStyleId>
              </a:tblPr>
              <a:tblGrid>
                <a:gridCol w="1633300"/>
                <a:gridCol w="6112925"/>
              </a:tblGrid>
              <a:tr h="41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Deliverable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</a:tr>
              <a:tr h="41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Artifacts (The "What")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optimized_calendar.csv: The final 52-week schedule.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financial_impact_report.json: Summary comparing Base Plan vs. Optimized Plan across key metrics (Vol, Rev, Margin, Spend).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baseline_validation.csv: Forecast accuracy metrics (MAPE) for the holdout period.</a:t>
                      </a:r>
                      <a:endParaRPr/>
                    </a:p>
                  </a:txBody>
                  <a:tcPr marT="45725" marB="45725" marR="45725" marL="45725" anchor="ctr">
                    <a:noFill/>
                  </a:tcPr>
                </a:tc>
              </a:tr>
              <a:tr h="41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Architecture Diagram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agent_execution_log.txt: The conversation log. Must show the Rejection Loop (Strategist proposing -&gt; Auditor rejecting -&gt; Strategist correcting).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i="0"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prompts_tested.md: The system prompts used to switch objectives.</a:t>
                      </a:r>
                      <a:endParaRPr/>
                    </a:p>
                  </a:txBody>
                  <a:tcPr marT="45725" marB="45725" marR="45725" marL="45725" anchor="ctr">
                    <a:noFill/>
                  </a:tcPr>
                </a:tc>
              </a:tr>
              <a:tr h="41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Video Demo (2-3 mins):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Show the code running.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Highlight the Auditor catching a violation and the Strategist fixing it.</a:t>
                      </a:r>
                      <a:endParaRPr/>
                    </a:p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Char char="•"/>
                      </a:pPr>
                      <a:r>
                        <a:rPr b="0" lang="en-US" sz="1100" u="none" cap="none" strike="noStrike">
                          <a:solidFill>
                            <a:srgbClr val="000000"/>
                          </a:solidFill>
                        </a:rPr>
                        <a:t>Briefly explain the strategy chosen.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45725" marL="45725" anchor="ctr">
                    <a:noFill/>
                  </a:tcPr>
                </a:tc>
              </a:tr>
            </a:tbl>
          </a:graphicData>
        </a:graphic>
      </p:graphicFrame>
      <p:sp>
        <p:nvSpPr>
          <p:cNvPr id="713" name="Google Shape;713;p33"/>
          <p:cNvSpPr txBox="1"/>
          <p:nvPr/>
        </p:nvSpPr>
        <p:spPr>
          <a:xfrm>
            <a:off x="415625" y="4134833"/>
            <a:ext cx="8017176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* Video recording of the demo/tool and Code should be submitted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34"/>
          <p:cNvSpPr txBox="1"/>
          <p:nvPr>
            <p:ph type="title"/>
          </p:nvPr>
        </p:nvSpPr>
        <p:spPr>
          <a:xfrm>
            <a:off x="415625" y="372600"/>
            <a:ext cx="83127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Judging Criteria</a:t>
            </a:r>
            <a:endParaRPr/>
          </a:p>
        </p:txBody>
      </p:sp>
      <p:graphicFrame>
        <p:nvGraphicFramePr>
          <p:cNvPr id="719" name="Google Shape;719;p34"/>
          <p:cNvGraphicFramePr/>
          <p:nvPr/>
        </p:nvGraphicFramePr>
        <p:xfrm>
          <a:off x="415624" y="9105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{E232941B-3BB0-4D81-BAED-DDBC86BF2121}</a:tableStyleId>
              </a:tblPr>
              <a:tblGrid>
                <a:gridCol w="2417450"/>
                <a:gridCol w="62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</a:rPr>
                        <a:t>Criteria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0000"/>
                          </a:solidFill>
                        </a:rPr>
                        <a:t>What Judges Look For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Architecture &amp; Agentic Design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Feedback Loop: Does the log prove the system is self-correcting? A script that generates a valid plan on the first try (without audit/rejection) will score low. We want to see the "debate.“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Separation of Concerns: Are the agents distinct? The "Analyst" should not be making decisions, and the "Auditor" should not be generating ideas.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Modularity: Is the system robust? If we swap the "Volume" objective for "Profit," does the architecture hold up while the strategy changes?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Technical Implementation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Financial Rigor: Accurate calculation of Variable Spend (TPR) vs. Fixed Spend (Display). Strict adherence to the Total Annual Budget.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Constraint Obedience: Zero violations of Gap, Frequency, or Slotting rules in the final file.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 Quality: High accuracy (Low MAPE) on the holdout validation set.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 Experience &amp; Reporting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Explainability: Does the output clearly articulate why the plan meets the objective?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 Visibility: Does the report provide a clear "Before vs. After" view of the financial impact (Base vs. Optimized)?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Clarity: Are the reports easy for a business user to digest?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37150" marB="137150" marR="137150" marL="137150"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5"/>
          <p:cNvSpPr txBox="1"/>
          <p:nvPr>
            <p:ph type="title"/>
          </p:nvPr>
        </p:nvSpPr>
        <p:spPr>
          <a:xfrm>
            <a:off x="3396050" y="1066800"/>
            <a:ext cx="4648200" cy="11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iger Template">
  <a:themeElements>
    <a:clrScheme name="Tiger">
      <a:dk1>
        <a:srgbClr val="FFFFFF"/>
      </a:dk1>
      <a:lt1>
        <a:srgbClr val="000000"/>
      </a:lt1>
      <a:dk2>
        <a:srgbClr val="EBEBEB"/>
      </a:dk2>
      <a:lt2>
        <a:srgbClr val="4F4F4F"/>
      </a:lt2>
      <a:accent1>
        <a:srgbClr val="F7901D"/>
      </a:accent1>
      <a:accent2>
        <a:srgbClr val="4F4F4F"/>
      </a:accent2>
      <a:accent3>
        <a:srgbClr val="AEAEAF"/>
      </a:accent3>
      <a:accent4>
        <a:srgbClr val="05C97F"/>
      </a:accent4>
      <a:accent5>
        <a:srgbClr val="FFBE02"/>
      </a:accent5>
      <a:accent6>
        <a:srgbClr val="00B1E8"/>
      </a:accent6>
      <a:hlink>
        <a:srgbClr val="18749C"/>
      </a:hlink>
      <a:folHlink>
        <a:srgbClr val="1933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